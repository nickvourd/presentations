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60" r:id="rId2"/>
  </p:sldMasterIdLst>
  <p:notesMasterIdLst>
    <p:notesMasterId r:id="rId82"/>
  </p:notesMasterIdLst>
  <p:sldIdLst>
    <p:sldId id="256" r:id="rId3"/>
    <p:sldId id="258" r:id="rId4"/>
    <p:sldId id="259" r:id="rId5"/>
    <p:sldId id="260" r:id="rId6"/>
    <p:sldId id="338" r:id="rId7"/>
    <p:sldId id="261" r:id="rId8"/>
    <p:sldId id="287" r:id="rId9"/>
    <p:sldId id="262" r:id="rId10"/>
    <p:sldId id="263" r:id="rId11"/>
    <p:sldId id="264" r:id="rId12"/>
    <p:sldId id="266" r:id="rId13"/>
    <p:sldId id="265" r:id="rId14"/>
    <p:sldId id="280" r:id="rId15"/>
    <p:sldId id="267" r:id="rId16"/>
    <p:sldId id="269" r:id="rId17"/>
    <p:sldId id="268" r:id="rId18"/>
    <p:sldId id="271" r:id="rId19"/>
    <p:sldId id="270" r:id="rId20"/>
    <p:sldId id="272" r:id="rId21"/>
    <p:sldId id="286" r:id="rId22"/>
    <p:sldId id="273" r:id="rId23"/>
    <p:sldId id="274" r:id="rId24"/>
    <p:sldId id="275" r:id="rId25"/>
    <p:sldId id="276" r:id="rId26"/>
    <p:sldId id="277" r:id="rId27"/>
    <p:sldId id="278" r:id="rId28"/>
    <p:sldId id="279" r:id="rId29"/>
    <p:sldId id="293" r:id="rId30"/>
    <p:sldId id="285" r:id="rId31"/>
    <p:sldId id="282" r:id="rId32"/>
    <p:sldId id="281" r:id="rId33"/>
    <p:sldId id="288" r:id="rId34"/>
    <p:sldId id="289" r:id="rId35"/>
    <p:sldId id="290" r:id="rId36"/>
    <p:sldId id="291" r:id="rId37"/>
    <p:sldId id="292" r:id="rId38"/>
    <p:sldId id="294" r:id="rId39"/>
    <p:sldId id="296" r:id="rId40"/>
    <p:sldId id="295" r:id="rId41"/>
    <p:sldId id="302" r:id="rId42"/>
    <p:sldId id="297" r:id="rId43"/>
    <p:sldId id="301" r:id="rId44"/>
    <p:sldId id="298" r:id="rId45"/>
    <p:sldId id="299" r:id="rId46"/>
    <p:sldId id="303" r:id="rId47"/>
    <p:sldId id="300" r:id="rId48"/>
    <p:sldId id="304" r:id="rId49"/>
    <p:sldId id="305" r:id="rId50"/>
    <p:sldId id="307" r:id="rId51"/>
    <p:sldId id="308" r:id="rId52"/>
    <p:sldId id="306" r:id="rId53"/>
    <p:sldId id="309" r:id="rId54"/>
    <p:sldId id="310" r:id="rId55"/>
    <p:sldId id="311" r:id="rId56"/>
    <p:sldId id="312" r:id="rId57"/>
    <p:sldId id="313" r:id="rId58"/>
    <p:sldId id="315" r:id="rId59"/>
    <p:sldId id="316" r:id="rId60"/>
    <p:sldId id="317" r:id="rId61"/>
    <p:sldId id="318" r:id="rId62"/>
    <p:sldId id="320" r:id="rId63"/>
    <p:sldId id="321" r:id="rId64"/>
    <p:sldId id="322" r:id="rId65"/>
    <p:sldId id="323" r:id="rId66"/>
    <p:sldId id="325" r:id="rId67"/>
    <p:sldId id="326" r:id="rId68"/>
    <p:sldId id="314" r:id="rId69"/>
    <p:sldId id="324" r:id="rId70"/>
    <p:sldId id="327" r:id="rId71"/>
    <p:sldId id="328" r:id="rId72"/>
    <p:sldId id="329" r:id="rId73"/>
    <p:sldId id="332" r:id="rId74"/>
    <p:sldId id="330" r:id="rId75"/>
    <p:sldId id="331" r:id="rId76"/>
    <p:sldId id="333" r:id="rId77"/>
    <p:sldId id="334" r:id="rId78"/>
    <p:sldId id="335" r:id="rId79"/>
    <p:sldId id="336" r:id="rId80"/>
    <p:sldId id="337" r:id="rId8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7467"/>
    <p:restoredTop sz="94678"/>
  </p:normalViewPr>
  <p:slideViewPr>
    <p:cSldViewPr snapToGrid="0">
      <p:cViewPr varScale="1">
        <p:scale>
          <a:sx n="150" d="100"/>
          <a:sy n="150" d="100"/>
        </p:scale>
        <p:origin x="1328" y="17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viewProps" Target="view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5" Type="http://schemas.openxmlformats.org/officeDocument/2006/relationships/slide" Target="slides/slide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7" Type="http://schemas.openxmlformats.org/officeDocument/2006/relationships/slide" Target="slides/slide5.xml"/><Relationship Id="rId71" Type="http://schemas.openxmlformats.org/officeDocument/2006/relationships/slide" Target="slides/slide69.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61" Type="http://schemas.openxmlformats.org/officeDocument/2006/relationships/slide" Target="slides/slide59.xml"/><Relationship Id="rId82"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093D77B-F7FF-204E-865C-0E059EA76962}" type="datetimeFigureOut">
              <a:rPr lang="en-US" smtClean="0"/>
              <a:t>8/1/26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97D96F2-3E62-4649-9B9E-0D7F6999CD86}" type="slidenum">
              <a:rPr lang="en-US" smtClean="0"/>
              <a:t>‹#›</a:t>
            </a:fld>
            <a:endParaRPr lang="en-US"/>
          </a:p>
        </p:txBody>
      </p:sp>
    </p:spTree>
    <p:extLst>
      <p:ext uri="{BB962C8B-B14F-4D97-AF65-F5344CB8AC3E}">
        <p14:creationId xmlns:p14="http://schemas.microsoft.com/office/powerpoint/2010/main" val="100909526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59511-3D86-37FF-08A7-9AB4E4C2BCBE}"/>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56312CD9-D044-087F-7871-BBA7ED9946F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B26FEF23-7448-1960-DA2E-17A3BC85714C}"/>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5" name="Footer Placeholder 4">
            <a:extLst>
              <a:ext uri="{FF2B5EF4-FFF2-40B4-BE49-F238E27FC236}">
                <a16:creationId xmlns:a16="http://schemas.microsoft.com/office/drawing/2014/main" id="{BD7930A0-AD0D-5B43-5995-F10F48E1711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15C0A81-96AE-A796-80A5-8436D3DD46F7}"/>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40245071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5CBF97-9F36-806C-FCEB-96E485412BA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D7E1540-B270-54E2-5C80-58B0A9D88B94}"/>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C3E8A75-A0A4-2280-4B20-017021A9AD5F}"/>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5" name="Footer Placeholder 4">
            <a:extLst>
              <a:ext uri="{FF2B5EF4-FFF2-40B4-BE49-F238E27FC236}">
                <a16:creationId xmlns:a16="http://schemas.microsoft.com/office/drawing/2014/main" id="{FA21B5FC-D730-BECE-9AC9-547891D42DB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8B4EFB8-0476-445F-5E8A-E3368977B358}"/>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23721121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78AEE3-21DF-FA58-716B-477148D6E51D}"/>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78FB0C3-FB3D-B14A-80CF-44A1527A228E}"/>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4694FAAF-27C7-12A3-500E-B6323F1F0F9C}"/>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5" name="Footer Placeholder 4">
            <a:extLst>
              <a:ext uri="{FF2B5EF4-FFF2-40B4-BE49-F238E27FC236}">
                <a16:creationId xmlns:a16="http://schemas.microsoft.com/office/drawing/2014/main" id="{D65C8C19-5249-6BB5-C06A-F334650A1EF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0DE8AA7-C102-2C51-D300-9AEB0815BAE8}"/>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168998763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ACD50A-231D-1CD6-1CAE-B0FE1D658B6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80E281F-6523-222B-4FBE-53F2A95E6D7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311D905A-CAF9-AAAF-40DF-B326C234B35D}"/>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A8CFABC-2758-112C-99E1-5B3A3DEFFB4B}"/>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6" name="Footer Placeholder 5">
            <a:extLst>
              <a:ext uri="{FF2B5EF4-FFF2-40B4-BE49-F238E27FC236}">
                <a16:creationId xmlns:a16="http://schemas.microsoft.com/office/drawing/2014/main" id="{C7DB8FD4-EB85-6D60-303F-EF327AC276E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2B139C2-D643-1E80-AD0A-F383E4041357}"/>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212320150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F97928-67B3-7DD8-3E35-DD642993B55D}"/>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3DE7F61-C021-28EE-7BB8-6822094D9297}"/>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5087119E-B986-957E-0BFC-1BAA9A1A6D21}"/>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3100527-6917-0820-4B22-34F61C53D94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0C2677E-705A-B00B-0CF1-48266A0B05D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1202A2C0-CFA9-B9B4-340B-FBAD800BC896}"/>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8" name="Footer Placeholder 7">
            <a:extLst>
              <a:ext uri="{FF2B5EF4-FFF2-40B4-BE49-F238E27FC236}">
                <a16:creationId xmlns:a16="http://schemas.microsoft.com/office/drawing/2014/main" id="{8D67BD32-AD96-4722-9551-C0B133AC559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2A5CBD40-D099-47DF-FAAD-C9FF7D97E1EB}"/>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3876801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25CBFC-9A2B-6519-3A76-DECDBCB1E42B}"/>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94A8E3F-8598-0DA3-1FF0-A2C005AC9BF9}"/>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4" name="Footer Placeholder 3">
            <a:extLst>
              <a:ext uri="{FF2B5EF4-FFF2-40B4-BE49-F238E27FC236}">
                <a16:creationId xmlns:a16="http://schemas.microsoft.com/office/drawing/2014/main" id="{C0750B92-1C30-822E-1485-0EA5D1E12D7E}"/>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8650518C-48D0-387F-9D87-582B672D86B1}"/>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1264506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A9574C6-3365-8E28-177D-B2135435A1E4}"/>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3" name="Footer Placeholder 2">
            <a:extLst>
              <a:ext uri="{FF2B5EF4-FFF2-40B4-BE49-F238E27FC236}">
                <a16:creationId xmlns:a16="http://schemas.microsoft.com/office/drawing/2014/main" id="{15C14644-D748-E6FE-44A7-2EC59CDFF356}"/>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369E240-C1BF-35D8-7E66-2B0469FB3DA1}"/>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188961305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6A3CE0-F25E-0DB6-EA1E-99A26DD4FD7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468957AB-28E7-A898-786D-F5E5F9B98744}"/>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4803367F-B909-A712-C409-92E9080307F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B24BFCC-D892-8F57-6961-070A4D23ACF0}"/>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6" name="Footer Placeholder 5">
            <a:extLst>
              <a:ext uri="{FF2B5EF4-FFF2-40B4-BE49-F238E27FC236}">
                <a16:creationId xmlns:a16="http://schemas.microsoft.com/office/drawing/2014/main" id="{163382A3-92E5-DFAF-380E-1097475D25D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0761D59-A61B-AFE9-A67A-CBD13EF863A4}"/>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42602638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8EEAE6-C73C-E0F0-634F-648A99A4ABB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03A92832-B68A-1AB1-E1F3-4E16065E0FA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FF3CCFCE-5C0E-0D0C-5132-E7286DAFEF0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35EC84E-0FC1-7CAD-3AF3-CDF0E24179FC}"/>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6" name="Footer Placeholder 5">
            <a:extLst>
              <a:ext uri="{FF2B5EF4-FFF2-40B4-BE49-F238E27FC236}">
                <a16:creationId xmlns:a16="http://schemas.microsoft.com/office/drawing/2014/main" id="{790737DB-E611-9F9C-5962-6D6333A45261}"/>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EE2E4E0-50CE-5113-9972-90B02DF786CD}"/>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3769916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1C05D6-EC92-F10F-4C7D-5BD9BF2A60E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CCACBAA6-5823-A20C-E44D-45D8BEA04A7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79EB00A-62F8-B816-F872-486FE6865932}"/>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5" name="Footer Placeholder 4">
            <a:extLst>
              <a:ext uri="{FF2B5EF4-FFF2-40B4-BE49-F238E27FC236}">
                <a16:creationId xmlns:a16="http://schemas.microsoft.com/office/drawing/2014/main" id="{E55EF424-CBDF-B2B6-0919-27DC2858BCA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12CBC42-B546-D873-5885-99D11D7E0DC5}"/>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190332622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86042881-8428-8ADA-0C09-153A35BB86DE}"/>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61095B96-3914-047A-911A-9FE9430FDF7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8002B51-B628-2381-A463-862F227CD8C3}"/>
              </a:ext>
            </a:extLst>
          </p:cNvPr>
          <p:cNvSpPr>
            <a:spLocks noGrp="1"/>
          </p:cNvSpPr>
          <p:nvPr>
            <p:ph type="dt" sz="half" idx="10"/>
          </p:nvPr>
        </p:nvSpPr>
        <p:spPr/>
        <p:txBody>
          <a:bodyPr/>
          <a:lstStyle/>
          <a:p>
            <a:fld id="{BBB5A97A-065C-CE42-AAD8-E309FB521BD0}" type="datetimeFigureOut">
              <a:rPr lang="en-US" smtClean="0"/>
              <a:t>8/1/26</a:t>
            </a:fld>
            <a:endParaRPr lang="en-US"/>
          </a:p>
        </p:txBody>
      </p:sp>
      <p:sp>
        <p:nvSpPr>
          <p:cNvPr id="5" name="Footer Placeholder 4">
            <a:extLst>
              <a:ext uri="{FF2B5EF4-FFF2-40B4-BE49-F238E27FC236}">
                <a16:creationId xmlns:a16="http://schemas.microsoft.com/office/drawing/2014/main" id="{9A86D9DD-85FC-7E3D-36D6-6ABDC27F3A4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18B2490-16C3-AA8B-4117-D8EB6582A5DB}"/>
              </a:ext>
            </a:extLst>
          </p:cNvPr>
          <p:cNvSpPr>
            <a:spLocks noGrp="1"/>
          </p:cNvSpPr>
          <p:nvPr>
            <p:ph type="sldNum" sz="quarter" idx="12"/>
          </p:nvPr>
        </p:nvSpPr>
        <p:spPr/>
        <p:txBody>
          <a:bodyPr/>
          <a:lstStyle/>
          <a:p>
            <a:fld id="{AF8E9309-1B73-414C-918C-FF8E96D361F1}" type="slidenum">
              <a:rPr lang="en-US" smtClean="0"/>
              <a:t>‹#›</a:t>
            </a:fld>
            <a:endParaRPr lang="en-US"/>
          </a:p>
        </p:txBody>
      </p:sp>
    </p:spTree>
    <p:extLst>
      <p:ext uri="{BB962C8B-B14F-4D97-AF65-F5344CB8AC3E}">
        <p14:creationId xmlns:p14="http://schemas.microsoft.com/office/powerpoint/2010/main" val="162885795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DEC9EABA-424E-8648-944F-73BAFE17ECA1}" type="datetimeFigureOut">
              <a:rPr lang="en-US" smtClean="0"/>
              <a:t>8/1/26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130741310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DEC9EABA-424E-8648-944F-73BAFE17ECA1}" type="datetimeFigureOut">
              <a:rPr lang="en-US" smtClean="0"/>
              <a:t>8/1/26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279826147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shade val="82000"/>
                  </a:schemeClr>
                </a:solidFill>
              </a:defRPr>
            </a:lvl1pPr>
            <a:lvl2pPr marL="457200" indent="0">
              <a:buNone/>
              <a:defRPr sz="2000">
                <a:solidFill>
                  <a:schemeClr val="tx1">
                    <a:shade val="82000"/>
                  </a:schemeClr>
                </a:solidFill>
              </a:defRPr>
            </a:lvl2pPr>
            <a:lvl3pPr marL="914400" indent="0">
              <a:buNone/>
              <a:defRPr sz="1800">
                <a:solidFill>
                  <a:schemeClr val="tx1">
                    <a:shade val="82000"/>
                  </a:schemeClr>
                </a:solidFill>
              </a:defRPr>
            </a:lvl3pPr>
            <a:lvl4pPr marL="1371600" indent="0">
              <a:buNone/>
              <a:defRPr sz="1600">
                <a:solidFill>
                  <a:schemeClr val="tx1">
                    <a:shade val="82000"/>
                  </a:schemeClr>
                </a:solidFill>
              </a:defRPr>
            </a:lvl4pPr>
            <a:lvl5pPr marL="1828800" indent="0">
              <a:buNone/>
              <a:defRPr sz="1600">
                <a:solidFill>
                  <a:schemeClr val="tx1">
                    <a:shade val="82000"/>
                  </a:schemeClr>
                </a:solidFill>
              </a:defRPr>
            </a:lvl5pPr>
            <a:lvl6pPr marL="2286000" indent="0">
              <a:buNone/>
              <a:defRPr sz="1600">
                <a:solidFill>
                  <a:schemeClr val="tx1">
                    <a:shade val="82000"/>
                  </a:schemeClr>
                </a:solidFill>
              </a:defRPr>
            </a:lvl6pPr>
            <a:lvl7pPr marL="2743200" indent="0">
              <a:buNone/>
              <a:defRPr sz="1600">
                <a:solidFill>
                  <a:schemeClr val="tx1">
                    <a:shade val="82000"/>
                  </a:schemeClr>
                </a:solidFill>
              </a:defRPr>
            </a:lvl7pPr>
            <a:lvl8pPr marL="3200400" indent="0">
              <a:buNone/>
              <a:defRPr sz="1600">
                <a:solidFill>
                  <a:schemeClr val="tx1">
                    <a:shade val="82000"/>
                  </a:schemeClr>
                </a:solidFill>
              </a:defRPr>
            </a:lvl8pPr>
            <a:lvl9pPr marL="3657600" indent="0">
              <a:buNone/>
              <a:defRPr sz="1600">
                <a:solidFill>
                  <a:schemeClr val="tx1">
                    <a:shade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DEC9EABA-424E-8648-944F-73BAFE17ECA1}" type="datetimeFigureOut">
              <a:rPr lang="en-US" smtClean="0"/>
              <a:t>8/1/26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334684193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DEC9EABA-424E-8648-944F-73BAFE17ECA1}" type="datetimeFigureOut">
              <a:rPr lang="en-US" smtClean="0"/>
              <a:t>8/1/26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379341181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EC9EABA-424E-8648-944F-73BAFE17ECA1}" type="datetimeFigureOut">
              <a:rPr lang="en-US" smtClean="0"/>
              <a:t>8/1/26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94863069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DEC9EABA-424E-8648-944F-73BAFE17ECA1}" type="datetimeFigureOut">
              <a:rPr lang="en-US" smtClean="0"/>
              <a:t>8/1/26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370715640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EC9EABA-424E-8648-944F-73BAFE17ECA1}" type="datetimeFigureOut">
              <a:rPr lang="en-US" smtClean="0"/>
              <a:t>8/1/26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272626130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DEC9EABA-424E-8648-944F-73BAFE17ECA1}" type="datetimeFigureOut">
              <a:rPr lang="en-US" smtClean="0"/>
              <a:t>8/1/26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239316314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DEC9EABA-424E-8648-944F-73BAFE17ECA1}" type="datetimeFigureOut">
              <a:rPr lang="en-US" smtClean="0"/>
              <a:t>8/1/26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223717352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DEC9EABA-424E-8648-944F-73BAFE17ECA1}" type="datetimeFigureOut">
              <a:rPr lang="en-US" smtClean="0"/>
              <a:t>8/1/26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159858018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DEC9EABA-424E-8648-944F-73BAFE17ECA1}" type="datetimeFigureOut">
              <a:rPr lang="en-US" smtClean="0"/>
              <a:t>8/1/26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57A115B-CC78-2941-B959-5488F33478D6}" type="slidenum">
              <a:rPr lang="en-US" smtClean="0"/>
              <a:t>‹#›</a:t>
            </a:fld>
            <a:endParaRPr lang="en-US"/>
          </a:p>
        </p:txBody>
      </p:sp>
    </p:spTree>
    <p:extLst>
      <p:ext uri="{BB962C8B-B14F-4D97-AF65-F5344CB8AC3E}">
        <p14:creationId xmlns:p14="http://schemas.microsoft.com/office/powerpoint/2010/main" val="36475599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D97D83B-175B-8CD7-05A6-7FF4558141A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973B35A-1BA8-2FFF-8527-4E14940807D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F724CA1-4F4E-EADE-1054-9E3014B3398A}"/>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BBB5A97A-065C-CE42-AAD8-E309FB521BD0}" type="datetimeFigureOut">
              <a:rPr lang="en-US" smtClean="0"/>
              <a:t>8/1/26</a:t>
            </a:fld>
            <a:endParaRPr lang="en-US"/>
          </a:p>
        </p:txBody>
      </p:sp>
      <p:sp>
        <p:nvSpPr>
          <p:cNvPr id="5" name="Footer Placeholder 4">
            <a:extLst>
              <a:ext uri="{FF2B5EF4-FFF2-40B4-BE49-F238E27FC236}">
                <a16:creationId xmlns:a16="http://schemas.microsoft.com/office/drawing/2014/main" id="{52C50BCC-5577-05B8-50E2-DE741B10BADF}"/>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A7CA5BD1-C9FE-1408-1B80-BA4B8FB9D8A8}"/>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AF8E9309-1B73-414C-918C-FF8E96D361F1}" type="slidenum">
              <a:rPr lang="en-US" smtClean="0"/>
              <a:t>‹#›</a:t>
            </a:fld>
            <a:endParaRPr lang="en-US"/>
          </a:p>
        </p:txBody>
      </p:sp>
    </p:spTree>
    <p:extLst>
      <p:ext uri="{BB962C8B-B14F-4D97-AF65-F5344CB8AC3E}">
        <p14:creationId xmlns:p14="http://schemas.microsoft.com/office/powerpoint/2010/main" val="422223666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shade val="82000"/>
                  </a:schemeClr>
                </a:solidFill>
              </a:defRPr>
            </a:lvl1pPr>
          </a:lstStyle>
          <a:p>
            <a:fld id="{DEC9EABA-424E-8648-944F-73BAFE17ECA1}" type="datetimeFigureOut">
              <a:rPr lang="en-US" smtClean="0"/>
              <a:t>8/1/26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shade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shade val="82000"/>
                  </a:schemeClr>
                </a:solidFill>
              </a:defRPr>
            </a:lvl1pPr>
          </a:lstStyle>
          <a:p>
            <a:fld id="{757A115B-CC78-2941-B959-5488F33478D6}" type="slidenum">
              <a:rPr lang="en-US" smtClean="0"/>
              <a:t>‹#›</a:t>
            </a:fld>
            <a:endParaRPr lang="en-US"/>
          </a:p>
        </p:txBody>
      </p:sp>
    </p:spTree>
    <p:extLst>
      <p:ext uri="{BB962C8B-B14F-4D97-AF65-F5344CB8AC3E}">
        <p14:creationId xmlns:p14="http://schemas.microsoft.com/office/powerpoint/2010/main" val="180648214"/>
      </p:ext>
    </p:extLst>
  </p:cSld>
  <p:clrMap bg1="dk1" tx1="lt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3.xml"/><Relationship Id="rId4" Type="http://schemas.openxmlformats.org/officeDocument/2006/relationships/image" Target="../media/image7.png"/></Relationships>
</file>

<file path=ppt/slides/_rels/slide12.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svg"/><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png"/><Relationship Id="rId1" Type="http://schemas.openxmlformats.org/officeDocument/2006/relationships/slideLayout" Target="../slideLayouts/slideLayout13.xml"/></Relationships>
</file>

<file path=ppt/slides/_rels/slide4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1.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13.xml"/></Relationships>
</file>

<file path=ppt/slides/_rels/slide5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3.xml"/></Relationships>
</file>

<file path=ppt/slides/_rels/slide5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13.xml"/></Relationships>
</file>

<file path=ppt/slides/_rels/slide5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13.xml"/></Relationships>
</file>

<file path=ppt/slides/_rels/slide6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13.xml"/></Relationships>
</file>

<file path=ppt/slides/_rels/slide6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13.xml"/></Relationships>
</file>

<file path=ppt/slides/_rels/slide66.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1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8.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13.xml"/></Relationships>
</file>

<file path=ppt/slides/_rels/slide6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3.xml"/></Relationships>
</file>

<file path=ppt/slides/_rels/slide70.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13.xml"/></Relationships>
</file>

<file path=ppt/slides/_rels/slide7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13.xml"/></Relationships>
</file>

<file path=ppt/slides/_rels/slide72.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13.xml"/></Relationships>
</file>

<file path=ppt/slides/_rels/slide73.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13.xml"/></Relationships>
</file>

<file path=ppt/slides/_rels/slide7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13.xml"/></Relationships>
</file>

<file path=ppt/slides/_rels/slide75.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8.xml.rels><?xml version="1.0" encoding="UTF-8" standalone="yes"?>
<Relationships xmlns="http://schemas.openxmlformats.org/package/2006/relationships"><Relationship Id="rId8" Type="http://schemas.openxmlformats.org/officeDocument/2006/relationships/hyperlink" Target="https://elliotonsecurity.com/what-is-loader-lock/" TargetMode="External"/><Relationship Id="rId3" Type="http://schemas.openxmlformats.org/officeDocument/2006/relationships/hyperlink" Target="https://github.com/nccgroup/Accomplice" TargetMode="External"/><Relationship Id="rId7" Type="http://schemas.openxmlformats.org/officeDocument/2006/relationships/hyperlink" Target="https://elliotonsecurity.com/perfect-dll-hijacking/" TargetMode="External"/><Relationship Id="rId2" Type="http://schemas.openxmlformats.org/officeDocument/2006/relationships/hyperlink" Target="https://specterops.io/blog/2025/05/28/revisiting-com-hijacking/" TargetMode="External"/><Relationship Id="rId1" Type="http://schemas.openxmlformats.org/officeDocument/2006/relationships/slideLayout" Target="../slideLayouts/slideLayout13.xml"/><Relationship Id="rId6" Type="http://schemas.openxmlformats.org/officeDocument/2006/relationships/hyperlink" Target="https://www.youtube.com/watch?v=svFundrBIiQ" TargetMode="External"/><Relationship Id="rId5" Type="http://schemas.openxmlformats.org/officeDocument/2006/relationships/hyperlink" Target="https://razzlemouse.medium.com/com-hijacking-for-red-teamers-the-stealthy-persistence-youre-underusing-76d0929bfbac" TargetMode="External"/><Relationship Id="rId4" Type="http://schemas.openxmlformats.org/officeDocument/2006/relationships/hyperlink" Target="https://www.mdsec.co.uk/2019/05/persistence-the-continued-or-prolonged-existence-of-something-part-2-com-hijacking/" TargetMode="External"/></Relationships>
</file>

<file path=ppt/slides/_rels/slide79.xml.rels><?xml version="1.0" encoding="UTF-8" standalone="yes"?>
<Relationships xmlns="http://schemas.openxmlformats.org/package/2006/relationships"><Relationship Id="rId2" Type="http://schemas.openxmlformats.org/officeDocument/2006/relationships/image" Target="../media/image57.jpg"/><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787F4F1C-8D3D-4EC1-B72D-A0470A5A08B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tx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D1E3DD61-64DB-46AD-B249-E273CD86B05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3296011"/>
            <a:ext cx="12192000" cy="3561989"/>
            <a:chOff x="0" y="3296011"/>
            <a:chExt cx="12192000" cy="3561989"/>
          </a:xfrm>
          <a:effectLst>
            <a:outerShdw blurRad="254000" dist="152400" dir="16200000" rotWithShape="0">
              <a:prstClr val="black">
                <a:alpha val="10000"/>
              </a:prstClr>
            </a:outerShdw>
          </a:effectLst>
        </p:grpSpPr>
        <p:grpSp>
          <p:nvGrpSpPr>
            <p:cNvPr id="35" name="Group 34">
              <a:extLst>
                <a:ext uri="{FF2B5EF4-FFF2-40B4-BE49-F238E27FC236}">
                  <a16:creationId xmlns:a16="http://schemas.microsoft.com/office/drawing/2014/main" id="{0D7053D3-590A-4E94-B092-C96EAF744C33}"/>
                </a:ext>
                <a:ext uri="{C183D7F6-B498-43B3-948B-1728B52AA6E4}">
                  <adec:decorative xmlns:adec="http://schemas.microsoft.com/office/drawing/2017/decorative" val="1"/>
                </a:ext>
              </a:extLst>
            </p:cNvPr>
            <p:cNvGrpSpPr/>
            <p:nvPr>
              <p:extLst>
                <p:ext uri="{386F3935-93C4-4BCD-93E2-E3B085C9AB24}">
                  <p16:designElem xmlns:p16="http://schemas.microsoft.com/office/powerpoint/2015/main" val="1"/>
                </p:ext>
              </p:extLst>
            </p:nvPr>
          </p:nvGrpSpPr>
          <p:grpSpPr>
            <a:xfrm>
              <a:off x="0" y="3681702"/>
              <a:ext cx="12192000" cy="3176298"/>
              <a:chOff x="0" y="3681702"/>
              <a:chExt cx="12192000" cy="3176298"/>
            </a:xfrm>
          </p:grpSpPr>
          <p:sp>
            <p:nvSpPr>
              <p:cNvPr id="39" name="Freeform: Shape 38">
                <a:extLst>
                  <a:ext uri="{FF2B5EF4-FFF2-40B4-BE49-F238E27FC236}">
                    <a16:creationId xmlns:a16="http://schemas.microsoft.com/office/drawing/2014/main" id="{2EB67199-6FF0-4DED-89D1-BAEA95F9F59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3681702"/>
                <a:ext cx="12192000" cy="3176298"/>
              </a:xfrm>
              <a:custGeom>
                <a:avLst/>
                <a:gdLst>
                  <a:gd name="connsiteX0" fmla="*/ 12192000 w 12192000"/>
                  <a:gd name="connsiteY0" fmla="*/ 0 h 3176298"/>
                  <a:gd name="connsiteX1" fmla="*/ 12192000 w 12192000"/>
                  <a:gd name="connsiteY1" fmla="*/ 3176298 h 3176298"/>
                  <a:gd name="connsiteX2" fmla="*/ 0 w 12192000"/>
                  <a:gd name="connsiteY2" fmla="*/ 3176298 h 3176298"/>
                  <a:gd name="connsiteX3" fmla="*/ 0 w 12192000"/>
                  <a:gd name="connsiteY3" fmla="*/ 2264980 h 3176298"/>
                  <a:gd name="connsiteX4" fmla="*/ 544 w 12192000"/>
                  <a:gd name="connsiteY4" fmla="*/ 2264980 h 3176298"/>
                  <a:gd name="connsiteX5" fmla="*/ 544 w 12192000"/>
                  <a:gd name="connsiteY5" fmla="*/ 2392219 h 3176298"/>
                  <a:gd name="connsiteX6" fmla="*/ 61197 w 12192000"/>
                  <a:gd name="connsiteY6" fmla="*/ 2387448 h 3176298"/>
                  <a:gd name="connsiteX7" fmla="*/ 119613 w 12192000"/>
                  <a:gd name="connsiteY7" fmla="*/ 2369945 h 3176298"/>
                  <a:gd name="connsiteX8" fmla="*/ 172384 w 12192000"/>
                  <a:gd name="connsiteY8" fmla="*/ 2347084 h 3176298"/>
                  <a:gd name="connsiteX9" fmla="*/ 274873 w 12192000"/>
                  <a:gd name="connsiteY9" fmla="*/ 2336988 h 3176298"/>
                  <a:gd name="connsiteX10" fmla="*/ 307259 w 12192000"/>
                  <a:gd name="connsiteY10" fmla="*/ 2331461 h 3176298"/>
                  <a:gd name="connsiteX11" fmla="*/ 394511 w 12192000"/>
                  <a:gd name="connsiteY11" fmla="*/ 2308601 h 3176298"/>
                  <a:gd name="connsiteX12" fmla="*/ 494337 w 12192000"/>
                  <a:gd name="connsiteY12" fmla="*/ 2268213 h 3176298"/>
                  <a:gd name="connsiteX13" fmla="*/ 546917 w 12192000"/>
                  <a:gd name="connsiteY13" fmla="*/ 2283264 h 3176298"/>
                  <a:gd name="connsiteX14" fmla="*/ 730754 w 12192000"/>
                  <a:gd name="connsiteY14" fmla="*/ 2240780 h 3176298"/>
                  <a:gd name="connsiteX15" fmla="*/ 785432 w 12192000"/>
                  <a:gd name="connsiteY15" fmla="*/ 2218682 h 3176298"/>
                  <a:gd name="connsiteX16" fmla="*/ 801053 w 12192000"/>
                  <a:gd name="connsiteY16" fmla="*/ 2204013 h 3176298"/>
                  <a:gd name="connsiteX17" fmla="*/ 858205 w 12192000"/>
                  <a:gd name="connsiteY17" fmla="*/ 2169532 h 3176298"/>
                  <a:gd name="connsiteX18" fmla="*/ 949646 w 12192000"/>
                  <a:gd name="connsiteY18" fmla="*/ 2157340 h 3176298"/>
                  <a:gd name="connsiteX19" fmla="*/ 960887 w 12192000"/>
                  <a:gd name="connsiteY19" fmla="*/ 2150099 h 3176298"/>
                  <a:gd name="connsiteX20" fmla="*/ 977653 w 12192000"/>
                  <a:gd name="connsiteY20" fmla="*/ 2138480 h 3176298"/>
                  <a:gd name="connsiteX21" fmla="*/ 1071762 w 12192000"/>
                  <a:gd name="connsiteY21" fmla="*/ 2117905 h 3176298"/>
                  <a:gd name="connsiteX22" fmla="*/ 1092527 w 12192000"/>
                  <a:gd name="connsiteY22" fmla="*/ 2111428 h 3176298"/>
                  <a:gd name="connsiteX23" fmla="*/ 1109865 w 12192000"/>
                  <a:gd name="connsiteY23" fmla="*/ 2100568 h 3176298"/>
                  <a:gd name="connsiteX24" fmla="*/ 1162823 w 12192000"/>
                  <a:gd name="connsiteY24" fmla="*/ 2075613 h 3176298"/>
                  <a:gd name="connsiteX25" fmla="*/ 1206641 w 12192000"/>
                  <a:gd name="connsiteY25" fmla="*/ 2074851 h 3176298"/>
                  <a:gd name="connsiteX26" fmla="*/ 1267411 w 12192000"/>
                  <a:gd name="connsiteY26" fmla="*/ 2060753 h 3176298"/>
                  <a:gd name="connsiteX27" fmla="*/ 1380762 w 12192000"/>
                  <a:gd name="connsiteY27" fmla="*/ 2046847 h 3176298"/>
                  <a:gd name="connsiteX28" fmla="*/ 1404006 w 12192000"/>
                  <a:gd name="connsiteY28" fmla="*/ 2038844 h 3176298"/>
                  <a:gd name="connsiteX29" fmla="*/ 1544598 w 12192000"/>
                  <a:gd name="connsiteY29" fmla="*/ 2000932 h 3176298"/>
                  <a:gd name="connsiteX30" fmla="*/ 1657188 w 12192000"/>
                  <a:gd name="connsiteY30" fmla="*/ 2001697 h 3176298"/>
                  <a:gd name="connsiteX31" fmla="*/ 1665950 w 12192000"/>
                  <a:gd name="connsiteY31" fmla="*/ 2003411 h 3176298"/>
                  <a:gd name="connsiteX32" fmla="*/ 1709006 w 12192000"/>
                  <a:gd name="connsiteY32" fmla="*/ 2015983 h 3176298"/>
                  <a:gd name="connsiteX33" fmla="*/ 1775684 w 12192000"/>
                  <a:gd name="connsiteY33" fmla="*/ 2012555 h 3176298"/>
                  <a:gd name="connsiteX34" fmla="*/ 1821596 w 12192000"/>
                  <a:gd name="connsiteY34" fmla="*/ 1995218 h 3176298"/>
                  <a:gd name="connsiteX35" fmla="*/ 1878748 w 12192000"/>
                  <a:gd name="connsiteY35" fmla="*/ 1994457 h 3176298"/>
                  <a:gd name="connsiteX36" fmla="*/ 1944092 w 12192000"/>
                  <a:gd name="connsiteY36" fmla="*/ 2005315 h 3176298"/>
                  <a:gd name="connsiteX37" fmla="*/ 1973429 w 12192000"/>
                  <a:gd name="connsiteY37" fmla="*/ 2007601 h 3176298"/>
                  <a:gd name="connsiteX38" fmla="*/ 2054013 w 12192000"/>
                  <a:gd name="connsiteY38" fmla="*/ 2030082 h 3176298"/>
                  <a:gd name="connsiteX39" fmla="*/ 2102021 w 12192000"/>
                  <a:gd name="connsiteY39" fmla="*/ 2024557 h 3176298"/>
                  <a:gd name="connsiteX40" fmla="*/ 2149267 w 12192000"/>
                  <a:gd name="connsiteY40" fmla="*/ 2009697 h 3176298"/>
                  <a:gd name="connsiteX41" fmla="*/ 2179556 w 12192000"/>
                  <a:gd name="connsiteY41" fmla="*/ 1995409 h 3176298"/>
                  <a:gd name="connsiteX42" fmla="*/ 2240710 w 12192000"/>
                  <a:gd name="connsiteY42" fmla="*/ 1985312 h 3176298"/>
                  <a:gd name="connsiteX43" fmla="*/ 2251948 w 12192000"/>
                  <a:gd name="connsiteY43" fmla="*/ 1986836 h 3176298"/>
                  <a:gd name="connsiteX44" fmla="*/ 2434456 w 12192000"/>
                  <a:gd name="connsiteY44" fmla="*/ 1999410 h 3176298"/>
                  <a:gd name="connsiteX45" fmla="*/ 2506847 w 12192000"/>
                  <a:gd name="connsiteY45" fmla="*/ 2019603 h 3176298"/>
                  <a:gd name="connsiteX46" fmla="*/ 2522279 w 12192000"/>
                  <a:gd name="connsiteY46" fmla="*/ 2022080 h 3176298"/>
                  <a:gd name="connsiteX47" fmla="*/ 2676398 w 12192000"/>
                  <a:gd name="connsiteY47" fmla="*/ 2044751 h 3176298"/>
                  <a:gd name="connsiteX48" fmla="*/ 2693543 w 12192000"/>
                  <a:gd name="connsiteY48" fmla="*/ 2045703 h 3176298"/>
                  <a:gd name="connsiteX49" fmla="*/ 2741360 w 12192000"/>
                  <a:gd name="connsiteY49" fmla="*/ 2041701 h 3176298"/>
                  <a:gd name="connsiteX50" fmla="*/ 2854140 w 12192000"/>
                  <a:gd name="connsiteY50" fmla="*/ 2082851 h 3176298"/>
                  <a:gd name="connsiteX51" fmla="*/ 2967110 w 12192000"/>
                  <a:gd name="connsiteY51" fmla="*/ 2096949 h 3176298"/>
                  <a:gd name="connsiteX52" fmla="*/ 3029216 w 12192000"/>
                  <a:gd name="connsiteY52" fmla="*/ 2096757 h 3176298"/>
                  <a:gd name="connsiteX53" fmla="*/ 3073604 w 12192000"/>
                  <a:gd name="connsiteY53" fmla="*/ 2106856 h 3176298"/>
                  <a:gd name="connsiteX54" fmla="*/ 3182763 w 12192000"/>
                  <a:gd name="connsiteY54" fmla="*/ 2137527 h 3176298"/>
                  <a:gd name="connsiteX55" fmla="*/ 3234202 w 12192000"/>
                  <a:gd name="connsiteY55" fmla="*/ 2142289 h 3176298"/>
                  <a:gd name="connsiteX56" fmla="*/ 3288877 w 12192000"/>
                  <a:gd name="connsiteY56" fmla="*/ 2152578 h 3176298"/>
                  <a:gd name="connsiteX57" fmla="*/ 3424135 w 12192000"/>
                  <a:gd name="connsiteY57" fmla="*/ 2198680 h 3176298"/>
                  <a:gd name="connsiteX58" fmla="*/ 3534629 w 12192000"/>
                  <a:gd name="connsiteY58" fmla="*/ 2196013 h 3176298"/>
                  <a:gd name="connsiteX59" fmla="*/ 3605116 w 12192000"/>
                  <a:gd name="connsiteY59" fmla="*/ 2196583 h 3176298"/>
                  <a:gd name="connsiteX60" fmla="*/ 3689131 w 12192000"/>
                  <a:gd name="connsiteY60" fmla="*/ 2211824 h 3176298"/>
                  <a:gd name="connsiteX61" fmla="*/ 3757902 w 12192000"/>
                  <a:gd name="connsiteY61" fmla="*/ 2234114 h 3176298"/>
                  <a:gd name="connsiteX62" fmla="*/ 3852966 w 12192000"/>
                  <a:gd name="connsiteY62" fmla="*/ 2251831 h 3176298"/>
                  <a:gd name="connsiteX63" fmla="*/ 3947648 w 12192000"/>
                  <a:gd name="connsiteY63" fmla="*/ 2285932 h 3176298"/>
                  <a:gd name="connsiteX64" fmla="*/ 4013753 w 12192000"/>
                  <a:gd name="connsiteY64" fmla="*/ 2312031 h 3176298"/>
                  <a:gd name="connsiteX65" fmla="*/ 4105766 w 12192000"/>
                  <a:gd name="connsiteY65" fmla="*/ 2335082 h 3176298"/>
                  <a:gd name="connsiteX66" fmla="*/ 4246551 w 12192000"/>
                  <a:gd name="connsiteY66" fmla="*/ 2351274 h 3176298"/>
                  <a:gd name="connsiteX67" fmla="*/ 4311323 w 12192000"/>
                  <a:gd name="connsiteY67" fmla="*/ 2352991 h 3176298"/>
                  <a:gd name="connsiteX68" fmla="*/ 4413817 w 12192000"/>
                  <a:gd name="connsiteY68" fmla="*/ 2390899 h 3176298"/>
                  <a:gd name="connsiteX69" fmla="*/ 4457632 w 12192000"/>
                  <a:gd name="connsiteY69" fmla="*/ 2409188 h 3176298"/>
                  <a:gd name="connsiteX70" fmla="*/ 4497068 w 12192000"/>
                  <a:gd name="connsiteY70" fmla="*/ 2393947 h 3176298"/>
                  <a:gd name="connsiteX71" fmla="*/ 4522596 w 12192000"/>
                  <a:gd name="connsiteY71" fmla="*/ 2376421 h 3176298"/>
                  <a:gd name="connsiteX72" fmla="*/ 4603368 w 12192000"/>
                  <a:gd name="connsiteY72" fmla="*/ 2391282 h 3176298"/>
                  <a:gd name="connsiteX73" fmla="*/ 4689098 w 12192000"/>
                  <a:gd name="connsiteY73" fmla="*/ 2406903 h 3176298"/>
                  <a:gd name="connsiteX74" fmla="*/ 4719697 w 12192000"/>
                  <a:gd name="connsiteY74" fmla="*/ 2413428 h 3176298"/>
                  <a:gd name="connsiteX75" fmla="*/ 4726469 w 12192000"/>
                  <a:gd name="connsiteY75" fmla="*/ 2414298 h 3176298"/>
                  <a:gd name="connsiteX76" fmla="*/ 4785776 w 12192000"/>
                  <a:gd name="connsiteY76" fmla="*/ 2414298 h 3176298"/>
                  <a:gd name="connsiteX77" fmla="*/ 4788661 w 12192000"/>
                  <a:gd name="connsiteY77" fmla="*/ 2414047 h 3176298"/>
                  <a:gd name="connsiteX78" fmla="*/ 4827024 w 12192000"/>
                  <a:gd name="connsiteY78" fmla="*/ 2408999 h 3176298"/>
                  <a:gd name="connsiteX79" fmla="*/ 4887415 w 12192000"/>
                  <a:gd name="connsiteY79" fmla="*/ 2405570 h 3176298"/>
                  <a:gd name="connsiteX80" fmla="*/ 4936184 w 12192000"/>
                  <a:gd name="connsiteY80" fmla="*/ 2395853 h 3176298"/>
                  <a:gd name="connsiteX81" fmla="*/ 4953328 w 12192000"/>
                  <a:gd name="connsiteY81" fmla="*/ 2390138 h 3176298"/>
                  <a:gd name="connsiteX82" fmla="*/ 5089162 w 12192000"/>
                  <a:gd name="connsiteY82" fmla="*/ 2345560 h 3176298"/>
                  <a:gd name="connsiteX83" fmla="*/ 5234326 w 12192000"/>
                  <a:gd name="connsiteY83" fmla="*/ 2309935 h 3176298"/>
                  <a:gd name="connsiteX84" fmla="*/ 5328438 w 12192000"/>
                  <a:gd name="connsiteY84" fmla="*/ 2332416 h 3176298"/>
                  <a:gd name="connsiteX85" fmla="*/ 5363491 w 12192000"/>
                  <a:gd name="connsiteY85" fmla="*/ 2332034 h 3176298"/>
                  <a:gd name="connsiteX86" fmla="*/ 5524660 w 12192000"/>
                  <a:gd name="connsiteY86" fmla="*/ 2337178 h 3176298"/>
                  <a:gd name="connsiteX87" fmla="*/ 5553045 w 12192000"/>
                  <a:gd name="connsiteY87" fmla="*/ 2342701 h 3176298"/>
                  <a:gd name="connsiteX88" fmla="*/ 5706401 w 12192000"/>
                  <a:gd name="connsiteY88" fmla="*/ 2320032 h 3176298"/>
                  <a:gd name="connsiteX89" fmla="*/ 5762029 w 12192000"/>
                  <a:gd name="connsiteY89" fmla="*/ 2316221 h 3176298"/>
                  <a:gd name="connsiteX90" fmla="*/ 5813276 w 12192000"/>
                  <a:gd name="connsiteY90" fmla="*/ 2309935 h 3176298"/>
                  <a:gd name="connsiteX91" fmla="*/ 5884906 w 12192000"/>
                  <a:gd name="connsiteY91" fmla="*/ 2308411 h 3176298"/>
                  <a:gd name="connsiteX92" fmla="*/ 5959204 w 12192000"/>
                  <a:gd name="connsiteY92" fmla="*/ 2311269 h 3176298"/>
                  <a:gd name="connsiteX93" fmla="*/ 6042072 w 12192000"/>
                  <a:gd name="connsiteY93" fmla="*/ 2310697 h 3176298"/>
                  <a:gd name="connsiteX94" fmla="*/ 6074842 w 12192000"/>
                  <a:gd name="connsiteY94" fmla="*/ 2305745 h 3176298"/>
                  <a:gd name="connsiteX95" fmla="*/ 6163425 w 12192000"/>
                  <a:gd name="connsiteY95" fmla="*/ 2309172 h 3176298"/>
                  <a:gd name="connsiteX96" fmla="*/ 6209909 w 12192000"/>
                  <a:gd name="connsiteY96" fmla="*/ 2303459 h 3176298"/>
                  <a:gd name="connsiteX97" fmla="*/ 6286493 w 12192000"/>
                  <a:gd name="connsiteY97" fmla="*/ 2302315 h 3176298"/>
                  <a:gd name="connsiteX98" fmla="*/ 6311449 w 12192000"/>
                  <a:gd name="connsiteY98" fmla="*/ 2300980 h 3176298"/>
                  <a:gd name="connsiteX99" fmla="*/ 6333739 w 12192000"/>
                  <a:gd name="connsiteY99" fmla="*/ 2300218 h 3176298"/>
                  <a:gd name="connsiteX100" fmla="*/ 6410131 w 12192000"/>
                  <a:gd name="connsiteY100" fmla="*/ 2315841 h 3176298"/>
                  <a:gd name="connsiteX101" fmla="*/ 6477951 w 12192000"/>
                  <a:gd name="connsiteY101" fmla="*/ 2316793 h 3176298"/>
                  <a:gd name="connsiteX102" fmla="*/ 6596828 w 12192000"/>
                  <a:gd name="connsiteY102" fmla="*/ 2329368 h 3176298"/>
                  <a:gd name="connsiteX103" fmla="*/ 6623118 w 12192000"/>
                  <a:gd name="connsiteY103" fmla="*/ 2324985 h 3176298"/>
                  <a:gd name="connsiteX104" fmla="*/ 6705417 w 12192000"/>
                  <a:gd name="connsiteY104" fmla="*/ 2323272 h 3176298"/>
                  <a:gd name="connsiteX105" fmla="*/ 6752283 w 12192000"/>
                  <a:gd name="connsiteY105" fmla="*/ 2321937 h 3176298"/>
                  <a:gd name="connsiteX106" fmla="*/ 6810195 w 12192000"/>
                  <a:gd name="connsiteY106" fmla="*/ 2331082 h 3176298"/>
                  <a:gd name="connsiteX107" fmla="*/ 6910782 w 12192000"/>
                  <a:gd name="connsiteY107" fmla="*/ 2350512 h 3176298"/>
                  <a:gd name="connsiteX108" fmla="*/ 6937263 w 12192000"/>
                  <a:gd name="connsiteY108" fmla="*/ 2353561 h 3176298"/>
                  <a:gd name="connsiteX109" fmla="*/ 6985653 w 12192000"/>
                  <a:gd name="connsiteY109" fmla="*/ 2362897 h 3176298"/>
                  <a:gd name="connsiteX110" fmla="*/ 6994415 w 12192000"/>
                  <a:gd name="connsiteY110" fmla="*/ 2364611 h 3176298"/>
                  <a:gd name="connsiteX111" fmla="*/ 7068141 w 12192000"/>
                  <a:gd name="connsiteY111" fmla="*/ 2388234 h 3176298"/>
                  <a:gd name="connsiteX112" fmla="*/ 7106432 w 12192000"/>
                  <a:gd name="connsiteY112" fmla="*/ 2390138 h 3176298"/>
                  <a:gd name="connsiteX113" fmla="*/ 7216547 w 12192000"/>
                  <a:gd name="connsiteY113" fmla="*/ 2390330 h 3176298"/>
                  <a:gd name="connsiteX114" fmla="*/ 7263220 w 12192000"/>
                  <a:gd name="connsiteY114" fmla="*/ 2386709 h 3176298"/>
                  <a:gd name="connsiteX115" fmla="*/ 7375428 w 12192000"/>
                  <a:gd name="connsiteY115" fmla="*/ 2372803 h 3176298"/>
                  <a:gd name="connsiteX116" fmla="*/ 7445916 w 12192000"/>
                  <a:gd name="connsiteY116" fmla="*/ 2365945 h 3176298"/>
                  <a:gd name="connsiteX117" fmla="*/ 7526880 w 12192000"/>
                  <a:gd name="connsiteY117" fmla="*/ 2355084 h 3176298"/>
                  <a:gd name="connsiteX118" fmla="*/ 7619655 w 12192000"/>
                  <a:gd name="connsiteY118" fmla="*/ 2348226 h 3176298"/>
                  <a:gd name="connsiteX119" fmla="*/ 7788636 w 12192000"/>
                  <a:gd name="connsiteY119" fmla="*/ 2327461 h 3176298"/>
                  <a:gd name="connsiteX120" fmla="*/ 7952280 w 12192000"/>
                  <a:gd name="connsiteY120" fmla="*/ 2305935 h 3176298"/>
                  <a:gd name="connsiteX121" fmla="*/ 8019339 w 12192000"/>
                  <a:gd name="connsiteY121" fmla="*/ 2286884 h 3176298"/>
                  <a:gd name="connsiteX122" fmla="*/ 8137835 w 12192000"/>
                  <a:gd name="connsiteY122" fmla="*/ 2259832 h 3176298"/>
                  <a:gd name="connsiteX123" fmla="*/ 8189651 w 12192000"/>
                  <a:gd name="connsiteY123" fmla="*/ 2243639 h 3176298"/>
                  <a:gd name="connsiteX124" fmla="*/ 8313671 w 12192000"/>
                  <a:gd name="connsiteY124" fmla="*/ 2209920 h 3176298"/>
                  <a:gd name="connsiteX125" fmla="*/ 8459979 w 12192000"/>
                  <a:gd name="connsiteY125" fmla="*/ 2158864 h 3176298"/>
                  <a:gd name="connsiteX126" fmla="*/ 8516369 w 12192000"/>
                  <a:gd name="connsiteY126" fmla="*/ 2144003 h 3176298"/>
                  <a:gd name="connsiteX127" fmla="*/ 8657726 w 12192000"/>
                  <a:gd name="connsiteY127" fmla="*/ 2106284 h 3176298"/>
                  <a:gd name="connsiteX128" fmla="*/ 8711448 w 12192000"/>
                  <a:gd name="connsiteY128" fmla="*/ 2098664 h 3176298"/>
                  <a:gd name="connsiteX129" fmla="*/ 8772219 w 12192000"/>
                  <a:gd name="connsiteY129" fmla="*/ 2082280 h 3176298"/>
                  <a:gd name="connsiteX130" fmla="*/ 8845565 w 12192000"/>
                  <a:gd name="connsiteY130" fmla="*/ 2053705 h 3176298"/>
                  <a:gd name="connsiteX131" fmla="*/ 8967871 w 12192000"/>
                  <a:gd name="connsiteY131" fmla="*/ 2011221 h 3176298"/>
                  <a:gd name="connsiteX132" fmla="*/ 9015878 w 12192000"/>
                  <a:gd name="connsiteY132" fmla="*/ 2001124 h 3176298"/>
                  <a:gd name="connsiteX133" fmla="*/ 9234579 w 12192000"/>
                  <a:gd name="connsiteY133" fmla="*/ 1935209 h 3176298"/>
                  <a:gd name="connsiteX134" fmla="*/ 9346597 w 12192000"/>
                  <a:gd name="connsiteY134" fmla="*/ 1896917 h 3176298"/>
                  <a:gd name="connsiteX135" fmla="*/ 9416321 w 12192000"/>
                  <a:gd name="connsiteY135" fmla="*/ 1880724 h 3176298"/>
                  <a:gd name="connsiteX136" fmla="*/ 9477283 w 12192000"/>
                  <a:gd name="connsiteY136" fmla="*/ 1856149 h 3176298"/>
                  <a:gd name="connsiteX137" fmla="*/ 9666265 w 12192000"/>
                  <a:gd name="connsiteY137" fmla="*/ 1787186 h 3176298"/>
                  <a:gd name="connsiteX138" fmla="*/ 9754088 w 12192000"/>
                  <a:gd name="connsiteY138" fmla="*/ 1741464 h 3176298"/>
                  <a:gd name="connsiteX139" fmla="*/ 9899446 w 12192000"/>
                  <a:gd name="connsiteY139" fmla="*/ 1656880 h 3176298"/>
                  <a:gd name="connsiteX140" fmla="*/ 9993175 w 12192000"/>
                  <a:gd name="connsiteY140" fmla="*/ 1576487 h 3176298"/>
                  <a:gd name="connsiteX141" fmla="*/ 10044230 w 12192000"/>
                  <a:gd name="connsiteY141" fmla="*/ 1540480 h 3176298"/>
                  <a:gd name="connsiteX142" fmla="*/ 10131863 w 12192000"/>
                  <a:gd name="connsiteY142" fmla="*/ 1485613 h 3176298"/>
                  <a:gd name="connsiteX143" fmla="*/ 10242357 w 12192000"/>
                  <a:gd name="connsiteY143" fmla="*/ 1410555 h 3176298"/>
                  <a:gd name="connsiteX144" fmla="*/ 10363709 w 12192000"/>
                  <a:gd name="connsiteY144" fmla="*/ 1359499 h 3176298"/>
                  <a:gd name="connsiteX145" fmla="*/ 10428291 w 12192000"/>
                  <a:gd name="connsiteY145" fmla="*/ 1314920 h 3176298"/>
                  <a:gd name="connsiteX146" fmla="*/ 10490969 w 12192000"/>
                  <a:gd name="connsiteY146" fmla="*/ 1267104 h 3176298"/>
                  <a:gd name="connsiteX147" fmla="*/ 10523354 w 12192000"/>
                  <a:gd name="connsiteY147" fmla="*/ 1238337 h 3176298"/>
                  <a:gd name="connsiteX148" fmla="*/ 10590031 w 12192000"/>
                  <a:gd name="connsiteY148" fmla="*/ 1191664 h 3176298"/>
                  <a:gd name="connsiteX149" fmla="*/ 10656519 w 12192000"/>
                  <a:gd name="connsiteY149" fmla="*/ 1156038 h 3176298"/>
                  <a:gd name="connsiteX150" fmla="*/ 10703573 w 12192000"/>
                  <a:gd name="connsiteY150" fmla="*/ 1120603 h 3176298"/>
                  <a:gd name="connsiteX151" fmla="*/ 10764534 w 12192000"/>
                  <a:gd name="connsiteY151" fmla="*/ 1067643 h 3176298"/>
                  <a:gd name="connsiteX152" fmla="*/ 10850453 w 12192000"/>
                  <a:gd name="connsiteY152" fmla="*/ 1014301 h 3176298"/>
                  <a:gd name="connsiteX153" fmla="*/ 10929704 w 12192000"/>
                  <a:gd name="connsiteY153" fmla="*/ 980201 h 3176298"/>
                  <a:gd name="connsiteX154" fmla="*/ 10967423 w 12192000"/>
                  <a:gd name="connsiteY154" fmla="*/ 930289 h 3176298"/>
                  <a:gd name="connsiteX155" fmla="*/ 11058869 w 12192000"/>
                  <a:gd name="connsiteY155" fmla="*/ 838084 h 3176298"/>
                  <a:gd name="connsiteX156" fmla="*/ 11172600 w 12192000"/>
                  <a:gd name="connsiteY156" fmla="*/ 762834 h 3176298"/>
                  <a:gd name="connsiteX157" fmla="*/ 11275283 w 12192000"/>
                  <a:gd name="connsiteY157" fmla="*/ 673676 h 3176298"/>
                  <a:gd name="connsiteX158" fmla="*/ 11320623 w 12192000"/>
                  <a:gd name="connsiteY158" fmla="*/ 639195 h 3176298"/>
                  <a:gd name="connsiteX159" fmla="*/ 11374346 w 12192000"/>
                  <a:gd name="connsiteY159" fmla="*/ 601664 h 3176298"/>
                  <a:gd name="connsiteX160" fmla="*/ 11448453 w 12192000"/>
                  <a:gd name="connsiteY160" fmla="*/ 567755 h 3176298"/>
                  <a:gd name="connsiteX161" fmla="*/ 11532275 w 12192000"/>
                  <a:gd name="connsiteY161" fmla="*/ 522605 h 3176298"/>
                  <a:gd name="connsiteX162" fmla="*/ 11562947 w 12192000"/>
                  <a:gd name="connsiteY162" fmla="*/ 486598 h 3176298"/>
                  <a:gd name="connsiteX163" fmla="*/ 11672489 w 12192000"/>
                  <a:gd name="connsiteY163" fmla="*/ 335337 h 3176298"/>
                  <a:gd name="connsiteX164" fmla="*/ 11821656 w 12192000"/>
                  <a:gd name="connsiteY164" fmla="*/ 207889 h 3176298"/>
                  <a:gd name="connsiteX165" fmla="*/ 11986443 w 12192000"/>
                  <a:gd name="connsiteY165" fmla="*/ 104824 h 3176298"/>
                  <a:gd name="connsiteX166" fmla="*/ 12026448 w 12192000"/>
                  <a:gd name="connsiteY166" fmla="*/ 88821 h 3176298"/>
                  <a:gd name="connsiteX167" fmla="*/ 12160947 w 12192000"/>
                  <a:gd name="connsiteY167" fmla="*/ 28621 h 3176298"/>
                  <a:gd name="connsiteX168" fmla="*/ 12192000 w 12192000"/>
                  <a:gd name="connsiteY168" fmla="*/ 0 h 3176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192000" h="3176298">
                    <a:moveTo>
                      <a:pt x="12192000" y="0"/>
                    </a:moveTo>
                    <a:lnTo>
                      <a:pt x="12192000" y="3176298"/>
                    </a:lnTo>
                    <a:lnTo>
                      <a:pt x="0" y="3176298"/>
                    </a:lnTo>
                    <a:lnTo>
                      <a:pt x="0" y="2264980"/>
                    </a:lnTo>
                    <a:lnTo>
                      <a:pt x="544" y="2264980"/>
                    </a:lnTo>
                    <a:lnTo>
                      <a:pt x="544" y="2392219"/>
                    </a:lnTo>
                    <a:lnTo>
                      <a:pt x="61197" y="2387448"/>
                    </a:lnTo>
                    <a:cubicBezTo>
                      <a:pt x="80794" y="2382137"/>
                      <a:pt x="99990" y="2374707"/>
                      <a:pt x="119613" y="2369945"/>
                    </a:cubicBezTo>
                    <a:cubicBezTo>
                      <a:pt x="137898" y="2365563"/>
                      <a:pt x="155046" y="2355466"/>
                      <a:pt x="172384" y="2347084"/>
                    </a:cubicBezTo>
                    <a:cubicBezTo>
                      <a:pt x="205529" y="2331082"/>
                      <a:pt x="240965" y="2341178"/>
                      <a:pt x="274873" y="2336988"/>
                    </a:cubicBezTo>
                    <a:cubicBezTo>
                      <a:pt x="285732" y="2335653"/>
                      <a:pt x="296590" y="2334130"/>
                      <a:pt x="307259" y="2331461"/>
                    </a:cubicBezTo>
                    <a:cubicBezTo>
                      <a:pt x="336408" y="2324413"/>
                      <a:pt x="366127" y="2318317"/>
                      <a:pt x="394511" y="2308601"/>
                    </a:cubicBezTo>
                    <a:cubicBezTo>
                      <a:pt x="426709" y="2297743"/>
                      <a:pt x="457572" y="2283264"/>
                      <a:pt x="494337" y="2268213"/>
                    </a:cubicBezTo>
                    <a:cubicBezTo>
                      <a:pt x="507102" y="2272024"/>
                      <a:pt x="526724" y="2282312"/>
                      <a:pt x="546917" y="2283264"/>
                    </a:cubicBezTo>
                    <a:cubicBezTo>
                      <a:pt x="611880" y="2286503"/>
                      <a:pt x="672650" y="2268786"/>
                      <a:pt x="730754" y="2240780"/>
                    </a:cubicBezTo>
                    <a:cubicBezTo>
                      <a:pt x="748471" y="2232399"/>
                      <a:pt x="767524" y="2226874"/>
                      <a:pt x="785432" y="2218682"/>
                    </a:cubicBezTo>
                    <a:cubicBezTo>
                      <a:pt x="791717" y="2215826"/>
                      <a:pt x="799909" y="2209730"/>
                      <a:pt x="801053" y="2204013"/>
                    </a:cubicBezTo>
                    <a:cubicBezTo>
                      <a:pt x="807719" y="2170866"/>
                      <a:pt x="832486" y="2171436"/>
                      <a:pt x="858205" y="2169532"/>
                    </a:cubicBezTo>
                    <a:cubicBezTo>
                      <a:pt x="888877" y="2167247"/>
                      <a:pt x="919165" y="2161912"/>
                      <a:pt x="949646" y="2157340"/>
                    </a:cubicBezTo>
                    <a:cubicBezTo>
                      <a:pt x="953648" y="2156768"/>
                      <a:pt x="957266" y="2152768"/>
                      <a:pt x="960887" y="2150099"/>
                    </a:cubicBezTo>
                    <a:cubicBezTo>
                      <a:pt x="966411" y="2146099"/>
                      <a:pt x="971554" y="2140003"/>
                      <a:pt x="977653" y="2138480"/>
                    </a:cubicBezTo>
                    <a:cubicBezTo>
                      <a:pt x="1008894" y="2131049"/>
                      <a:pt x="1040327" y="2124763"/>
                      <a:pt x="1071762" y="2117905"/>
                    </a:cubicBezTo>
                    <a:cubicBezTo>
                      <a:pt x="1078810" y="2116380"/>
                      <a:pt x="1086048" y="2114476"/>
                      <a:pt x="1092527" y="2111428"/>
                    </a:cubicBezTo>
                    <a:cubicBezTo>
                      <a:pt x="1098623" y="2108570"/>
                      <a:pt x="1103767" y="2103616"/>
                      <a:pt x="1109865" y="2100568"/>
                    </a:cubicBezTo>
                    <a:cubicBezTo>
                      <a:pt x="1126437" y="2092378"/>
                      <a:pt x="1143394" y="2084757"/>
                      <a:pt x="1162823" y="2075613"/>
                    </a:cubicBezTo>
                    <a:cubicBezTo>
                      <a:pt x="1173681" y="2092757"/>
                      <a:pt x="1188354" y="2083041"/>
                      <a:pt x="1206641" y="2074851"/>
                    </a:cubicBezTo>
                    <a:cubicBezTo>
                      <a:pt x="1225310" y="2066468"/>
                      <a:pt x="1246837" y="2063801"/>
                      <a:pt x="1267411" y="2060753"/>
                    </a:cubicBezTo>
                    <a:cubicBezTo>
                      <a:pt x="1305132" y="2055228"/>
                      <a:pt x="1343044" y="2051799"/>
                      <a:pt x="1380762" y="2046847"/>
                    </a:cubicBezTo>
                    <a:cubicBezTo>
                      <a:pt x="1388765" y="2045703"/>
                      <a:pt x="1397909" y="2043608"/>
                      <a:pt x="1404006" y="2038844"/>
                    </a:cubicBezTo>
                    <a:cubicBezTo>
                      <a:pt x="1445725" y="2006839"/>
                      <a:pt x="1496403" y="1997887"/>
                      <a:pt x="1544598" y="2000932"/>
                    </a:cubicBezTo>
                    <a:cubicBezTo>
                      <a:pt x="1582510" y="2003220"/>
                      <a:pt x="1619658" y="2004935"/>
                      <a:pt x="1657188" y="2001697"/>
                    </a:cubicBezTo>
                    <a:cubicBezTo>
                      <a:pt x="1660046" y="2001505"/>
                      <a:pt x="1663856" y="2001887"/>
                      <a:pt x="1665950" y="2003411"/>
                    </a:cubicBezTo>
                    <a:cubicBezTo>
                      <a:pt x="1678904" y="2013507"/>
                      <a:pt x="1692431" y="2014269"/>
                      <a:pt x="1709006" y="2015983"/>
                    </a:cubicBezTo>
                    <a:cubicBezTo>
                      <a:pt x="1732439" y="2018461"/>
                      <a:pt x="1753965" y="2016745"/>
                      <a:pt x="1775684" y="2012555"/>
                    </a:cubicBezTo>
                    <a:cubicBezTo>
                      <a:pt x="1791496" y="2009507"/>
                      <a:pt x="1807497" y="2003220"/>
                      <a:pt x="1821596" y="1995218"/>
                    </a:cubicBezTo>
                    <a:cubicBezTo>
                      <a:pt x="1841216" y="1983978"/>
                      <a:pt x="1860079" y="1979597"/>
                      <a:pt x="1878748" y="1994457"/>
                    </a:cubicBezTo>
                    <a:cubicBezTo>
                      <a:pt x="1898940" y="2010269"/>
                      <a:pt x="1921800" y="2004745"/>
                      <a:pt x="1944092" y="2005315"/>
                    </a:cubicBezTo>
                    <a:cubicBezTo>
                      <a:pt x="1953806" y="2005507"/>
                      <a:pt x="1964094" y="2005124"/>
                      <a:pt x="1973429" y="2007601"/>
                    </a:cubicBezTo>
                    <a:cubicBezTo>
                      <a:pt x="2000479" y="2014651"/>
                      <a:pt x="2026581" y="2025320"/>
                      <a:pt x="2054013" y="2030082"/>
                    </a:cubicBezTo>
                    <a:cubicBezTo>
                      <a:pt x="2069254" y="2032747"/>
                      <a:pt x="2086208" y="2027986"/>
                      <a:pt x="2102021" y="2024557"/>
                    </a:cubicBezTo>
                    <a:cubicBezTo>
                      <a:pt x="2118023" y="2020937"/>
                      <a:pt x="2133834" y="2015413"/>
                      <a:pt x="2149267" y="2009697"/>
                    </a:cubicBezTo>
                    <a:cubicBezTo>
                      <a:pt x="2159743" y="2005887"/>
                      <a:pt x="2171173" y="2002267"/>
                      <a:pt x="2179556" y="1995409"/>
                    </a:cubicBezTo>
                    <a:cubicBezTo>
                      <a:pt x="2198608" y="1979788"/>
                      <a:pt x="2218229" y="1977120"/>
                      <a:pt x="2240710" y="1985312"/>
                    </a:cubicBezTo>
                    <a:cubicBezTo>
                      <a:pt x="2244137" y="1986647"/>
                      <a:pt x="2248138" y="1986647"/>
                      <a:pt x="2251948" y="1986836"/>
                    </a:cubicBezTo>
                    <a:cubicBezTo>
                      <a:pt x="2312915" y="1990836"/>
                      <a:pt x="2373874" y="1993314"/>
                      <a:pt x="2434456" y="1999410"/>
                    </a:cubicBezTo>
                    <a:cubicBezTo>
                      <a:pt x="2459029" y="2001887"/>
                      <a:pt x="2482652" y="2012745"/>
                      <a:pt x="2506847" y="2019603"/>
                    </a:cubicBezTo>
                    <a:cubicBezTo>
                      <a:pt x="2511800" y="2020937"/>
                      <a:pt x="2517327" y="2023033"/>
                      <a:pt x="2522279" y="2022080"/>
                    </a:cubicBezTo>
                    <a:cubicBezTo>
                      <a:pt x="2576191" y="2012555"/>
                      <a:pt x="2626677" y="2026461"/>
                      <a:pt x="2676398" y="2044751"/>
                    </a:cubicBezTo>
                    <a:cubicBezTo>
                      <a:pt x="2681540" y="2046656"/>
                      <a:pt x="2687827" y="2046084"/>
                      <a:pt x="2693543" y="2045703"/>
                    </a:cubicBezTo>
                    <a:cubicBezTo>
                      <a:pt x="2709548" y="2044370"/>
                      <a:pt x="2726882" y="2037701"/>
                      <a:pt x="2741360" y="2041701"/>
                    </a:cubicBezTo>
                    <a:cubicBezTo>
                      <a:pt x="2779842" y="2052753"/>
                      <a:pt x="2817943" y="2066087"/>
                      <a:pt x="2854140" y="2082851"/>
                    </a:cubicBezTo>
                    <a:cubicBezTo>
                      <a:pt x="2890910" y="2099805"/>
                      <a:pt x="2925008" y="2114095"/>
                      <a:pt x="2967110" y="2096949"/>
                    </a:cubicBezTo>
                    <a:cubicBezTo>
                      <a:pt x="2985016" y="2089709"/>
                      <a:pt x="3008639" y="2094853"/>
                      <a:pt x="3029216" y="2096757"/>
                    </a:cubicBezTo>
                    <a:cubicBezTo>
                      <a:pt x="3044264" y="2098282"/>
                      <a:pt x="3058743" y="2106856"/>
                      <a:pt x="3073604" y="2106856"/>
                    </a:cubicBezTo>
                    <a:cubicBezTo>
                      <a:pt x="3113231" y="2106856"/>
                      <a:pt x="3148472" y="2116953"/>
                      <a:pt x="3182763" y="2137527"/>
                    </a:cubicBezTo>
                    <a:cubicBezTo>
                      <a:pt x="3196102" y="2145528"/>
                      <a:pt x="3216867" y="2140193"/>
                      <a:pt x="3234202" y="2142289"/>
                    </a:cubicBezTo>
                    <a:cubicBezTo>
                      <a:pt x="3252492" y="2144765"/>
                      <a:pt x="3271348" y="2147051"/>
                      <a:pt x="3288877" y="2152578"/>
                    </a:cubicBezTo>
                    <a:cubicBezTo>
                      <a:pt x="3334216" y="2167056"/>
                      <a:pt x="3378986" y="2183439"/>
                      <a:pt x="3424135" y="2198680"/>
                    </a:cubicBezTo>
                    <a:cubicBezTo>
                      <a:pt x="3461282" y="2211253"/>
                      <a:pt x="3497862" y="2201347"/>
                      <a:pt x="3534629" y="2196013"/>
                    </a:cubicBezTo>
                    <a:cubicBezTo>
                      <a:pt x="3557682" y="2192583"/>
                      <a:pt x="3579206" y="2184391"/>
                      <a:pt x="3605116" y="2196583"/>
                    </a:cubicBezTo>
                    <a:cubicBezTo>
                      <a:pt x="3629882" y="2208205"/>
                      <a:pt x="3661315" y="2205537"/>
                      <a:pt x="3689131" y="2211824"/>
                    </a:cubicBezTo>
                    <a:cubicBezTo>
                      <a:pt x="3712565" y="2217157"/>
                      <a:pt x="3735231" y="2225732"/>
                      <a:pt x="3757902" y="2234114"/>
                    </a:cubicBezTo>
                    <a:cubicBezTo>
                      <a:pt x="3788766" y="2245545"/>
                      <a:pt x="3819245" y="2257545"/>
                      <a:pt x="3852966" y="2251831"/>
                    </a:cubicBezTo>
                    <a:cubicBezTo>
                      <a:pt x="3891259" y="2245353"/>
                      <a:pt x="3917546" y="2269738"/>
                      <a:pt x="3947648" y="2285932"/>
                    </a:cubicBezTo>
                    <a:cubicBezTo>
                      <a:pt x="3968414" y="2296980"/>
                      <a:pt x="3991083" y="2305172"/>
                      <a:pt x="4013753" y="2312031"/>
                    </a:cubicBezTo>
                    <a:cubicBezTo>
                      <a:pt x="4044043" y="2320985"/>
                      <a:pt x="4075285" y="2326320"/>
                      <a:pt x="4105766" y="2335082"/>
                    </a:cubicBezTo>
                    <a:cubicBezTo>
                      <a:pt x="4151870" y="2348226"/>
                      <a:pt x="4198546" y="2358514"/>
                      <a:pt x="4246551" y="2351274"/>
                    </a:cubicBezTo>
                    <a:cubicBezTo>
                      <a:pt x="4268649" y="2348036"/>
                      <a:pt x="4289227" y="2348226"/>
                      <a:pt x="4311323" y="2352991"/>
                    </a:cubicBezTo>
                    <a:cubicBezTo>
                      <a:pt x="4347518" y="2360801"/>
                      <a:pt x="4384668" y="2361753"/>
                      <a:pt x="4413817" y="2390899"/>
                    </a:cubicBezTo>
                    <a:cubicBezTo>
                      <a:pt x="4424104" y="2401188"/>
                      <a:pt x="4442581" y="2403853"/>
                      <a:pt x="4457632" y="2409188"/>
                    </a:cubicBezTo>
                    <a:cubicBezTo>
                      <a:pt x="4474969" y="2415476"/>
                      <a:pt x="4487731" y="2412236"/>
                      <a:pt x="4497068" y="2393947"/>
                    </a:cubicBezTo>
                    <a:cubicBezTo>
                      <a:pt x="4501257" y="2385757"/>
                      <a:pt x="4513260" y="2377755"/>
                      <a:pt x="4522596" y="2376421"/>
                    </a:cubicBezTo>
                    <a:cubicBezTo>
                      <a:pt x="4550599" y="2372421"/>
                      <a:pt x="4576318" y="2378327"/>
                      <a:pt x="4603368" y="2391282"/>
                    </a:cubicBezTo>
                    <a:cubicBezTo>
                      <a:pt x="4628705" y="2403474"/>
                      <a:pt x="4660331" y="2402140"/>
                      <a:pt x="4689098" y="2406903"/>
                    </a:cubicBezTo>
                    <a:cubicBezTo>
                      <a:pt x="4699289" y="2408618"/>
                      <a:pt x="4709482" y="2411237"/>
                      <a:pt x="4719697" y="2413428"/>
                    </a:cubicBezTo>
                    <a:lnTo>
                      <a:pt x="4726469" y="2414298"/>
                    </a:lnTo>
                    <a:lnTo>
                      <a:pt x="4785776" y="2414298"/>
                    </a:lnTo>
                    <a:lnTo>
                      <a:pt x="4788661" y="2414047"/>
                    </a:lnTo>
                    <a:cubicBezTo>
                      <a:pt x="4801401" y="2412237"/>
                      <a:pt x="4814166" y="2410142"/>
                      <a:pt x="4827024" y="2408999"/>
                    </a:cubicBezTo>
                    <a:cubicBezTo>
                      <a:pt x="4847027" y="2407095"/>
                      <a:pt x="4867412" y="2407856"/>
                      <a:pt x="4887415" y="2405570"/>
                    </a:cubicBezTo>
                    <a:cubicBezTo>
                      <a:pt x="4903799" y="2403853"/>
                      <a:pt x="4919991" y="2399474"/>
                      <a:pt x="4936184" y="2395853"/>
                    </a:cubicBezTo>
                    <a:cubicBezTo>
                      <a:pt x="4942089" y="2394520"/>
                      <a:pt x="4947996" y="2389376"/>
                      <a:pt x="4953328" y="2390138"/>
                    </a:cubicBezTo>
                    <a:cubicBezTo>
                      <a:pt x="5006292" y="2398330"/>
                      <a:pt x="5044391" y="2361753"/>
                      <a:pt x="5089162" y="2345560"/>
                    </a:cubicBezTo>
                    <a:cubicBezTo>
                      <a:pt x="5136216" y="2328413"/>
                      <a:pt x="5181748" y="2302124"/>
                      <a:pt x="5234326" y="2309935"/>
                    </a:cubicBezTo>
                    <a:cubicBezTo>
                      <a:pt x="5266141" y="2314697"/>
                      <a:pt x="5296812" y="2325747"/>
                      <a:pt x="5328438" y="2332416"/>
                    </a:cubicBezTo>
                    <a:cubicBezTo>
                      <a:pt x="5339677" y="2334701"/>
                      <a:pt x="5352250" y="2334320"/>
                      <a:pt x="5363491" y="2332034"/>
                    </a:cubicBezTo>
                    <a:cubicBezTo>
                      <a:pt x="5417784" y="2321555"/>
                      <a:pt x="5471316" y="2320032"/>
                      <a:pt x="5524660" y="2337178"/>
                    </a:cubicBezTo>
                    <a:cubicBezTo>
                      <a:pt x="5533802" y="2340036"/>
                      <a:pt x="5543518" y="2342701"/>
                      <a:pt x="5553045" y="2342701"/>
                    </a:cubicBezTo>
                    <a:cubicBezTo>
                      <a:pt x="5605244" y="2342701"/>
                      <a:pt x="5656488" y="2338701"/>
                      <a:pt x="5706401" y="2320032"/>
                    </a:cubicBezTo>
                    <a:cubicBezTo>
                      <a:pt x="5723166" y="2313745"/>
                      <a:pt x="5743551" y="2317745"/>
                      <a:pt x="5762029" y="2316221"/>
                    </a:cubicBezTo>
                    <a:cubicBezTo>
                      <a:pt x="5779174" y="2314889"/>
                      <a:pt x="5796702" y="2314317"/>
                      <a:pt x="5813276" y="2309935"/>
                    </a:cubicBezTo>
                    <a:cubicBezTo>
                      <a:pt x="5837472" y="2303459"/>
                      <a:pt x="5859949" y="2302697"/>
                      <a:pt x="5884906" y="2308411"/>
                    </a:cubicBezTo>
                    <a:cubicBezTo>
                      <a:pt x="5908719" y="2313745"/>
                      <a:pt x="5934438" y="2311079"/>
                      <a:pt x="5959204" y="2311269"/>
                    </a:cubicBezTo>
                    <a:cubicBezTo>
                      <a:pt x="5986828" y="2311459"/>
                      <a:pt x="6014449" y="2311649"/>
                      <a:pt x="6042072" y="2310697"/>
                    </a:cubicBezTo>
                    <a:cubicBezTo>
                      <a:pt x="6053124" y="2310317"/>
                      <a:pt x="6065695" y="2302697"/>
                      <a:pt x="6074842" y="2305745"/>
                    </a:cubicBezTo>
                    <a:cubicBezTo>
                      <a:pt x="6104368" y="2316031"/>
                      <a:pt x="6133897" y="2303649"/>
                      <a:pt x="6163425" y="2309172"/>
                    </a:cubicBezTo>
                    <a:cubicBezTo>
                      <a:pt x="6177905" y="2312031"/>
                      <a:pt x="6194288" y="2304220"/>
                      <a:pt x="6209909" y="2303459"/>
                    </a:cubicBezTo>
                    <a:cubicBezTo>
                      <a:pt x="6235437" y="2302124"/>
                      <a:pt x="6260964" y="2302697"/>
                      <a:pt x="6286493" y="2302315"/>
                    </a:cubicBezTo>
                    <a:cubicBezTo>
                      <a:pt x="6294876" y="2302124"/>
                      <a:pt x="6303068" y="2301362"/>
                      <a:pt x="6311449" y="2300980"/>
                    </a:cubicBezTo>
                    <a:cubicBezTo>
                      <a:pt x="6318880" y="2300601"/>
                      <a:pt x="6326691" y="2298887"/>
                      <a:pt x="6333739" y="2300218"/>
                    </a:cubicBezTo>
                    <a:cubicBezTo>
                      <a:pt x="6359268" y="2304983"/>
                      <a:pt x="6384414" y="2312793"/>
                      <a:pt x="6410131" y="2315841"/>
                    </a:cubicBezTo>
                    <a:cubicBezTo>
                      <a:pt x="6432420" y="2318507"/>
                      <a:pt x="6455472" y="2314889"/>
                      <a:pt x="6477951" y="2316793"/>
                    </a:cubicBezTo>
                    <a:cubicBezTo>
                      <a:pt x="6517576" y="2320032"/>
                      <a:pt x="6557201" y="2325747"/>
                      <a:pt x="6596828" y="2329368"/>
                    </a:cubicBezTo>
                    <a:cubicBezTo>
                      <a:pt x="6605401" y="2330130"/>
                      <a:pt x="6614353" y="2325365"/>
                      <a:pt x="6623118" y="2324985"/>
                    </a:cubicBezTo>
                    <a:cubicBezTo>
                      <a:pt x="6650551" y="2324033"/>
                      <a:pt x="6677984" y="2323841"/>
                      <a:pt x="6705417" y="2323272"/>
                    </a:cubicBezTo>
                    <a:cubicBezTo>
                      <a:pt x="6721038" y="2323080"/>
                      <a:pt x="6736851" y="2323651"/>
                      <a:pt x="6752283" y="2321937"/>
                    </a:cubicBezTo>
                    <a:cubicBezTo>
                      <a:pt x="6772665" y="2319651"/>
                      <a:pt x="6791144" y="2316221"/>
                      <a:pt x="6810195" y="2331082"/>
                    </a:cubicBezTo>
                    <a:cubicBezTo>
                      <a:pt x="6839534" y="2354132"/>
                      <a:pt x="6876872" y="2345178"/>
                      <a:pt x="6910782" y="2350512"/>
                    </a:cubicBezTo>
                    <a:cubicBezTo>
                      <a:pt x="6919547" y="2351847"/>
                      <a:pt x="6928501" y="2352036"/>
                      <a:pt x="6937263" y="2353561"/>
                    </a:cubicBezTo>
                    <a:cubicBezTo>
                      <a:pt x="6953457" y="2356418"/>
                      <a:pt x="6969457" y="2359657"/>
                      <a:pt x="6985653" y="2362897"/>
                    </a:cubicBezTo>
                    <a:cubicBezTo>
                      <a:pt x="6988509" y="2363467"/>
                      <a:pt x="6991747" y="2363659"/>
                      <a:pt x="6994415" y="2364611"/>
                    </a:cubicBezTo>
                    <a:cubicBezTo>
                      <a:pt x="7018991" y="2372611"/>
                      <a:pt x="7043184" y="2381755"/>
                      <a:pt x="7068141" y="2388234"/>
                    </a:cubicBezTo>
                    <a:cubicBezTo>
                      <a:pt x="7080334" y="2391472"/>
                      <a:pt x="7093860" y="2391853"/>
                      <a:pt x="7106432" y="2390138"/>
                    </a:cubicBezTo>
                    <a:cubicBezTo>
                      <a:pt x="7143199" y="2385185"/>
                      <a:pt x="7179587" y="2383089"/>
                      <a:pt x="7216547" y="2390330"/>
                    </a:cubicBezTo>
                    <a:cubicBezTo>
                      <a:pt x="7231214" y="2393186"/>
                      <a:pt x="7247599" y="2388424"/>
                      <a:pt x="7263220" y="2386709"/>
                    </a:cubicBezTo>
                    <a:cubicBezTo>
                      <a:pt x="7300559" y="2382137"/>
                      <a:pt x="7337899" y="2377183"/>
                      <a:pt x="7375428" y="2372803"/>
                    </a:cubicBezTo>
                    <a:cubicBezTo>
                      <a:pt x="7398860" y="2370135"/>
                      <a:pt x="7422483" y="2368611"/>
                      <a:pt x="7445916" y="2365945"/>
                    </a:cubicBezTo>
                    <a:cubicBezTo>
                      <a:pt x="7472967" y="2362705"/>
                      <a:pt x="7499828" y="2357753"/>
                      <a:pt x="7526880" y="2355084"/>
                    </a:cubicBezTo>
                    <a:cubicBezTo>
                      <a:pt x="7557742" y="2352036"/>
                      <a:pt x="7588795" y="2351466"/>
                      <a:pt x="7619655" y="2348226"/>
                    </a:cubicBezTo>
                    <a:cubicBezTo>
                      <a:pt x="7676047" y="2341940"/>
                      <a:pt x="7732247" y="2334509"/>
                      <a:pt x="7788636" y="2327461"/>
                    </a:cubicBezTo>
                    <a:cubicBezTo>
                      <a:pt x="7843311" y="2320603"/>
                      <a:pt x="7897987" y="2314507"/>
                      <a:pt x="7952280" y="2305935"/>
                    </a:cubicBezTo>
                    <a:cubicBezTo>
                      <a:pt x="7975142" y="2302315"/>
                      <a:pt x="7996859" y="2292408"/>
                      <a:pt x="8019339" y="2286884"/>
                    </a:cubicBezTo>
                    <a:cubicBezTo>
                      <a:pt x="8058774" y="2277357"/>
                      <a:pt x="8098590" y="2269357"/>
                      <a:pt x="8137835" y="2259832"/>
                    </a:cubicBezTo>
                    <a:cubicBezTo>
                      <a:pt x="8155359" y="2255641"/>
                      <a:pt x="8172124" y="2248593"/>
                      <a:pt x="8189651" y="2243639"/>
                    </a:cubicBezTo>
                    <a:cubicBezTo>
                      <a:pt x="8230992" y="2232208"/>
                      <a:pt x="8272903" y="2222874"/>
                      <a:pt x="8313671" y="2209920"/>
                    </a:cubicBezTo>
                    <a:cubicBezTo>
                      <a:pt x="8362822" y="2194297"/>
                      <a:pt x="8411019" y="2175439"/>
                      <a:pt x="8459979" y="2158864"/>
                    </a:cubicBezTo>
                    <a:cubicBezTo>
                      <a:pt x="8478269" y="2152578"/>
                      <a:pt x="8497511" y="2148957"/>
                      <a:pt x="8516369" y="2144003"/>
                    </a:cubicBezTo>
                    <a:cubicBezTo>
                      <a:pt x="8563425" y="2131431"/>
                      <a:pt x="8610288" y="2118095"/>
                      <a:pt x="8657726" y="2106284"/>
                    </a:cubicBezTo>
                    <a:cubicBezTo>
                      <a:pt x="8675253" y="2101901"/>
                      <a:pt x="8693731" y="2102284"/>
                      <a:pt x="8711448" y="2098664"/>
                    </a:cubicBezTo>
                    <a:cubicBezTo>
                      <a:pt x="8732023" y="2094472"/>
                      <a:pt x="8752407" y="2089138"/>
                      <a:pt x="8772219" y="2082280"/>
                    </a:cubicBezTo>
                    <a:cubicBezTo>
                      <a:pt x="8796985" y="2073707"/>
                      <a:pt x="8820990" y="2062659"/>
                      <a:pt x="8845565" y="2053705"/>
                    </a:cubicBezTo>
                    <a:cubicBezTo>
                      <a:pt x="8886142" y="2039034"/>
                      <a:pt x="8926911" y="2024557"/>
                      <a:pt x="8967871" y="2011221"/>
                    </a:cubicBezTo>
                    <a:cubicBezTo>
                      <a:pt x="8983301" y="2006268"/>
                      <a:pt x="9000257" y="2005697"/>
                      <a:pt x="9015878" y="2001124"/>
                    </a:cubicBezTo>
                    <a:cubicBezTo>
                      <a:pt x="9088840" y="1979597"/>
                      <a:pt x="9161805" y="1957880"/>
                      <a:pt x="9234579" y="1935209"/>
                    </a:cubicBezTo>
                    <a:cubicBezTo>
                      <a:pt x="9272298" y="1923399"/>
                      <a:pt x="9308875" y="1908538"/>
                      <a:pt x="9346597" y="1896917"/>
                    </a:cubicBezTo>
                    <a:cubicBezTo>
                      <a:pt x="9369267" y="1889869"/>
                      <a:pt x="9393650" y="1887773"/>
                      <a:pt x="9416321" y="1880724"/>
                    </a:cubicBezTo>
                    <a:cubicBezTo>
                      <a:pt x="9437278" y="1874247"/>
                      <a:pt x="9456709" y="1863578"/>
                      <a:pt x="9477283" y="1856149"/>
                    </a:cubicBezTo>
                    <a:cubicBezTo>
                      <a:pt x="9540152" y="1833097"/>
                      <a:pt x="9603971" y="1811953"/>
                      <a:pt x="9666265" y="1787186"/>
                    </a:cubicBezTo>
                    <a:cubicBezTo>
                      <a:pt x="9696749" y="1775183"/>
                      <a:pt x="9725323" y="1757849"/>
                      <a:pt x="9754088" y="1741464"/>
                    </a:cubicBezTo>
                    <a:cubicBezTo>
                      <a:pt x="9802858" y="1713841"/>
                      <a:pt x="9850865" y="1685074"/>
                      <a:pt x="9899446" y="1656880"/>
                    </a:cubicBezTo>
                    <a:cubicBezTo>
                      <a:pt x="9935832" y="1635924"/>
                      <a:pt x="9968027" y="1611347"/>
                      <a:pt x="9993175" y="1576487"/>
                    </a:cubicBezTo>
                    <a:cubicBezTo>
                      <a:pt x="10004797" y="1560484"/>
                      <a:pt x="10024990" y="1546768"/>
                      <a:pt x="10044230" y="1540480"/>
                    </a:cubicBezTo>
                    <a:cubicBezTo>
                      <a:pt x="10078713" y="1529241"/>
                      <a:pt x="10104430" y="1507522"/>
                      <a:pt x="10131863" y="1485613"/>
                    </a:cubicBezTo>
                    <a:cubicBezTo>
                      <a:pt x="10166536" y="1457801"/>
                      <a:pt x="10203304" y="1431509"/>
                      <a:pt x="10242357" y="1410555"/>
                    </a:cubicBezTo>
                    <a:cubicBezTo>
                      <a:pt x="10280840" y="1389980"/>
                      <a:pt x="10324086" y="1378549"/>
                      <a:pt x="10363709" y="1359499"/>
                    </a:cubicBezTo>
                    <a:cubicBezTo>
                      <a:pt x="10386952" y="1348259"/>
                      <a:pt x="10407146" y="1330353"/>
                      <a:pt x="10428291" y="1314920"/>
                    </a:cubicBezTo>
                    <a:cubicBezTo>
                      <a:pt x="10449438" y="1299489"/>
                      <a:pt x="10470394" y="1283486"/>
                      <a:pt x="10490969" y="1267104"/>
                    </a:cubicBezTo>
                    <a:cubicBezTo>
                      <a:pt x="10502208" y="1258149"/>
                      <a:pt x="10511734" y="1246909"/>
                      <a:pt x="10523354" y="1238337"/>
                    </a:cubicBezTo>
                    <a:cubicBezTo>
                      <a:pt x="10545263" y="1222334"/>
                      <a:pt x="10569075" y="1208808"/>
                      <a:pt x="10590031" y="1191664"/>
                    </a:cubicBezTo>
                    <a:cubicBezTo>
                      <a:pt x="10610225" y="1175089"/>
                      <a:pt x="10633467" y="1166707"/>
                      <a:pt x="10656519" y="1156038"/>
                    </a:cubicBezTo>
                    <a:cubicBezTo>
                      <a:pt x="10674046" y="1148036"/>
                      <a:pt x="10686617" y="1130320"/>
                      <a:pt x="10703573" y="1120603"/>
                    </a:cubicBezTo>
                    <a:cubicBezTo>
                      <a:pt x="10727767" y="1106697"/>
                      <a:pt x="10746246" y="1089553"/>
                      <a:pt x="10764534" y="1067643"/>
                    </a:cubicBezTo>
                    <a:cubicBezTo>
                      <a:pt x="10785111" y="1043068"/>
                      <a:pt x="10820162" y="1029732"/>
                      <a:pt x="10850453" y="1014301"/>
                    </a:cubicBezTo>
                    <a:cubicBezTo>
                      <a:pt x="10876171" y="1001157"/>
                      <a:pt x="10906081" y="995632"/>
                      <a:pt x="10929704" y="980201"/>
                    </a:cubicBezTo>
                    <a:cubicBezTo>
                      <a:pt x="10946279" y="969342"/>
                      <a:pt x="10958661" y="948957"/>
                      <a:pt x="10967423" y="930289"/>
                    </a:cubicBezTo>
                    <a:cubicBezTo>
                      <a:pt x="10987046" y="887995"/>
                      <a:pt x="11021146" y="861897"/>
                      <a:pt x="11058869" y="838084"/>
                    </a:cubicBezTo>
                    <a:cubicBezTo>
                      <a:pt x="11097350" y="813699"/>
                      <a:pt x="11133927" y="786836"/>
                      <a:pt x="11172600" y="762834"/>
                    </a:cubicBezTo>
                    <a:cubicBezTo>
                      <a:pt x="11211843" y="738638"/>
                      <a:pt x="11243658" y="706443"/>
                      <a:pt x="11275283" y="673676"/>
                    </a:cubicBezTo>
                    <a:cubicBezTo>
                      <a:pt x="11288238" y="660150"/>
                      <a:pt x="11305192" y="650434"/>
                      <a:pt x="11320623" y="639195"/>
                    </a:cubicBezTo>
                    <a:cubicBezTo>
                      <a:pt x="11338339" y="626241"/>
                      <a:pt x="11355296" y="611953"/>
                      <a:pt x="11374346" y="601664"/>
                    </a:cubicBezTo>
                    <a:cubicBezTo>
                      <a:pt x="11398160" y="588709"/>
                      <a:pt x="11424069" y="579757"/>
                      <a:pt x="11448453" y="567755"/>
                    </a:cubicBezTo>
                    <a:cubicBezTo>
                      <a:pt x="11476838" y="553657"/>
                      <a:pt x="11505795" y="539750"/>
                      <a:pt x="11532275" y="522605"/>
                    </a:cubicBezTo>
                    <a:cubicBezTo>
                      <a:pt x="11545039" y="514413"/>
                      <a:pt x="11553613" y="499363"/>
                      <a:pt x="11562947" y="486598"/>
                    </a:cubicBezTo>
                    <a:cubicBezTo>
                      <a:pt x="11599714" y="436305"/>
                      <a:pt x="11635529" y="385441"/>
                      <a:pt x="11672489" y="335337"/>
                    </a:cubicBezTo>
                    <a:cubicBezTo>
                      <a:pt x="11712304" y="281424"/>
                      <a:pt x="11763931" y="241608"/>
                      <a:pt x="11821656" y="207889"/>
                    </a:cubicBezTo>
                    <a:cubicBezTo>
                      <a:pt x="11877664" y="175312"/>
                      <a:pt x="11931195" y="138734"/>
                      <a:pt x="11986443" y="104824"/>
                    </a:cubicBezTo>
                    <a:cubicBezTo>
                      <a:pt x="11998443" y="97395"/>
                      <a:pt x="12013114" y="94347"/>
                      <a:pt x="12026448" y="88821"/>
                    </a:cubicBezTo>
                    <a:cubicBezTo>
                      <a:pt x="12072360" y="69580"/>
                      <a:pt x="12118083" y="50147"/>
                      <a:pt x="12160947" y="28621"/>
                    </a:cubicBezTo>
                    <a:lnTo>
                      <a:pt x="12192000" y="0"/>
                    </a:lnTo>
                    <a:close/>
                  </a:path>
                </a:pathLst>
              </a:custGeom>
              <a:solidFill>
                <a:schemeClr val="tx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0" name="Freeform: Shape 39">
                <a:extLst>
                  <a:ext uri="{FF2B5EF4-FFF2-40B4-BE49-F238E27FC236}">
                    <a16:creationId xmlns:a16="http://schemas.microsoft.com/office/drawing/2014/main" id="{D1A0BEEB-C008-4150-A935-C6AAF537DA1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3681702"/>
                <a:ext cx="12192000" cy="3176298"/>
              </a:xfrm>
              <a:custGeom>
                <a:avLst/>
                <a:gdLst>
                  <a:gd name="connsiteX0" fmla="*/ 12192000 w 12192000"/>
                  <a:gd name="connsiteY0" fmla="*/ 0 h 3176298"/>
                  <a:gd name="connsiteX1" fmla="*/ 12192000 w 12192000"/>
                  <a:gd name="connsiteY1" fmla="*/ 3176298 h 3176298"/>
                  <a:gd name="connsiteX2" fmla="*/ 0 w 12192000"/>
                  <a:gd name="connsiteY2" fmla="*/ 3176298 h 3176298"/>
                  <a:gd name="connsiteX3" fmla="*/ 0 w 12192000"/>
                  <a:gd name="connsiteY3" fmla="*/ 2264980 h 3176298"/>
                  <a:gd name="connsiteX4" fmla="*/ 544 w 12192000"/>
                  <a:gd name="connsiteY4" fmla="*/ 2264980 h 3176298"/>
                  <a:gd name="connsiteX5" fmla="*/ 544 w 12192000"/>
                  <a:gd name="connsiteY5" fmla="*/ 2392219 h 3176298"/>
                  <a:gd name="connsiteX6" fmla="*/ 61197 w 12192000"/>
                  <a:gd name="connsiteY6" fmla="*/ 2387448 h 3176298"/>
                  <a:gd name="connsiteX7" fmla="*/ 119613 w 12192000"/>
                  <a:gd name="connsiteY7" fmla="*/ 2369945 h 3176298"/>
                  <a:gd name="connsiteX8" fmla="*/ 172384 w 12192000"/>
                  <a:gd name="connsiteY8" fmla="*/ 2347084 h 3176298"/>
                  <a:gd name="connsiteX9" fmla="*/ 274873 w 12192000"/>
                  <a:gd name="connsiteY9" fmla="*/ 2336988 h 3176298"/>
                  <a:gd name="connsiteX10" fmla="*/ 307259 w 12192000"/>
                  <a:gd name="connsiteY10" fmla="*/ 2331461 h 3176298"/>
                  <a:gd name="connsiteX11" fmla="*/ 394511 w 12192000"/>
                  <a:gd name="connsiteY11" fmla="*/ 2308601 h 3176298"/>
                  <a:gd name="connsiteX12" fmla="*/ 494337 w 12192000"/>
                  <a:gd name="connsiteY12" fmla="*/ 2268213 h 3176298"/>
                  <a:gd name="connsiteX13" fmla="*/ 546917 w 12192000"/>
                  <a:gd name="connsiteY13" fmla="*/ 2283264 h 3176298"/>
                  <a:gd name="connsiteX14" fmla="*/ 730754 w 12192000"/>
                  <a:gd name="connsiteY14" fmla="*/ 2240780 h 3176298"/>
                  <a:gd name="connsiteX15" fmla="*/ 785432 w 12192000"/>
                  <a:gd name="connsiteY15" fmla="*/ 2218682 h 3176298"/>
                  <a:gd name="connsiteX16" fmla="*/ 801053 w 12192000"/>
                  <a:gd name="connsiteY16" fmla="*/ 2204013 h 3176298"/>
                  <a:gd name="connsiteX17" fmla="*/ 858205 w 12192000"/>
                  <a:gd name="connsiteY17" fmla="*/ 2169532 h 3176298"/>
                  <a:gd name="connsiteX18" fmla="*/ 949646 w 12192000"/>
                  <a:gd name="connsiteY18" fmla="*/ 2157340 h 3176298"/>
                  <a:gd name="connsiteX19" fmla="*/ 960887 w 12192000"/>
                  <a:gd name="connsiteY19" fmla="*/ 2150099 h 3176298"/>
                  <a:gd name="connsiteX20" fmla="*/ 977653 w 12192000"/>
                  <a:gd name="connsiteY20" fmla="*/ 2138480 h 3176298"/>
                  <a:gd name="connsiteX21" fmla="*/ 1071762 w 12192000"/>
                  <a:gd name="connsiteY21" fmla="*/ 2117905 h 3176298"/>
                  <a:gd name="connsiteX22" fmla="*/ 1092527 w 12192000"/>
                  <a:gd name="connsiteY22" fmla="*/ 2111428 h 3176298"/>
                  <a:gd name="connsiteX23" fmla="*/ 1109865 w 12192000"/>
                  <a:gd name="connsiteY23" fmla="*/ 2100568 h 3176298"/>
                  <a:gd name="connsiteX24" fmla="*/ 1162823 w 12192000"/>
                  <a:gd name="connsiteY24" fmla="*/ 2075613 h 3176298"/>
                  <a:gd name="connsiteX25" fmla="*/ 1206641 w 12192000"/>
                  <a:gd name="connsiteY25" fmla="*/ 2074851 h 3176298"/>
                  <a:gd name="connsiteX26" fmla="*/ 1267411 w 12192000"/>
                  <a:gd name="connsiteY26" fmla="*/ 2060753 h 3176298"/>
                  <a:gd name="connsiteX27" fmla="*/ 1380762 w 12192000"/>
                  <a:gd name="connsiteY27" fmla="*/ 2046847 h 3176298"/>
                  <a:gd name="connsiteX28" fmla="*/ 1404006 w 12192000"/>
                  <a:gd name="connsiteY28" fmla="*/ 2038844 h 3176298"/>
                  <a:gd name="connsiteX29" fmla="*/ 1544598 w 12192000"/>
                  <a:gd name="connsiteY29" fmla="*/ 2000932 h 3176298"/>
                  <a:gd name="connsiteX30" fmla="*/ 1657188 w 12192000"/>
                  <a:gd name="connsiteY30" fmla="*/ 2001697 h 3176298"/>
                  <a:gd name="connsiteX31" fmla="*/ 1665950 w 12192000"/>
                  <a:gd name="connsiteY31" fmla="*/ 2003411 h 3176298"/>
                  <a:gd name="connsiteX32" fmla="*/ 1709006 w 12192000"/>
                  <a:gd name="connsiteY32" fmla="*/ 2015983 h 3176298"/>
                  <a:gd name="connsiteX33" fmla="*/ 1775684 w 12192000"/>
                  <a:gd name="connsiteY33" fmla="*/ 2012555 h 3176298"/>
                  <a:gd name="connsiteX34" fmla="*/ 1821596 w 12192000"/>
                  <a:gd name="connsiteY34" fmla="*/ 1995218 h 3176298"/>
                  <a:gd name="connsiteX35" fmla="*/ 1878748 w 12192000"/>
                  <a:gd name="connsiteY35" fmla="*/ 1994457 h 3176298"/>
                  <a:gd name="connsiteX36" fmla="*/ 1944092 w 12192000"/>
                  <a:gd name="connsiteY36" fmla="*/ 2005315 h 3176298"/>
                  <a:gd name="connsiteX37" fmla="*/ 1973429 w 12192000"/>
                  <a:gd name="connsiteY37" fmla="*/ 2007601 h 3176298"/>
                  <a:gd name="connsiteX38" fmla="*/ 2054013 w 12192000"/>
                  <a:gd name="connsiteY38" fmla="*/ 2030082 h 3176298"/>
                  <a:gd name="connsiteX39" fmla="*/ 2102021 w 12192000"/>
                  <a:gd name="connsiteY39" fmla="*/ 2024557 h 3176298"/>
                  <a:gd name="connsiteX40" fmla="*/ 2149267 w 12192000"/>
                  <a:gd name="connsiteY40" fmla="*/ 2009697 h 3176298"/>
                  <a:gd name="connsiteX41" fmla="*/ 2179556 w 12192000"/>
                  <a:gd name="connsiteY41" fmla="*/ 1995409 h 3176298"/>
                  <a:gd name="connsiteX42" fmla="*/ 2240710 w 12192000"/>
                  <a:gd name="connsiteY42" fmla="*/ 1985312 h 3176298"/>
                  <a:gd name="connsiteX43" fmla="*/ 2251948 w 12192000"/>
                  <a:gd name="connsiteY43" fmla="*/ 1986836 h 3176298"/>
                  <a:gd name="connsiteX44" fmla="*/ 2434456 w 12192000"/>
                  <a:gd name="connsiteY44" fmla="*/ 1999410 h 3176298"/>
                  <a:gd name="connsiteX45" fmla="*/ 2506847 w 12192000"/>
                  <a:gd name="connsiteY45" fmla="*/ 2019603 h 3176298"/>
                  <a:gd name="connsiteX46" fmla="*/ 2522279 w 12192000"/>
                  <a:gd name="connsiteY46" fmla="*/ 2022080 h 3176298"/>
                  <a:gd name="connsiteX47" fmla="*/ 2676398 w 12192000"/>
                  <a:gd name="connsiteY47" fmla="*/ 2044751 h 3176298"/>
                  <a:gd name="connsiteX48" fmla="*/ 2693543 w 12192000"/>
                  <a:gd name="connsiteY48" fmla="*/ 2045703 h 3176298"/>
                  <a:gd name="connsiteX49" fmla="*/ 2741360 w 12192000"/>
                  <a:gd name="connsiteY49" fmla="*/ 2041701 h 3176298"/>
                  <a:gd name="connsiteX50" fmla="*/ 2854140 w 12192000"/>
                  <a:gd name="connsiteY50" fmla="*/ 2082851 h 3176298"/>
                  <a:gd name="connsiteX51" fmla="*/ 2967110 w 12192000"/>
                  <a:gd name="connsiteY51" fmla="*/ 2096949 h 3176298"/>
                  <a:gd name="connsiteX52" fmla="*/ 3029216 w 12192000"/>
                  <a:gd name="connsiteY52" fmla="*/ 2096757 h 3176298"/>
                  <a:gd name="connsiteX53" fmla="*/ 3073604 w 12192000"/>
                  <a:gd name="connsiteY53" fmla="*/ 2106856 h 3176298"/>
                  <a:gd name="connsiteX54" fmla="*/ 3182763 w 12192000"/>
                  <a:gd name="connsiteY54" fmla="*/ 2137527 h 3176298"/>
                  <a:gd name="connsiteX55" fmla="*/ 3234202 w 12192000"/>
                  <a:gd name="connsiteY55" fmla="*/ 2142289 h 3176298"/>
                  <a:gd name="connsiteX56" fmla="*/ 3288877 w 12192000"/>
                  <a:gd name="connsiteY56" fmla="*/ 2152578 h 3176298"/>
                  <a:gd name="connsiteX57" fmla="*/ 3424135 w 12192000"/>
                  <a:gd name="connsiteY57" fmla="*/ 2198680 h 3176298"/>
                  <a:gd name="connsiteX58" fmla="*/ 3534629 w 12192000"/>
                  <a:gd name="connsiteY58" fmla="*/ 2196013 h 3176298"/>
                  <a:gd name="connsiteX59" fmla="*/ 3605116 w 12192000"/>
                  <a:gd name="connsiteY59" fmla="*/ 2196583 h 3176298"/>
                  <a:gd name="connsiteX60" fmla="*/ 3689131 w 12192000"/>
                  <a:gd name="connsiteY60" fmla="*/ 2211824 h 3176298"/>
                  <a:gd name="connsiteX61" fmla="*/ 3757902 w 12192000"/>
                  <a:gd name="connsiteY61" fmla="*/ 2234114 h 3176298"/>
                  <a:gd name="connsiteX62" fmla="*/ 3852966 w 12192000"/>
                  <a:gd name="connsiteY62" fmla="*/ 2251831 h 3176298"/>
                  <a:gd name="connsiteX63" fmla="*/ 3947648 w 12192000"/>
                  <a:gd name="connsiteY63" fmla="*/ 2285932 h 3176298"/>
                  <a:gd name="connsiteX64" fmla="*/ 4013753 w 12192000"/>
                  <a:gd name="connsiteY64" fmla="*/ 2312031 h 3176298"/>
                  <a:gd name="connsiteX65" fmla="*/ 4105766 w 12192000"/>
                  <a:gd name="connsiteY65" fmla="*/ 2335082 h 3176298"/>
                  <a:gd name="connsiteX66" fmla="*/ 4246551 w 12192000"/>
                  <a:gd name="connsiteY66" fmla="*/ 2351274 h 3176298"/>
                  <a:gd name="connsiteX67" fmla="*/ 4311323 w 12192000"/>
                  <a:gd name="connsiteY67" fmla="*/ 2352991 h 3176298"/>
                  <a:gd name="connsiteX68" fmla="*/ 4413817 w 12192000"/>
                  <a:gd name="connsiteY68" fmla="*/ 2390899 h 3176298"/>
                  <a:gd name="connsiteX69" fmla="*/ 4457632 w 12192000"/>
                  <a:gd name="connsiteY69" fmla="*/ 2409188 h 3176298"/>
                  <a:gd name="connsiteX70" fmla="*/ 4497068 w 12192000"/>
                  <a:gd name="connsiteY70" fmla="*/ 2393947 h 3176298"/>
                  <a:gd name="connsiteX71" fmla="*/ 4522596 w 12192000"/>
                  <a:gd name="connsiteY71" fmla="*/ 2376421 h 3176298"/>
                  <a:gd name="connsiteX72" fmla="*/ 4603368 w 12192000"/>
                  <a:gd name="connsiteY72" fmla="*/ 2391282 h 3176298"/>
                  <a:gd name="connsiteX73" fmla="*/ 4689098 w 12192000"/>
                  <a:gd name="connsiteY73" fmla="*/ 2406903 h 3176298"/>
                  <a:gd name="connsiteX74" fmla="*/ 4719697 w 12192000"/>
                  <a:gd name="connsiteY74" fmla="*/ 2413428 h 3176298"/>
                  <a:gd name="connsiteX75" fmla="*/ 4726469 w 12192000"/>
                  <a:gd name="connsiteY75" fmla="*/ 2414298 h 3176298"/>
                  <a:gd name="connsiteX76" fmla="*/ 4785776 w 12192000"/>
                  <a:gd name="connsiteY76" fmla="*/ 2414298 h 3176298"/>
                  <a:gd name="connsiteX77" fmla="*/ 4788661 w 12192000"/>
                  <a:gd name="connsiteY77" fmla="*/ 2414047 h 3176298"/>
                  <a:gd name="connsiteX78" fmla="*/ 4827024 w 12192000"/>
                  <a:gd name="connsiteY78" fmla="*/ 2408999 h 3176298"/>
                  <a:gd name="connsiteX79" fmla="*/ 4887415 w 12192000"/>
                  <a:gd name="connsiteY79" fmla="*/ 2405570 h 3176298"/>
                  <a:gd name="connsiteX80" fmla="*/ 4936184 w 12192000"/>
                  <a:gd name="connsiteY80" fmla="*/ 2395853 h 3176298"/>
                  <a:gd name="connsiteX81" fmla="*/ 4953328 w 12192000"/>
                  <a:gd name="connsiteY81" fmla="*/ 2390138 h 3176298"/>
                  <a:gd name="connsiteX82" fmla="*/ 5089162 w 12192000"/>
                  <a:gd name="connsiteY82" fmla="*/ 2345560 h 3176298"/>
                  <a:gd name="connsiteX83" fmla="*/ 5234326 w 12192000"/>
                  <a:gd name="connsiteY83" fmla="*/ 2309935 h 3176298"/>
                  <a:gd name="connsiteX84" fmla="*/ 5328438 w 12192000"/>
                  <a:gd name="connsiteY84" fmla="*/ 2332416 h 3176298"/>
                  <a:gd name="connsiteX85" fmla="*/ 5363491 w 12192000"/>
                  <a:gd name="connsiteY85" fmla="*/ 2332034 h 3176298"/>
                  <a:gd name="connsiteX86" fmla="*/ 5524660 w 12192000"/>
                  <a:gd name="connsiteY86" fmla="*/ 2337178 h 3176298"/>
                  <a:gd name="connsiteX87" fmla="*/ 5553045 w 12192000"/>
                  <a:gd name="connsiteY87" fmla="*/ 2342701 h 3176298"/>
                  <a:gd name="connsiteX88" fmla="*/ 5706401 w 12192000"/>
                  <a:gd name="connsiteY88" fmla="*/ 2320032 h 3176298"/>
                  <a:gd name="connsiteX89" fmla="*/ 5762029 w 12192000"/>
                  <a:gd name="connsiteY89" fmla="*/ 2316221 h 3176298"/>
                  <a:gd name="connsiteX90" fmla="*/ 5813276 w 12192000"/>
                  <a:gd name="connsiteY90" fmla="*/ 2309935 h 3176298"/>
                  <a:gd name="connsiteX91" fmla="*/ 5884906 w 12192000"/>
                  <a:gd name="connsiteY91" fmla="*/ 2308411 h 3176298"/>
                  <a:gd name="connsiteX92" fmla="*/ 5959204 w 12192000"/>
                  <a:gd name="connsiteY92" fmla="*/ 2311269 h 3176298"/>
                  <a:gd name="connsiteX93" fmla="*/ 6042072 w 12192000"/>
                  <a:gd name="connsiteY93" fmla="*/ 2310697 h 3176298"/>
                  <a:gd name="connsiteX94" fmla="*/ 6074842 w 12192000"/>
                  <a:gd name="connsiteY94" fmla="*/ 2305745 h 3176298"/>
                  <a:gd name="connsiteX95" fmla="*/ 6163425 w 12192000"/>
                  <a:gd name="connsiteY95" fmla="*/ 2309172 h 3176298"/>
                  <a:gd name="connsiteX96" fmla="*/ 6209909 w 12192000"/>
                  <a:gd name="connsiteY96" fmla="*/ 2303459 h 3176298"/>
                  <a:gd name="connsiteX97" fmla="*/ 6286493 w 12192000"/>
                  <a:gd name="connsiteY97" fmla="*/ 2302315 h 3176298"/>
                  <a:gd name="connsiteX98" fmla="*/ 6311449 w 12192000"/>
                  <a:gd name="connsiteY98" fmla="*/ 2300980 h 3176298"/>
                  <a:gd name="connsiteX99" fmla="*/ 6333739 w 12192000"/>
                  <a:gd name="connsiteY99" fmla="*/ 2300218 h 3176298"/>
                  <a:gd name="connsiteX100" fmla="*/ 6410131 w 12192000"/>
                  <a:gd name="connsiteY100" fmla="*/ 2315841 h 3176298"/>
                  <a:gd name="connsiteX101" fmla="*/ 6477951 w 12192000"/>
                  <a:gd name="connsiteY101" fmla="*/ 2316793 h 3176298"/>
                  <a:gd name="connsiteX102" fmla="*/ 6596828 w 12192000"/>
                  <a:gd name="connsiteY102" fmla="*/ 2329368 h 3176298"/>
                  <a:gd name="connsiteX103" fmla="*/ 6623118 w 12192000"/>
                  <a:gd name="connsiteY103" fmla="*/ 2324985 h 3176298"/>
                  <a:gd name="connsiteX104" fmla="*/ 6705417 w 12192000"/>
                  <a:gd name="connsiteY104" fmla="*/ 2323272 h 3176298"/>
                  <a:gd name="connsiteX105" fmla="*/ 6752283 w 12192000"/>
                  <a:gd name="connsiteY105" fmla="*/ 2321937 h 3176298"/>
                  <a:gd name="connsiteX106" fmla="*/ 6810195 w 12192000"/>
                  <a:gd name="connsiteY106" fmla="*/ 2331082 h 3176298"/>
                  <a:gd name="connsiteX107" fmla="*/ 6910782 w 12192000"/>
                  <a:gd name="connsiteY107" fmla="*/ 2350512 h 3176298"/>
                  <a:gd name="connsiteX108" fmla="*/ 6937263 w 12192000"/>
                  <a:gd name="connsiteY108" fmla="*/ 2353561 h 3176298"/>
                  <a:gd name="connsiteX109" fmla="*/ 6985653 w 12192000"/>
                  <a:gd name="connsiteY109" fmla="*/ 2362897 h 3176298"/>
                  <a:gd name="connsiteX110" fmla="*/ 6994415 w 12192000"/>
                  <a:gd name="connsiteY110" fmla="*/ 2364611 h 3176298"/>
                  <a:gd name="connsiteX111" fmla="*/ 7068141 w 12192000"/>
                  <a:gd name="connsiteY111" fmla="*/ 2388234 h 3176298"/>
                  <a:gd name="connsiteX112" fmla="*/ 7106432 w 12192000"/>
                  <a:gd name="connsiteY112" fmla="*/ 2390138 h 3176298"/>
                  <a:gd name="connsiteX113" fmla="*/ 7216547 w 12192000"/>
                  <a:gd name="connsiteY113" fmla="*/ 2390330 h 3176298"/>
                  <a:gd name="connsiteX114" fmla="*/ 7263220 w 12192000"/>
                  <a:gd name="connsiteY114" fmla="*/ 2386709 h 3176298"/>
                  <a:gd name="connsiteX115" fmla="*/ 7375428 w 12192000"/>
                  <a:gd name="connsiteY115" fmla="*/ 2372803 h 3176298"/>
                  <a:gd name="connsiteX116" fmla="*/ 7445916 w 12192000"/>
                  <a:gd name="connsiteY116" fmla="*/ 2365945 h 3176298"/>
                  <a:gd name="connsiteX117" fmla="*/ 7526880 w 12192000"/>
                  <a:gd name="connsiteY117" fmla="*/ 2355084 h 3176298"/>
                  <a:gd name="connsiteX118" fmla="*/ 7619655 w 12192000"/>
                  <a:gd name="connsiteY118" fmla="*/ 2348226 h 3176298"/>
                  <a:gd name="connsiteX119" fmla="*/ 7788636 w 12192000"/>
                  <a:gd name="connsiteY119" fmla="*/ 2327461 h 3176298"/>
                  <a:gd name="connsiteX120" fmla="*/ 7952280 w 12192000"/>
                  <a:gd name="connsiteY120" fmla="*/ 2305935 h 3176298"/>
                  <a:gd name="connsiteX121" fmla="*/ 8019339 w 12192000"/>
                  <a:gd name="connsiteY121" fmla="*/ 2286884 h 3176298"/>
                  <a:gd name="connsiteX122" fmla="*/ 8137835 w 12192000"/>
                  <a:gd name="connsiteY122" fmla="*/ 2259832 h 3176298"/>
                  <a:gd name="connsiteX123" fmla="*/ 8189651 w 12192000"/>
                  <a:gd name="connsiteY123" fmla="*/ 2243639 h 3176298"/>
                  <a:gd name="connsiteX124" fmla="*/ 8313671 w 12192000"/>
                  <a:gd name="connsiteY124" fmla="*/ 2209920 h 3176298"/>
                  <a:gd name="connsiteX125" fmla="*/ 8459979 w 12192000"/>
                  <a:gd name="connsiteY125" fmla="*/ 2158864 h 3176298"/>
                  <a:gd name="connsiteX126" fmla="*/ 8516369 w 12192000"/>
                  <a:gd name="connsiteY126" fmla="*/ 2144003 h 3176298"/>
                  <a:gd name="connsiteX127" fmla="*/ 8657726 w 12192000"/>
                  <a:gd name="connsiteY127" fmla="*/ 2106284 h 3176298"/>
                  <a:gd name="connsiteX128" fmla="*/ 8711448 w 12192000"/>
                  <a:gd name="connsiteY128" fmla="*/ 2098664 h 3176298"/>
                  <a:gd name="connsiteX129" fmla="*/ 8772219 w 12192000"/>
                  <a:gd name="connsiteY129" fmla="*/ 2082280 h 3176298"/>
                  <a:gd name="connsiteX130" fmla="*/ 8845565 w 12192000"/>
                  <a:gd name="connsiteY130" fmla="*/ 2053705 h 3176298"/>
                  <a:gd name="connsiteX131" fmla="*/ 8967871 w 12192000"/>
                  <a:gd name="connsiteY131" fmla="*/ 2011221 h 3176298"/>
                  <a:gd name="connsiteX132" fmla="*/ 9015878 w 12192000"/>
                  <a:gd name="connsiteY132" fmla="*/ 2001124 h 3176298"/>
                  <a:gd name="connsiteX133" fmla="*/ 9234579 w 12192000"/>
                  <a:gd name="connsiteY133" fmla="*/ 1935209 h 3176298"/>
                  <a:gd name="connsiteX134" fmla="*/ 9346597 w 12192000"/>
                  <a:gd name="connsiteY134" fmla="*/ 1896917 h 3176298"/>
                  <a:gd name="connsiteX135" fmla="*/ 9416321 w 12192000"/>
                  <a:gd name="connsiteY135" fmla="*/ 1880724 h 3176298"/>
                  <a:gd name="connsiteX136" fmla="*/ 9477283 w 12192000"/>
                  <a:gd name="connsiteY136" fmla="*/ 1856149 h 3176298"/>
                  <a:gd name="connsiteX137" fmla="*/ 9666265 w 12192000"/>
                  <a:gd name="connsiteY137" fmla="*/ 1787186 h 3176298"/>
                  <a:gd name="connsiteX138" fmla="*/ 9754088 w 12192000"/>
                  <a:gd name="connsiteY138" fmla="*/ 1741464 h 3176298"/>
                  <a:gd name="connsiteX139" fmla="*/ 9899446 w 12192000"/>
                  <a:gd name="connsiteY139" fmla="*/ 1656880 h 3176298"/>
                  <a:gd name="connsiteX140" fmla="*/ 9993175 w 12192000"/>
                  <a:gd name="connsiteY140" fmla="*/ 1576487 h 3176298"/>
                  <a:gd name="connsiteX141" fmla="*/ 10044230 w 12192000"/>
                  <a:gd name="connsiteY141" fmla="*/ 1540480 h 3176298"/>
                  <a:gd name="connsiteX142" fmla="*/ 10131863 w 12192000"/>
                  <a:gd name="connsiteY142" fmla="*/ 1485613 h 3176298"/>
                  <a:gd name="connsiteX143" fmla="*/ 10242357 w 12192000"/>
                  <a:gd name="connsiteY143" fmla="*/ 1410555 h 3176298"/>
                  <a:gd name="connsiteX144" fmla="*/ 10363709 w 12192000"/>
                  <a:gd name="connsiteY144" fmla="*/ 1359499 h 3176298"/>
                  <a:gd name="connsiteX145" fmla="*/ 10428291 w 12192000"/>
                  <a:gd name="connsiteY145" fmla="*/ 1314920 h 3176298"/>
                  <a:gd name="connsiteX146" fmla="*/ 10490969 w 12192000"/>
                  <a:gd name="connsiteY146" fmla="*/ 1267104 h 3176298"/>
                  <a:gd name="connsiteX147" fmla="*/ 10523354 w 12192000"/>
                  <a:gd name="connsiteY147" fmla="*/ 1238337 h 3176298"/>
                  <a:gd name="connsiteX148" fmla="*/ 10590031 w 12192000"/>
                  <a:gd name="connsiteY148" fmla="*/ 1191664 h 3176298"/>
                  <a:gd name="connsiteX149" fmla="*/ 10656519 w 12192000"/>
                  <a:gd name="connsiteY149" fmla="*/ 1156038 h 3176298"/>
                  <a:gd name="connsiteX150" fmla="*/ 10703573 w 12192000"/>
                  <a:gd name="connsiteY150" fmla="*/ 1120603 h 3176298"/>
                  <a:gd name="connsiteX151" fmla="*/ 10764534 w 12192000"/>
                  <a:gd name="connsiteY151" fmla="*/ 1067643 h 3176298"/>
                  <a:gd name="connsiteX152" fmla="*/ 10850453 w 12192000"/>
                  <a:gd name="connsiteY152" fmla="*/ 1014301 h 3176298"/>
                  <a:gd name="connsiteX153" fmla="*/ 10929704 w 12192000"/>
                  <a:gd name="connsiteY153" fmla="*/ 980201 h 3176298"/>
                  <a:gd name="connsiteX154" fmla="*/ 10967423 w 12192000"/>
                  <a:gd name="connsiteY154" fmla="*/ 930289 h 3176298"/>
                  <a:gd name="connsiteX155" fmla="*/ 11058869 w 12192000"/>
                  <a:gd name="connsiteY155" fmla="*/ 838084 h 3176298"/>
                  <a:gd name="connsiteX156" fmla="*/ 11172600 w 12192000"/>
                  <a:gd name="connsiteY156" fmla="*/ 762834 h 3176298"/>
                  <a:gd name="connsiteX157" fmla="*/ 11275283 w 12192000"/>
                  <a:gd name="connsiteY157" fmla="*/ 673676 h 3176298"/>
                  <a:gd name="connsiteX158" fmla="*/ 11320623 w 12192000"/>
                  <a:gd name="connsiteY158" fmla="*/ 639195 h 3176298"/>
                  <a:gd name="connsiteX159" fmla="*/ 11374346 w 12192000"/>
                  <a:gd name="connsiteY159" fmla="*/ 601664 h 3176298"/>
                  <a:gd name="connsiteX160" fmla="*/ 11448453 w 12192000"/>
                  <a:gd name="connsiteY160" fmla="*/ 567755 h 3176298"/>
                  <a:gd name="connsiteX161" fmla="*/ 11532275 w 12192000"/>
                  <a:gd name="connsiteY161" fmla="*/ 522605 h 3176298"/>
                  <a:gd name="connsiteX162" fmla="*/ 11562947 w 12192000"/>
                  <a:gd name="connsiteY162" fmla="*/ 486598 h 3176298"/>
                  <a:gd name="connsiteX163" fmla="*/ 11672489 w 12192000"/>
                  <a:gd name="connsiteY163" fmla="*/ 335337 h 3176298"/>
                  <a:gd name="connsiteX164" fmla="*/ 11821656 w 12192000"/>
                  <a:gd name="connsiteY164" fmla="*/ 207889 h 3176298"/>
                  <a:gd name="connsiteX165" fmla="*/ 11986443 w 12192000"/>
                  <a:gd name="connsiteY165" fmla="*/ 104824 h 3176298"/>
                  <a:gd name="connsiteX166" fmla="*/ 12026448 w 12192000"/>
                  <a:gd name="connsiteY166" fmla="*/ 88821 h 3176298"/>
                  <a:gd name="connsiteX167" fmla="*/ 12160947 w 12192000"/>
                  <a:gd name="connsiteY167" fmla="*/ 28621 h 3176298"/>
                  <a:gd name="connsiteX168" fmla="*/ 12192000 w 12192000"/>
                  <a:gd name="connsiteY168" fmla="*/ 0 h 3176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192000" h="3176298">
                    <a:moveTo>
                      <a:pt x="12192000" y="0"/>
                    </a:moveTo>
                    <a:lnTo>
                      <a:pt x="12192000" y="3176298"/>
                    </a:lnTo>
                    <a:lnTo>
                      <a:pt x="0" y="3176298"/>
                    </a:lnTo>
                    <a:lnTo>
                      <a:pt x="0" y="2264980"/>
                    </a:lnTo>
                    <a:lnTo>
                      <a:pt x="544" y="2264980"/>
                    </a:lnTo>
                    <a:lnTo>
                      <a:pt x="544" y="2392219"/>
                    </a:lnTo>
                    <a:lnTo>
                      <a:pt x="61197" y="2387448"/>
                    </a:lnTo>
                    <a:cubicBezTo>
                      <a:pt x="80794" y="2382137"/>
                      <a:pt x="99990" y="2374707"/>
                      <a:pt x="119613" y="2369945"/>
                    </a:cubicBezTo>
                    <a:cubicBezTo>
                      <a:pt x="137898" y="2365563"/>
                      <a:pt x="155046" y="2355466"/>
                      <a:pt x="172384" y="2347084"/>
                    </a:cubicBezTo>
                    <a:cubicBezTo>
                      <a:pt x="205529" y="2331082"/>
                      <a:pt x="240965" y="2341178"/>
                      <a:pt x="274873" y="2336988"/>
                    </a:cubicBezTo>
                    <a:cubicBezTo>
                      <a:pt x="285732" y="2335653"/>
                      <a:pt x="296590" y="2334130"/>
                      <a:pt x="307259" y="2331461"/>
                    </a:cubicBezTo>
                    <a:cubicBezTo>
                      <a:pt x="336408" y="2324413"/>
                      <a:pt x="366127" y="2318317"/>
                      <a:pt x="394511" y="2308601"/>
                    </a:cubicBezTo>
                    <a:cubicBezTo>
                      <a:pt x="426709" y="2297743"/>
                      <a:pt x="457572" y="2283264"/>
                      <a:pt x="494337" y="2268213"/>
                    </a:cubicBezTo>
                    <a:cubicBezTo>
                      <a:pt x="507102" y="2272024"/>
                      <a:pt x="526724" y="2282312"/>
                      <a:pt x="546917" y="2283264"/>
                    </a:cubicBezTo>
                    <a:cubicBezTo>
                      <a:pt x="611880" y="2286503"/>
                      <a:pt x="672650" y="2268786"/>
                      <a:pt x="730754" y="2240780"/>
                    </a:cubicBezTo>
                    <a:cubicBezTo>
                      <a:pt x="748471" y="2232399"/>
                      <a:pt x="767524" y="2226874"/>
                      <a:pt x="785432" y="2218682"/>
                    </a:cubicBezTo>
                    <a:cubicBezTo>
                      <a:pt x="791717" y="2215826"/>
                      <a:pt x="799909" y="2209730"/>
                      <a:pt x="801053" y="2204013"/>
                    </a:cubicBezTo>
                    <a:cubicBezTo>
                      <a:pt x="807719" y="2170866"/>
                      <a:pt x="832486" y="2171436"/>
                      <a:pt x="858205" y="2169532"/>
                    </a:cubicBezTo>
                    <a:cubicBezTo>
                      <a:pt x="888877" y="2167247"/>
                      <a:pt x="919165" y="2161912"/>
                      <a:pt x="949646" y="2157340"/>
                    </a:cubicBezTo>
                    <a:cubicBezTo>
                      <a:pt x="953648" y="2156768"/>
                      <a:pt x="957266" y="2152768"/>
                      <a:pt x="960887" y="2150099"/>
                    </a:cubicBezTo>
                    <a:cubicBezTo>
                      <a:pt x="966411" y="2146099"/>
                      <a:pt x="971554" y="2140003"/>
                      <a:pt x="977653" y="2138480"/>
                    </a:cubicBezTo>
                    <a:cubicBezTo>
                      <a:pt x="1008894" y="2131049"/>
                      <a:pt x="1040327" y="2124763"/>
                      <a:pt x="1071762" y="2117905"/>
                    </a:cubicBezTo>
                    <a:cubicBezTo>
                      <a:pt x="1078810" y="2116380"/>
                      <a:pt x="1086048" y="2114476"/>
                      <a:pt x="1092527" y="2111428"/>
                    </a:cubicBezTo>
                    <a:cubicBezTo>
                      <a:pt x="1098623" y="2108570"/>
                      <a:pt x="1103767" y="2103616"/>
                      <a:pt x="1109865" y="2100568"/>
                    </a:cubicBezTo>
                    <a:cubicBezTo>
                      <a:pt x="1126437" y="2092378"/>
                      <a:pt x="1143394" y="2084757"/>
                      <a:pt x="1162823" y="2075613"/>
                    </a:cubicBezTo>
                    <a:cubicBezTo>
                      <a:pt x="1173681" y="2092757"/>
                      <a:pt x="1188354" y="2083041"/>
                      <a:pt x="1206641" y="2074851"/>
                    </a:cubicBezTo>
                    <a:cubicBezTo>
                      <a:pt x="1225310" y="2066468"/>
                      <a:pt x="1246837" y="2063801"/>
                      <a:pt x="1267411" y="2060753"/>
                    </a:cubicBezTo>
                    <a:cubicBezTo>
                      <a:pt x="1305132" y="2055228"/>
                      <a:pt x="1343044" y="2051799"/>
                      <a:pt x="1380762" y="2046847"/>
                    </a:cubicBezTo>
                    <a:cubicBezTo>
                      <a:pt x="1388765" y="2045703"/>
                      <a:pt x="1397909" y="2043608"/>
                      <a:pt x="1404006" y="2038844"/>
                    </a:cubicBezTo>
                    <a:cubicBezTo>
                      <a:pt x="1445725" y="2006839"/>
                      <a:pt x="1496403" y="1997887"/>
                      <a:pt x="1544598" y="2000932"/>
                    </a:cubicBezTo>
                    <a:cubicBezTo>
                      <a:pt x="1582510" y="2003220"/>
                      <a:pt x="1619658" y="2004935"/>
                      <a:pt x="1657188" y="2001697"/>
                    </a:cubicBezTo>
                    <a:cubicBezTo>
                      <a:pt x="1660046" y="2001505"/>
                      <a:pt x="1663856" y="2001887"/>
                      <a:pt x="1665950" y="2003411"/>
                    </a:cubicBezTo>
                    <a:cubicBezTo>
                      <a:pt x="1678904" y="2013507"/>
                      <a:pt x="1692431" y="2014269"/>
                      <a:pt x="1709006" y="2015983"/>
                    </a:cubicBezTo>
                    <a:cubicBezTo>
                      <a:pt x="1732439" y="2018461"/>
                      <a:pt x="1753965" y="2016745"/>
                      <a:pt x="1775684" y="2012555"/>
                    </a:cubicBezTo>
                    <a:cubicBezTo>
                      <a:pt x="1791496" y="2009507"/>
                      <a:pt x="1807497" y="2003220"/>
                      <a:pt x="1821596" y="1995218"/>
                    </a:cubicBezTo>
                    <a:cubicBezTo>
                      <a:pt x="1841216" y="1983978"/>
                      <a:pt x="1860079" y="1979597"/>
                      <a:pt x="1878748" y="1994457"/>
                    </a:cubicBezTo>
                    <a:cubicBezTo>
                      <a:pt x="1898940" y="2010269"/>
                      <a:pt x="1921800" y="2004745"/>
                      <a:pt x="1944092" y="2005315"/>
                    </a:cubicBezTo>
                    <a:cubicBezTo>
                      <a:pt x="1953806" y="2005507"/>
                      <a:pt x="1964094" y="2005124"/>
                      <a:pt x="1973429" y="2007601"/>
                    </a:cubicBezTo>
                    <a:cubicBezTo>
                      <a:pt x="2000479" y="2014651"/>
                      <a:pt x="2026581" y="2025320"/>
                      <a:pt x="2054013" y="2030082"/>
                    </a:cubicBezTo>
                    <a:cubicBezTo>
                      <a:pt x="2069254" y="2032747"/>
                      <a:pt x="2086208" y="2027986"/>
                      <a:pt x="2102021" y="2024557"/>
                    </a:cubicBezTo>
                    <a:cubicBezTo>
                      <a:pt x="2118023" y="2020937"/>
                      <a:pt x="2133834" y="2015413"/>
                      <a:pt x="2149267" y="2009697"/>
                    </a:cubicBezTo>
                    <a:cubicBezTo>
                      <a:pt x="2159743" y="2005887"/>
                      <a:pt x="2171173" y="2002267"/>
                      <a:pt x="2179556" y="1995409"/>
                    </a:cubicBezTo>
                    <a:cubicBezTo>
                      <a:pt x="2198608" y="1979788"/>
                      <a:pt x="2218229" y="1977120"/>
                      <a:pt x="2240710" y="1985312"/>
                    </a:cubicBezTo>
                    <a:cubicBezTo>
                      <a:pt x="2244137" y="1986647"/>
                      <a:pt x="2248138" y="1986647"/>
                      <a:pt x="2251948" y="1986836"/>
                    </a:cubicBezTo>
                    <a:cubicBezTo>
                      <a:pt x="2312915" y="1990836"/>
                      <a:pt x="2373874" y="1993314"/>
                      <a:pt x="2434456" y="1999410"/>
                    </a:cubicBezTo>
                    <a:cubicBezTo>
                      <a:pt x="2459029" y="2001887"/>
                      <a:pt x="2482652" y="2012745"/>
                      <a:pt x="2506847" y="2019603"/>
                    </a:cubicBezTo>
                    <a:cubicBezTo>
                      <a:pt x="2511800" y="2020937"/>
                      <a:pt x="2517327" y="2023033"/>
                      <a:pt x="2522279" y="2022080"/>
                    </a:cubicBezTo>
                    <a:cubicBezTo>
                      <a:pt x="2576191" y="2012555"/>
                      <a:pt x="2626677" y="2026461"/>
                      <a:pt x="2676398" y="2044751"/>
                    </a:cubicBezTo>
                    <a:cubicBezTo>
                      <a:pt x="2681540" y="2046656"/>
                      <a:pt x="2687827" y="2046084"/>
                      <a:pt x="2693543" y="2045703"/>
                    </a:cubicBezTo>
                    <a:cubicBezTo>
                      <a:pt x="2709548" y="2044370"/>
                      <a:pt x="2726882" y="2037701"/>
                      <a:pt x="2741360" y="2041701"/>
                    </a:cubicBezTo>
                    <a:cubicBezTo>
                      <a:pt x="2779842" y="2052753"/>
                      <a:pt x="2817943" y="2066087"/>
                      <a:pt x="2854140" y="2082851"/>
                    </a:cubicBezTo>
                    <a:cubicBezTo>
                      <a:pt x="2890910" y="2099805"/>
                      <a:pt x="2925008" y="2114095"/>
                      <a:pt x="2967110" y="2096949"/>
                    </a:cubicBezTo>
                    <a:cubicBezTo>
                      <a:pt x="2985016" y="2089709"/>
                      <a:pt x="3008639" y="2094853"/>
                      <a:pt x="3029216" y="2096757"/>
                    </a:cubicBezTo>
                    <a:cubicBezTo>
                      <a:pt x="3044264" y="2098282"/>
                      <a:pt x="3058743" y="2106856"/>
                      <a:pt x="3073604" y="2106856"/>
                    </a:cubicBezTo>
                    <a:cubicBezTo>
                      <a:pt x="3113231" y="2106856"/>
                      <a:pt x="3148472" y="2116953"/>
                      <a:pt x="3182763" y="2137527"/>
                    </a:cubicBezTo>
                    <a:cubicBezTo>
                      <a:pt x="3196102" y="2145528"/>
                      <a:pt x="3216867" y="2140193"/>
                      <a:pt x="3234202" y="2142289"/>
                    </a:cubicBezTo>
                    <a:cubicBezTo>
                      <a:pt x="3252492" y="2144765"/>
                      <a:pt x="3271348" y="2147051"/>
                      <a:pt x="3288877" y="2152578"/>
                    </a:cubicBezTo>
                    <a:cubicBezTo>
                      <a:pt x="3334216" y="2167056"/>
                      <a:pt x="3378986" y="2183439"/>
                      <a:pt x="3424135" y="2198680"/>
                    </a:cubicBezTo>
                    <a:cubicBezTo>
                      <a:pt x="3461282" y="2211253"/>
                      <a:pt x="3497862" y="2201347"/>
                      <a:pt x="3534629" y="2196013"/>
                    </a:cubicBezTo>
                    <a:cubicBezTo>
                      <a:pt x="3557682" y="2192583"/>
                      <a:pt x="3579206" y="2184391"/>
                      <a:pt x="3605116" y="2196583"/>
                    </a:cubicBezTo>
                    <a:cubicBezTo>
                      <a:pt x="3629882" y="2208205"/>
                      <a:pt x="3661315" y="2205537"/>
                      <a:pt x="3689131" y="2211824"/>
                    </a:cubicBezTo>
                    <a:cubicBezTo>
                      <a:pt x="3712565" y="2217157"/>
                      <a:pt x="3735231" y="2225732"/>
                      <a:pt x="3757902" y="2234114"/>
                    </a:cubicBezTo>
                    <a:cubicBezTo>
                      <a:pt x="3788766" y="2245545"/>
                      <a:pt x="3819245" y="2257545"/>
                      <a:pt x="3852966" y="2251831"/>
                    </a:cubicBezTo>
                    <a:cubicBezTo>
                      <a:pt x="3891259" y="2245353"/>
                      <a:pt x="3917546" y="2269738"/>
                      <a:pt x="3947648" y="2285932"/>
                    </a:cubicBezTo>
                    <a:cubicBezTo>
                      <a:pt x="3968414" y="2296980"/>
                      <a:pt x="3991083" y="2305172"/>
                      <a:pt x="4013753" y="2312031"/>
                    </a:cubicBezTo>
                    <a:cubicBezTo>
                      <a:pt x="4044043" y="2320985"/>
                      <a:pt x="4075285" y="2326320"/>
                      <a:pt x="4105766" y="2335082"/>
                    </a:cubicBezTo>
                    <a:cubicBezTo>
                      <a:pt x="4151870" y="2348226"/>
                      <a:pt x="4198546" y="2358514"/>
                      <a:pt x="4246551" y="2351274"/>
                    </a:cubicBezTo>
                    <a:cubicBezTo>
                      <a:pt x="4268649" y="2348036"/>
                      <a:pt x="4289227" y="2348226"/>
                      <a:pt x="4311323" y="2352991"/>
                    </a:cubicBezTo>
                    <a:cubicBezTo>
                      <a:pt x="4347518" y="2360801"/>
                      <a:pt x="4384668" y="2361753"/>
                      <a:pt x="4413817" y="2390899"/>
                    </a:cubicBezTo>
                    <a:cubicBezTo>
                      <a:pt x="4424104" y="2401188"/>
                      <a:pt x="4442581" y="2403853"/>
                      <a:pt x="4457632" y="2409188"/>
                    </a:cubicBezTo>
                    <a:cubicBezTo>
                      <a:pt x="4474969" y="2415476"/>
                      <a:pt x="4487731" y="2412236"/>
                      <a:pt x="4497068" y="2393947"/>
                    </a:cubicBezTo>
                    <a:cubicBezTo>
                      <a:pt x="4501257" y="2385757"/>
                      <a:pt x="4513260" y="2377755"/>
                      <a:pt x="4522596" y="2376421"/>
                    </a:cubicBezTo>
                    <a:cubicBezTo>
                      <a:pt x="4550599" y="2372421"/>
                      <a:pt x="4576318" y="2378327"/>
                      <a:pt x="4603368" y="2391282"/>
                    </a:cubicBezTo>
                    <a:cubicBezTo>
                      <a:pt x="4628705" y="2403474"/>
                      <a:pt x="4660331" y="2402140"/>
                      <a:pt x="4689098" y="2406903"/>
                    </a:cubicBezTo>
                    <a:cubicBezTo>
                      <a:pt x="4699289" y="2408618"/>
                      <a:pt x="4709482" y="2411237"/>
                      <a:pt x="4719697" y="2413428"/>
                    </a:cubicBezTo>
                    <a:lnTo>
                      <a:pt x="4726469" y="2414298"/>
                    </a:lnTo>
                    <a:lnTo>
                      <a:pt x="4785776" y="2414298"/>
                    </a:lnTo>
                    <a:lnTo>
                      <a:pt x="4788661" y="2414047"/>
                    </a:lnTo>
                    <a:cubicBezTo>
                      <a:pt x="4801401" y="2412237"/>
                      <a:pt x="4814166" y="2410142"/>
                      <a:pt x="4827024" y="2408999"/>
                    </a:cubicBezTo>
                    <a:cubicBezTo>
                      <a:pt x="4847027" y="2407095"/>
                      <a:pt x="4867412" y="2407856"/>
                      <a:pt x="4887415" y="2405570"/>
                    </a:cubicBezTo>
                    <a:cubicBezTo>
                      <a:pt x="4903799" y="2403853"/>
                      <a:pt x="4919991" y="2399474"/>
                      <a:pt x="4936184" y="2395853"/>
                    </a:cubicBezTo>
                    <a:cubicBezTo>
                      <a:pt x="4942089" y="2394520"/>
                      <a:pt x="4947996" y="2389376"/>
                      <a:pt x="4953328" y="2390138"/>
                    </a:cubicBezTo>
                    <a:cubicBezTo>
                      <a:pt x="5006292" y="2398330"/>
                      <a:pt x="5044391" y="2361753"/>
                      <a:pt x="5089162" y="2345560"/>
                    </a:cubicBezTo>
                    <a:cubicBezTo>
                      <a:pt x="5136216" y="2328413"/>
                      <a:pt x="5181748" y="2302124"/>
                      <a:pt x="5234326" y="2309935"/>
                    </a:cubicBezTo>
                    <a:cubicBezTo>
                      <a:pt x="5266141" y="2314697"/>
                      <a:pt x="5296812" y="2325747"/>
                      <a:pt x="5328438" y="2332416"/>
                    </a:cubicBezTo>
                    <a:cubicBezTo>
                      <a:pt x="5339677" y="2334701"/>
                      <a:pt x="5352250" y="2334320"/>
                      <a:pt x="5363491" y="2332034"/>
                    </a:cubicBezTo>
                    <a:cubicBezTo>
                      <a:pt x="5417784" y="2321555"/>
                      <a:pt x="5471316" y="2320032"/>
                      <a:pt x="5524660" y="2337178"/>
                    </a:cubicBezTo>
                    <a:cubicBezTo>
                      <a:pt x="5533802" y="2340036"/>
                      <a:pt x="5543518" y="2342701"/>
                      <a:pt x="5553045" y="2342701"/>
                    </a:cubicBezTo>
                    <a:cubicBezTo>
                      <a:pt x="5605244" y="2342701"/>
                      <a:pt x="5656488" y="2338701"/>
                      <a:pt x="5706401" y="2320032"/>
                    </a:cubicBezTo>
                    <a:cubicBezTo>
                      <a:pt x="5723166" y="2313745"/>
                      <a:pt x="5743551" y="2317745"/>
                      <a:pt x="5762029" y="2316221"/>
                    </a:cubicBezTo>
                    <a:cubicBezTo>
                      <a:pt x="5779174" y="2314889"/>
                      <a:pt x="5796702" y="2314317"/>
                      <a:pt x="5813276" y="2309935"/>
                    </a:cubicBezTo>
                    <a:cubicBezTo>
                      <a:pt x="5837472" y="2303459"/>
                      <a:pt x="5859949" y="2302697"/>
                      <a:pt x="5884906" y="2308411"/>
                    </a:cubicBezTo>
                    <a:cubicBezTo>
                      <a:pt x="5908719" y="2313745"/>
                      <a:pt x="5934438" y="2311079"/>
                      <a:pt x="5959204" y="2311269"/>
                    </a:cubicBezTo>
                    <a:cubicBezTo>
                      <a:pt x="5986828" y="2311459"/>
                      <a:pt x="6014449" y="2311649"/>
                      <a:pt x="6042072" y="2310697"/>
                    </a:cubicBezTo>
                    <a:cubicBezTo>
                      <a:pt x="6053124" y="2310317"/>
                      <a:pt x="6065695" y="2302697"/>
                      <a:pt x="6074842" y="2305745"/>
                    </a:cubicBezTo>
                    <a:cubicBezTo>
                      <a:pt x="6104368" y="2316031"/>
                      <a:pt x="6133897" y="2303649"/>
                      <a:pt x="6163425" y="2309172"/>
                    </a:cubicBezTo>
                    <a:cubicBezTo>
                      <a:pt x="6177905" y="2312031"/>
                      <a:pt x="6194288" y="2304220"/>
                      <a:pt x="6209909" y="2303459"/>
                    </a:cubicBezTo>
                    <a:cubicBezTo>
                      <a:pt x="6235437" y="2302124"/>
                      <a:pt x="6260964" y="2302697"/>
                      <a:pt x="6286493" y="2302315"/>
                    </a:cubicBezTo>
                    <a:cubicBezTo>
                      <a:pt x="6294876" y="2302124"/>
                      <a:pt x="6303068" y="2301362"/>
                      <a:pt x="6311449" y="2300980"/>
                    </a:cubicBezTo>
                    <a:cubicBezTo>
                      <a:pt x="6318880" y="2300601"/>
                      <a:pt x="6326691" y="2298887"/>
                      <a:pt x="6333739" y="2300218"/>
                    </a:cubicBezTo>
                    <a:cubicBezTo>
                      <a:pt x="6359268" y="2304983"/>
                      <a:pt x="6384414" y="2312793"/>
                      <a:pt x="6410131" y="2315841"/>
                    </a:cubicBezTo>
                    <a:cubicBezTo>
                      <a:pt x="6432420" y="2318507"/>
                      <a:pt x="6455472" y="2314889"/>
                      <a:pt x="6477951" y="2316793"/>
                    </a:cubicBezTo>
                    <a:cubicBezTo>
                      <a:pt x="6517576" y="2320032"/>
                      <a:pt x="6557201" y="2325747"/>
                      <a:pt x="6596828" y="2329368"/>
                    </a:cubicBezTo>
                    <a:cubicBezTo>
                      <a:pt x="6605401" y="2330130"/>
                      <a:pt x="6614353" y="2325365"/>
                      <a:pt x="6623118" y="2324985"/>
                    </a:cubicBezTo>
                    <a:cubicBezTo>
                      <a:pt x="6650551" y="2324033"/>
                      <a:pt x="6677984" y="2323841"/>
                      <a:pt x="6705417" y="2323272"/>
                    </a:cubicBezTo>
                    <a:cubicBezTo>
                      <a:pt x="6721038" y="2323080"/>
                      <a:pt x="6736851" y="2323651"/>
                      <a:pt x="6752283" y="2321937"/>
                    </a:cubicBezTo>
                    <a:cubicBezTo>
                      <a:pt x="6772665" y="2319651"/>
                      <a:pt x="6791144" y="2316221"/>
                      <a:pt x="6810195" y="2331082"/>
                    </a:cubicBezTo>
                    <a:cubicBezTo>
                      <a:pt x="6839534" y="2354132"/>
                      <a:pt x="6876872" y="2345178"/>
                      <a:pt x="6910782" y="2350512"/>
                    </a:cubicBezTo>
                    <a:cubicBezTo>
                      <a:pt x="6919547" y="2351847"/>
                      <a:pt x="6928501" y="2352036"/>
                      <a:pt x="6937263" y="2353561"/>
                    </a:cubicBezTo>
                    <a:cubicBezTo>
                      <a:pt x="6953457" y="2356418"/>
                      <a:pt x="6969457" y="2359657"/>
                      <a:pt x="6985653" y="2362897"/>
                    </a:cubicBezTo>
                    <a:cubicBezTo>
                      <a:pt x="6988509" y="2363467"/>
                      <a:pt x="6991747" y="2363659"/>
                      <a:pt x="6994415" y="2364611"/>
                    </a:cubicBezTo>
                    <a:cubicBezTo>
                      <a:pt x="7018991" y="2372611"/>
                      <a:pt x="7043184" y="2381755"/>
                      <a:pt x="7068141" y="2388234"/>
                    </a:cubicBezTo>
                    <a:cubicBezTo>
                      <a:pt x="7080334" y="2391472"/>
                      <a:pt x="7093860" y="2391853"/>
                      <a:pt x="7106432" y="2390138"/>
                    </a:cubicBezTo>
                    <a:cubicBezTo>
                      <a:pt x="7143199" y="2385185"/>
                      <a:pt x="7179587" y="2383089"/>
                      <a:pt x="7216547" y="2390330"/>
                    </a:cubicBezTo>
                    <a:cubicBezTo>
                      <a:pt x="7231214" y="2393186"/>
                      <a:pt x="7247599" y="2388424"/>
                      <a:pt x="7263220" y="2386709"/>
                    </a:cubicBezTo>
                    <a:cubicBezTo>
                      <a:pt x="7300559" y="2382137"/>
                      <a:pt x="7337899" y="2377183"/>
                      <a:pt x="7375428" y="2372803"/>
                    </a:cubicBezTo>
                    <a:cubicBezTo>
                      <a:pt x="7398860" y="2370135"/>
                      <a:pt x="7422483" y="2368611"/>
                      <a:pt x="7445916" y="2365945"/>
                    </a:cubicBezTo>
                    <a:cubicBezTo>
                      <a:pt x="7472967" y="2362705"/>
                      <a:pt x="7499828" y="2357753"/>
                      <a:pt x="7526880" y="2355084"/>
                    </a:cubicBezTo>
                    <a:cubicBezTo>
                      <a:pt x="7557742" y="2352036"/>
                      <a:pt x="7588795" y="2351466"/>
                      <a:pt x="7619655" y="2348226"/>
                    </a:cubicBezTo>
                    <a:cubicBezTo>
                      <a:pt x="7676047" y="2341940"/>
                      <a:pt x="7732247" y="2334509"/>
                      <a:pt x="7788636" y="2327461"/>
                    </a:cubicBezTo>
                    <a:cubicBezTo>
                      <a:pt x="7843311" y="2320603"/>
                      <a:pt x="7897987" y="2314507"/>
                      <a:pt x="7952280" y="2305935"/>
                    </a:cubicBezTo>
                    <a:cubicBezTo>
                      <a:pt x="7975142" y="2302315"/>
                      <a:pt x="7996859" y="2292408"/>
                      <a:pt x="8019339" y="2286884"/>
                    </a:cubicBezTo>
                    <a:cubicBezTo>
                      <a:pt x="8058774" y="2277357"/>
                      <a:pt x="8098590" y="2269357"/>
                      <a:pt x="8137835" y="2259832"/>
                    </a:cubicBezTo>
                    <a:cubicBezTo>
                      <a:pt x="8155359" y="2255641"/>
                      <a:pt x="8172124" y="2248593"/>
                      <a:pt x="8189651" y="2243639"/>
                    </a:cubicBezTo>
                    <a:cubicBezTo>
                      <a:pt x="8230992" y="2232208"/>
                      <a:pt x="8272903" y="2222874"/>
                      <a:pt x="8313671" y="2209920"/>
                    </a:cubicBezTo>
                    <a:cubicBezTo>
                      <a:pt x="8362822" y="2194297"/>
                      <a:pt x="8411019" y="2175439"/>
                      <a:pt x="8459979" y="2158864"/>
                    </a:cubicBezTo>
                    <a:cubicBezTo>
                      <a:pt x="8478269" y="2152578"/>
                      <a:pt x="8497511" y="2148957"/>
                      <a:pt x="8516369" y="2144003"/>
                    </a:cubicBezTo>
                    <a:cubicBezTo>
                      <a:pt x="8563425" y="2131431"/>
                      <a:pt x="8610288" y="2118095"/>
                      <a:pt x="8657726" y="2106284"/>
                    </a:cubicBezTo>
                    <a:cubicBezTo>
                      <a:pt x="8675253" y="2101901"/>
                      <a:pt x="8693731" y="2102284"/>
                      <a:pt x="8711448" y="2098664"/>
                    </a:cubicBezTo>
                    <a:cubicBezTo>
                      <a:pt x="8732023" y="2094472"/>
                      <a:pt x="8752407" y="2089138"/>
                      <a:pt x="8772219" y="2082280"/>
                    </a:cubicBezTo>
                    <a:cubicBezTo>
                      <a:pt x="8796985" y="2073707"/>
                      <a:pt x="8820990" y="2062659"/>
                      <a:pt x="8845565" y="2053705"/>
                    </a:cubicBezTo>
                    <a:cubicBezTo>
                      <a:pt x="8886142" y="2039034"/>
                      <a:pt x="8926911" y="2024557"/>
                      <a:pt x="8967871" y="2011221"/>
                    </a:cubicBezTo>
                    <a:cubicBezTo>
                      <a:pt x="8983301" y="2006268"/>
                      <a:pt x="9000257" y="2005697"/>
                      <a:pt x="9015878" y="2001124"/>
                    </a:cubicBezTo>
                    <a:cubicBezTo>
                      <a:pt x="9088840" y="1979597"/>
                      <a:pt x="9161805" y="1957880"/>
                      <a:pt x="9234579" y="1935209"/>
                    </a:cubicBezTo>
                    <a:cubicBezTo>
                      <a:pt x="9272298" y="1923399"/>
                      <a:pt x="9308875" y="1908538"/>
                      <a:pt x="9346597" y="1896917"/>
                    </a:cubicBezTo>
                    <a:cubicBezTo>
                      <a:pt x="9369267" y="1889869"/>
                      <a:pt x="9393650" y="1887773"/>
                      <a:pt x="9416321" y="1880724"/>
                    </a:cubicBezTo>
                    <a:cubicBezTo>
                      <a:pt x="9437278" y="1874247"/>
                      <a:pt x="9456709" y="1863578"/>
                      <a:pt x="9477283" y="1856149"/>
                    </a:cubicBezTo>
                    <a:cubicBezTo>
                      <a:pt x="9540152" y="1833097"/>
                      <a:pt x="9603971" y="1811953"/>
                      <a:pt x="9666265" y="1787186"/>
                    </a:cubicBezTo>
                    <a:cubicBezTo>
                      <a:pt x="9696749" y="1775183"/>
                      <a:pt x="9725323" y="1757849"/>
                      <a:pt x="9754088" y="1741464"/>
                    </a:cubicBezTo>
                    <a:cubicBezTo>
                      <a:pt x="9802858" y="1713841"/>
                      <a:pt x="9850865" y="1685074"/>
                      <a:pt x="9899446" y="1656880"/>
                    </a:cubicBezTo>
                    <a:cubicBezTo>
                      <a:pt x="9935832" y="1635924"/>
                      <a:pt x="9968027" y="1611347"/>
                      <a:pt x="9993175" y="1576487"/>
                    </a:cubicBezTo>
                    <a:cubicBezTo>
                      <a:pt x="10004797" y="1560484"/>
                      <a:pt x="10024990" y="1546768"/>
                      <a:pt x="10044230" y="1540480"/>
                    </a:cubicBezTo>
                    <a:cubicBezTo>
                      <a:pt x="10078713" y="1529241"/>
                      <a:pt x="10104430" y="1507522"/>
                      <a:pt x="10131863" y="1485613"/>
                    </a:cubicBezTo>
                    <a:cubicBezTo>
                      <a:pt x="10166536" y="1457801"/>
                      <a:pt x="10203304" y="1431509"/>
                      <a:pt x="10242357" y="1410555"/>
                    </a:cubicBezTo>
                    <a:cubicBezTo>
                      <a:pt x="10280840" y="1389980"/>
                      <a:pt x="10324086" y="1378549"/>
                      <a:pt x="10363709" y="1359499"/>
                    </a:cubicBezTo>
                    <a:cubicBezTo>
                      <a:pt x="10386952" y="1348259"/>
                      <a:pt x="10407146" y="1330353"/>
                      <a:pt x="10428291" y="1314920"/>
                    </a:cubicBezTo>
                    <a:cubicBezTo>
                      <a:pt x="10449438" y="1299489"/>
                      <a:pt x="10470394" y="1283486"/>
                      <a:pt x="10490969" y="1267104"/>
                    </a:cubicBezTo>
                    <a:cubicBezTo>
                      <a:pt x="10502208" y="1258149"/>
                      <a:pt x="10511734" y="1246909"/>
                      <a:pt x="10523354" y="1238337"/>
                    </a:cubicBezTo>
                    <a:cubicBezTo>
                      <a:pt x="10545263" y="1222334"/>
                      <a:pt x="10569075" y="1208808"/>
                      <a:pt x="10590031" y="1191664"/>
                    </a:cubicBezTo>
                    <a:cubicBezTo>
                      <a:pt x="10610225" y="1175089"/>
                      <a:pt x="10633467" y="1166707"/>
                      <a:pt x="10656519" y="1156038"/>
                    </a:cubicBezTo>
                    <a:cubicBezTo>
                      <a:pt x="10674046" y="1148036"/>
                      <a:pt x="10686617" y="1130320"/>
                      <a:pt x="10703573" y="1120603"/>
                    </a:cubicBezTo>
                    <a:cubicBezTo>
                      <a:pt x="10727767" y="1106697"/>
                      <a:pt x="10746246" y="1089553"/>
                      <a:pt x="10764534" y="1067643"/>
                    </a:cubicBezTo>
                    <a:cubicBezTo>
                      <a:pt x="10785111" y="1043068"/>
                      <a:pt x="10820162" y="1029732"/>
                      <a:pt x="10850453" y="1014301"/>
                    </a:cubicBezTo>
                    <a:cubicBezTo>
                      <a:pt x="10876171" y="1001157"/>
                      <a:pt x="10906081" y="995632"/>
                      <a:pt x="10929704" y="980201"/>
                    </a:cubicBezTo>
                    <a:cubicBezTo>
                      <a:pt x="10946279" y="969342"/>
                      <a:pt x="10958661" y="948957"/>
                      <a:pt x="10967423" y="930289"/>
                    </a:cubicBezTo>
                    <a:cubicBezTo>
                      <a:pt x="10987046" y="887995"/>
                      <a:pt x="11021146" y="861897"/>
                      <a:pt x="11058869" y="838084"/>
                    </a:cubicBezTo>
                    <a:cubicBezTo>
                      <a:pt x="11097350" y="813699"/>
                      <a:pt x="11133927" y="786836"/>
                      <a:pt x="11172600" y="762834"/>
                    </a:cubicBezTo>
                    <a:cubicBezTo>
                      <a:pt x="11211843" y="738638"/>
                      <a:pt x="11243658" y="706443"/>
                      <a:pt x="11275283" y="673676"/>
                    </a:cubicBezTo>
                    <a:cubicBezTo>
                      <a:pt x="11288238" y="660150"/>
                      <a:pt x="11305192" y="650434"/>
                      <a:pt x="11320623" y="639195"/>
                    </a:cubicBezTo>
                    <a:cubicBezTo>
                      <a:pt x="11338339" y="626241"/>
                      <a:pt x="11355296" y="611953"/>
                      <a:pt x="11374346" y="601664"/>
                    </a:cubicBezTo>
                    <a:cubicBezTo>
                      <a:pt x="11398160" y="588709"/>
                      <a:pt x="11424069" y="579757"/>
                      <a:pt x="11448453" y="567755"/>
                    </a:cubicBezTo>
                    <a:cubicBezTo>
                      <a:pt x="11476838" y="553657"/>
                      <a:pt x="11505795" y="539750"/>
                      <a:pt x="11532275" y="522605"/>
                    </a:cubicBezTo>
                    <a:cubicBezTo>
                      <a:pt x="11545039" y="514413"/>
                      <a:pt x="11553613" y="499363"/>
                      <a:pt x="11562947" y="486598"/>
                    </a:cubicBezTo>
                    <a:cubicBezTo>
                      <a:pt x="11599714" y="436305"/>
                      <a:pt x="11635529" y="385441"/>
                      <a:pt x="11672489" y="335337"/>
                    </a:cubicBezTo>
                    <a:cubicBezTo>
                      <a:pt x="11712304" y="281424"/>
                      <a:pt x="11763931" y="241608"/>
                      <a:pt x="11821656" y="207889"/>
                    </a:cubicBezTo>
                    <a:cubicBezTo>
                      <a:pt x="11877664" y="175312"/>
                      <a:pt x="11931195" y="138734"/>
                      <a:pt x="11986443" y="104824"/>
                    </a:cubicBezTo>
                    <a:cubicBezTo>
                      <a:pt x="11998443" y="97395"/>
                      <a:pt x="12013114" y="94347"/>
                      <a:pt x="12026448" y="88821"/>
                    </a:cubicBezTo>
                    <a:cubicBezTo>
                      <a:pt x="12072360" y="69580"/>
                      <a:pt x="12118083" y="50147"/>
                      <a:pt x="12160947" y="28621"/>
                    </a:cubicBezTo>
                    <a:lnTo>
                      <a:pt x="12192000" y="0"/>
                    </a:lnTo>
                    <a:close/>
                  </a:path>
                </a:pathLst>
              </a:custGeom>
              <a:solidFill>
                <a:schemeClr val="bg1">
                  <a:alpha val="14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36" name="Group 35">
              <a:extLst>
                <a:ext uri="{FF2B5EF4-FFF2-40B4-BE49-F238E27FC236}">
                  <a16:creationId xmlns:a16="http://schemas.microsoft.com/office/drawing/2014/main" id="{05148B0F-801C-45A1-80C1-EEC25A22A7C6}"/>
                </a:ext>
                <a:ext uri="{C183D7F6-B498-43B3-948B-1728B52AA6E4}">
                  <adec:decorative xmlns:adec="http://schemas.microsoft.com/office/drawing/2017/decorative" val="1"/>
                </a:ext>
              </a:extLst>
            </p:cNvPr>
            <p:cNvGrpSpPr/>
            <p:nvPr>
              <p:extLst>
                <p:ext uri="{386F3935-93C4-4BCD-93E2-E3B085C9AB24}">
                  <p16:designElem xmlns:p16="http://schemas.microsoft.com/office/powerpoint/2015/main" val="1"/>
                </p:ext>
              </p:extLst>
            </p:nvPr>
          </p:nvGrpSpPr>
          <p:grpSpPr>
            <a:xfrm>
              <a:off x="544" y="3296011"/>
              <a:ext cx="12191456" cy="2849975"/>
              <a:chOff x="544" y="3296011"/>
              <a:chExt cx="12191456" cy="2849975"/>
            </a:xfrm>
          </p:grpSpPr>
          <p:sp>
            <p:nvSpPr>
              <p:cNvPr id="37" name="Freeform: Shape 36">
                <a:extLst>
                  <a:ext uri="{FF2B5EF4-FFF2-40B4-BE49-F238E27FC236}">
                    <a16:creationId xmlns:a16="http://schemas.microsoft.com/office/drawing/2014/main" id="{E7715ED9-C8CE-4651-82AA-1C4B5F14A03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4" y="3296011"/>
                <a:ext cx="12191456" cy="2849975"/>
              </a:xfrm>
              <a:custGeom>
                <a:avLst/>
                <a:gdLst>
                  <a:gd name="connsiteX0" fmla="*/ 6095524 w 6095524"/>
                  <a:gd name="connsiteY0" fmla="*/ 0 h 1424940"/>
                  <a:gd name="connsiteX1" fmla="*/ 6095524 w 6095524"/>
                  <a:gd name="connsiteY1" fmla="*/ 17431 h 1424940"/>
                  <a:gd name="connsiteX2" fmla="*/ 6095524 w 6095524"/>
                  <a:gd name="connsiteY2" fmla="*/ 216290 h 1424940"/>
                  <a:gd name="connsiteX3" fmla="*/ 6079998 w 6095524"/>
                  <a:gd name="connsiteY3" fmla="*/ 230600 h 1424940"/>
                  <a:gd name="connsiteX4" fmla="*/ 6012751 w 6095524"/>
                  <a:gd name="connsiteY4" fmla="*/ 260699 h 1424940"/>
                  <a:gd name="connsiteX5" fmla="*/ 5992749 w 6095524"/>
                  <a:gd name="connsiteY5" fmla="*/ 268700 h 1424940"/>
                  <a:gd name="connsiteX6" fmla="*/ 5910358 w 6095524"/>
                  <a:gd name="connsiteY6" fmla="*/ 320231 h 1424940"/>
                  <a:gd name="connsiteX7" fmla="*/ 5835777 w 6095524"/>
                  <a:gd name="connsiteY7" fmla="*/ 383953 h 1424940"/>
                  <a:gd name="connsiteX8" fmla="*/ 5781008 w 6095524"/>
                  <a:gd name="connsiteY8" fmla="*/ 459581 h 1424940"/>
                  <a:gd name="connsiteX9" fmla="*/ 5765673 w 6095524"/>
                  <a:gd name="connsiteY9" fmla="*/ 477584 h 1424940"/>
                  <a:gd name="connsiteX10" fmla="*/ 5723763 w 6095524"/>
                  <a:gd name="connsiteY10" fmla="*/ 500158 h 1424940"/>
                  <a:gd name="connsiteX11" fmla="*/ 5686711 w 6095524"/>
                  <a:gd name="connsiteY11" fmla="*/ 517112 h 1424940"/>
                  <a:gd name="connsiteX12" fmla="*/ 5659850 w 6095524"/>
                  <a:gd name="connsiteY12" fmla="*/ 535877 h 1424940"/>
                  <a:gd name="connsiteX13" fmla="*/ 5637181 w 6095524"/>
                  <a:gd name="connsiteY13" fmla="*/ 553117 h 1424940"/>
                  <a:gd name="connsiteX14" fmla="*/ 5585841 w 6095524"/>
                  <a:gd name="connsiteY14" fmla="*/ 597694 h 1424940"/>
                  <a:gd name="connsiteX15" fmla="*/ 5528977 w 6095524"/>
                  <a:gd name="connsiteY15" fmla="*/ 635318 h 1424940"/>
                  <a:gd name="connsiteX16" fmla="*/ 5483256 w 6095524"/>
                  <a:gd name="connsiteY16" fmla="*/ 681419 h 1424940"/>
                  <a:gd name="connsiteX17" fmla="*/ 5464397 w 6095524"/>
                  <a:gd name="connsiteY17" fmla="*/ 706374 h 1424940"/>
                  <a:gd name="connsiteX18" fmla="*/ 5424773 w 6095524"/>
                  <a:gd name="connsiteY18" fmla="*/ 723424 h 1424940"/>
                  <a:gd name="connsiteX19" fmla="*/ 5381815 w 6095524"/>
                  <a:gd name="connsiteY19" fmla="*/ 750094 h 1424940"/>
                  <a:gd name="connsiteX20" fmla="*/ 5351335 w 6095524"/>
                  <a:gd name="connsiteY20" fmla="*/ 776573 h 1424940"/>
                  <a:gd name="connsiteX21" fmla="*/ 5327809 w 6095524"/>
                  <a:gd name="connsiteY21" fmla="*/ 794290 h 1424940"/>
                  <a:gd name="connsiteX22" fmla="*/ 5294566 w 6095524"/>
                  <a:gd name="connsiteY22" fmla="*/ 812102 h 1424940"/>
                  <a:gd name="connsiteX23" fmla="*/ 5261229 w 6095524"/>
                  <a:gd name="connsiteY23" fmla="*/ 835438 h 1424940"/>
                  <a:gd name="connsiteX24" fmla="*/ 5245037 w 6095524"/>
                  <a:gd name="connsiteY24" fmla="*/ 849821 h 1424940"/>
                  <a:gd name="connsiteX25" fmla="*/ 5213699 w 6095524"/>
                  <a:gd name="connsiteY25" fmla="*/ 873728 h 1424940"/>
                  <a:gd name="connsiteX26" fmla="*/ 5181409 w 6095524"/>
                  <a:gd name="connsiteY26" fmla="*/ 896017 h 1424940"/>
                  <a:gd name="connsiteX27" fmla="*/ 5120735 w 6095524"/>
                  <a:gd name="connsiteY27" fmla="*/ 921544 h 1424940"/>
                  <a:gd name="connsiteX28" fmla="*/ 5065490 w 6095524"/>
                  <a:gd name="connsiteY28" fmla="*/ 959072 h 1424940"/>
                  <a:gd name="connsiteX29" fmla="*/ 5021675 w 6095524"/>
                  <a:gd name="connsiteY29" fmla="*/ 986504 h 1424940"/>
                  <a:gd name="connsiteX30" fmla="*/ 4996148 w 6095524"/>
                  <a:gd name="connsiteY30" fmla="*/ 1004507 h 1424940"/>
                  <a:gd name="connsiteX31" fmla="*/ 4949285 w 6095524"/>
                  <a:gd name="connsiteY31" fmla="*/ 1044702 h 1424940"/>
                  <a:gd name="connsiteX32" fmla="*/ 4876609 w 6095524"/>
                  <a:gd name="connsiteY32" fmla="*/ 1086993 h 1424940"/>
                  <a:gd name="connsiteX33" fmla="*/ 4832699 w 6095524"/>
                  <a:gd name="connsiteY33" fmla="*/ 1109853 h 1424940"/>
                  <a:gd name="connsiteX34" fmla="*/ 4738211 w 6095524"/>
                  <a:gd name="connsiteY34" fmla="*/ 1144334 h 1424940"/>
                  <a:gd name="connsiteX35" fmla="*/ 4707731 w 6095524"/>
                  <a:gd name="connsiteY35" fmla="*/ 1156621 h 1424940"/>
                  <a:gd name="connsiteX36" fmla="*/ 4672870 w 6095524"/>
                  <a:gd name="connsiteY36" fmla="*/ 1164717 h 1424940"/>
                  <a:gd name="connsiteX37" fmla="*/ 4616863 w 6095524"/>
                  <a:gd name="connsiteY37" fmla="*/ 1183862 h 1424940"/>
                  <a:gd name="connsiteX38" fmla="*/ 4507516 w 6095524"/>
                  <a:gd name="connsiteY38" fmla="*/ 1216819 h 1424940"/>
                  <a:gd name="connsiteX39" fmla="*/ 4483513 w 6095524"/>
                  <a:gd name="connsiteY39" fmla="*/ 1221867 h 1424940"/>
                  <a:gd name="connsiteX40" fmla="*/ 4422362 w 6095524"/>
                  <a:gd name="connsiteY40" fmla="*/ 1243108 h 1424940"/>
                  <a:gd name="connsiteX41" fmla="*/ 4385691 w 6095524"/>
                  <a:gd name="connsiteY41" fmla="*/ 1257395 h 1424940"/>
                  <a:gd name="connsiteX42" fmla="*/ 4355306 w 6095524"/>
                  <a:gd name="connsiteY42" fmla="*/ 1265587 h 1424940"/>
                  <a:gd name="connsiteX43" fmla="*/ 4328446 w 6095524"/>
                  <a:gd name="connsiteY43" fmla="*/ 1269397 h 1424940"/>
                  <a:gd name="connsiteX44" fmla="*/ 4257770 w 6095524"/>
                  <a:gd name="connsiteY44" fmla="*/ 1288256 h 1424940"/>
                  <a:gd name="connsiteX45" fmla="*/ 4229576 w 6095524"/>
                  <a:gd name="connsiteY45" fmla="*/ 1295686 h 1424940"/>
                  <a:gd name="connsiteX46" fmla="*/ 4156424 w 6095524"/>
                  <a:gd name="connsiteY46" fmla="*/ 1321213 h 1424940"/>
                  <a:gd name="connsiteX47" fmla="*/ 4094416 w 6095524"/>
                  <a:gd name="connsiteY47" fmla="*/ 1338072 h 1424940"/>
                  <a:gd name="connsiteX48" fmla="*/ 4068509 w 6095524"/>
                  <a:gd name="connsiteY48" fmla="*/ 1346168 h 1424940"/>
                  <a:gd name="connsiteX49" fmla="*/ 4009263 w 6095524"/>
                  <a:gd name="connsiteY49" fmla="*/ 1359694 h 1424940"/>
                  <a:gd name="connsiteX50" fmla="*/ 3975735 w 6095524"/>
                  <a:gd name="connsiteY50" fmla="*/ 1369219 h 1424940"/>
                  <a:gd name="connsiteX51" fmla="*/ 3893915 w 6095524"/>
                  <a:gd name="connsiteY51" fmla="*/ 1379982 h 1424940"/>
                  <a:gd name="connsiteX52" fmla="*/ 3809428 w 6095524"/>
                  <a:gd name="connsiteY52" fmla="*/ 1390364 h 1424940"/>
                  <a:gd name="connsiteX53" fmla="*/ 3763042 w 6095524"/>
                  <a:gd name="connsiteY53" fmla="*/ 1393793 h 1424940"/>
                  <a:gd name="connsiteX54" fmla="*/ 3722561 w 6095524"/>
                  <a:gd name="connsiteY54" fmla="*/ 1399223 h 1424940"/>
                  <a:gd name="connsiteX55" fmla="*/ 3687318 w 6095524"/>
                  <a:gd name="connsiteY55" fmla="*/ 1402652 h 1424940"/>
                  <a:gd name="connsiteX56" fmla="*/ 3631216 w 6095524"/>
                  <a:gd name="connsiteY56" fmla="*/ 1409605 h 1424940"/>
                  <a:gd name="connsiteX57" fmla="*/ 3607880 w 6095524"/>
                  <a:gd name="connsiteY57" fmla="*/ 1411415 h 1424940"/>
                  <a:gd name="connsiteX58" fmla="*/ 3552825 w 6095524"/>
                  <a:gd name="connsiteY58" fmla="*/ 1411319 h 1424940"/>
                  <a:gd name="connsiteX59" fmla="*/ 3533680 w 6095524"/>
                  <a:gd name="connsiteY59" fmla="*/ 1410367 h 1424940"/>
                  <a:gd name="connsiteX60" fmla="*/ 3496818 w 6095524"/>
                  <a:gd name="connsiteY60" fmla="*/ 1398556 h 1424940"/>
                  <a:gd name="connsiteX61" fmla="*/ 3492437 w 6095524"/>
                  <a:gd name="connsiteY61" fmla="*/ 1397699 h 1424940"/>
                  <a:gd name="connsiteX62" fmla="*/ 3468243 w 6095524"/>
                  <a:gd name="connsiteY62" fmla="*/ 1393031 h 1424940"/>
                  <a:gd name="connsiteX63" fmla="*/ 3455003 w 6095524"/>
                  <a:gd name="connsiteY63" fmla="*/ 1391507 h 1424940"/>
                  <a:gd name="connsiteX64" fmla="*/ 3404711 w 6095524"/>
                  <a:gd name="connsiteY64" fmla="*/ 1381792 h 1424940"/>
                  <a:gd name="connsiteX65" fmla="*/ 3375756 w 6095524"/>
                  <a:gd name="connsiteY65" fmla="*/ 1377220 h 1424940"/>
                  <a:gd name="connsiteX66" fmla="*/ 3352324 w 6095524"/>
                  <a:gd name="connsiteY66" fmla="*/ 1377887 h 1424940"/>
                  <a:gd name="connsiteX67" fmla="*/ 3311176 w 6095524"/>
                  <a:gd name="connsiteY67" fmla="*/ 1378744 h 1424940"/>
                  <a:gd name="connsiteX68" fmla="*/ 3298031 w 6095524"/>
                  <a:gd name="connsiteY68" fmla="*/ 1380935 h 1424940"/>
                  <a:gd name="connsiteX69" fmla="*/ 3238595 w 6095524"/>
                  <a:gd name="connsiteY69" fmla="*/ 1374648 h 1424940"/>
                  <a:gd name="connsiteX70" fmla="*/ 3204686 w 6095524"/>
                  <a:gd name="connsiteY70" fmla="*/ 1374172 h 1424940"/>
                  <a:gd name="connsiteX71" fmla="*/ 3166491 w 6095524"/>
                  <a:gd name="connsiteY71" fmla="*/ 1366361 h 1424940"/>
                  <a:gd name="connsiteX72" fmla="*/ 3155347 w 6095524"/>
                  <a:gd name="connsiteY72" fmla="*/ 1366742 h 1424940"/>
                  <a:gd name="connsiteX73" fmla="*/ 3142869 w 6095524"/>
                  <a:gd name="connsiteY73" fmla="*/ 1367409 h 1424940"/>
                  <a:gd name="connsiteX74" fmla="*/ 3104578 w 6095524"/>
                  <a:gd name="connsiteY74" fmla="*/ 1367981 h 1424940"/>
                  <a:gd name="connsiteX75" fmla="*/ 3081337 w 6095524"/>
                  <a:gd name="connsiteY75" fmla="*/ 1370838 h 1424940"/>
                  <a:gd name="connsiteX76" fmla="*/ 3037047 w 6095524"/>
                  <a:gd name="connsiteY76" fmla="*/ 1369124 h 1424940"/>
                  <a:gd name="connsiteX77" fmla="*/ 3020663 w 6095524"/>
                  <a:gd name="connsiteY77" fmla="*/ 1371600 h 1424940"/>
                  <a:gd name="connsiteX78" fmla="*/ 2979230 w 6095524"/>
                  <a:gd name="connsiteY78" fmla="*/ 1371886 h 1424940"/>
                  <a:gd name="connsiteX79" fmla="*/ 2942082 w 6095524"/>
                  <a:gd name="connsiteY79" fmla="*/ 1370457 h 1424940"/>
                  <a:gd name="connsiteX80" fmla="*/ 2906268 w 6095524"/>
                  <a:gd name="connsiteY80" fmla="*/ 1371219 h 1424940"/>
                  <a:gd name="connsiteX81" fmla="*/ 2880646 w 6095524"/>
                  <a:gd name="connsiteY81" fmla="*/ 1374362 h 1424940"/>
                  <a:gd name="connsiteX82" fmla="*/ 2852833 w 6095524"/>
                  <a:gd name="connsiteY82" fmla="*/ 1376267 h 1424940"/>
                  <a:gd name="connsiteX83" fmla="*/ 2776157 w 6095524"/>
                  <a:gd name="connsiteY83" fmla="*/ 1387602 h 1424940"/>
                  <a:gd name="connsiteX84" fmla="*/ 2761965 w 6095524"/>
                  <a:gd name="connsiteY84" fmla="*/ 1384840 h 1424940"/>
                  <a:gd name="connsiteX85" fmla="*/ 2681383 w 6095524"/>
                  <a:gd name="connsiteY85" fmla="*/ 1382268 h 1424940"/>
                  <a:gd name="connsiteX86" fmla="*/ 2663857 w 6095524"/>
                  <a:gd name="connsiteY86" fmla="*/ 1382459 h 1424940"/>
                  <a:gd name="connsiteX87" fmla="*/ 2616803 w 6095524"/>
                  <a:gd name="connsiteY87" fmla="*/ 1371219 h 1424940"/>
                  <a:gd name="connsiteX88" fmla="*/ 2544223 w 6095524"/>
                  <a:gd name="connsiteY88" fmla="*/ 1389031 h 1424940"/>
                  <a:gd name="connsiteX89" fmla="*/ 2476309 w 6095524"/>
                  <a:gd name="connsiteY89" fmla="*/ 1411319 h 1424940"/>
                  <a:gd name="connsiteX90" fmla="*/ 2467737 w 6095524"/>
                  <a:gd name="connsiteY90" fmla="*/ 1414177 h 1424940"/>
                  <a:gd name="connsiteX91" fmla="*/ 2443353 w 6095524"/>
                  <a:gd name="connsiteY91" fmla="*/ 1419035 h 1424940"/>
                  <a:gd name="connsiteX92" fmla="*/ 2413159 w 6095524"/>
                  <a:gd name="connsiteY92" fmla="*/ 1420749 h 1424940"/>
                  <a:gd name="connsiteX93" fmla="*/ 2374868 w 6095524"/>
                  <a:gd name="connsiteY93" fmla="*/ 1424940 h 1424940"/>
                  <a:gd name="connsiteX94" fmla="*/ 2344198 w 6095524"/>
                  <a:gd name="connsiteY94" fmla="*/ 1419701 h 1424940"/>
                  <a:gd name="connsiteX95" fmla="*/ 2301335 w 6095524"/>
                  <a:gd name="connsiteY95" fmla="*/ 1411891 h 1424940"/>
                  <a:gd name="connsiteX96" fmla="*/ 2260949 w 6095524"/>
                  <a:gd name="connsiteY96" fmla="*/ 1404461 h 1424940"/>
                  <a:gd name="connsiteX97" fmla="*/ 2248186 w 6095524"/>
                  <a:gd name="connsiteY97" fmla="*/ 1413224 h 1424940"/>
                  <a:gd name="connsiteX98" fmla="*/ 2228469 w 6095524"/>
                  <a:gd name="connsiteY98" fmla="*/ 1420844 h 1424940"/>
                  <a:gd name="connsiteX99" fmla="*/ 2206562 w 6095524"/>
                  <a:gd name="connsiteY99" fmla="*/ 1411700 h 1424940"/>
                  <a:gd name="connsiteX100" fmla="*/ 2155317 w 6095524"/>
                  <a:gd name="connsiteY100" fmla="*/ 1392746 h 1424940"/>
                  <a:gd name="connsiteX101" fmla="*/ 2122932 w 6095524"/>
                  <a:gd name="connsiteY101" fmla="*/ 1391888 h 1424940"/>
                  <a:gd name="connsiteX102" fmla="*/ 2052542 w 6095524"/>
                  <a:gd name="connsiteY102" fmla="*/ 1383792 h 1424940"/>
                  <a:gd name="connsiteX103" fmla="*/ 2006537 w 6095524"/>
                  <a:gd name="connsiteY103" fmla="*/ 1372267 h 1424940"/>
                  <a:gd name="connsiteX104" fmla="*/ 1973486 w 6095524"/>
                  <a:gd name="connsiteY104" fmla="*/ 1359218 h 1424940"/>
                  <a:gd name="connsiteX105" fmla="*/ 1926146 w 6095524"/>
                  <a:gd name="connsiteY105" fmla="*/ 1342168 h 1424940"/>
                  <a:gd name="connsiteX106" fmla="*/ 1878616 w 6095524"/>
                  <a:gd name="connsiteY106" fmla="*/ 1333310 h 1424940"/>
                  <a:gd name="connsiteX107" fmla="*/ 1844231 w 6095524"/>
                  <a:gd name="connsiteY107" fmla="*/ 1322165 h 1424940"/>
                  <a:gd name="connsiteX108" fmla="*/ 1802225 w 6095524"/>
                  <a:gd name="connsiteY108" fmla="*/ 1314545 h 1424940"/>
                  <a:gd name="connsiteX109" fmla="*/ 1766983 w 6095524"/>
                  <a:gd name="connsiteY109" fmla="*/ 1314260 h 1424940"/>
                  <a:gd name="connsiteX110" fmla="*/ 1711738 w 6095524"/>
                  <a:gd name="connsiteY110" fmla="*/ 1315593 h 1424940"/>
                  <a:gd name="connsiteX111" fmla="*/ 1644111 w 6095524"/>
                  <a:gd name="connsiteY111" fmla="*/ 1292543 h 1424940"/>
                  <a:gd name="connsiteX112" fmla="*/ 1616774 w 6095524"/>
                  <a:gd name="connsiteY112" fmla="*/ 1287399 h 1424940"/>
                  <a:gd name="connsiteX113" fmla="*/ 1591056 w 6095524"/>
                  <a:gd name="connsiteY113" fmla="*/ 1285018 h 1424940"/>
                  <a:gd name="connsiteX114" fmla="*/ 1536478 w 6095524"/>
                  <a:gd name="connsiteY114" fmla="*/ 1269683 h 1424940"/>
                  <a:gd name="connsiteX115" fmla="*/ 1514285 w 6095524"/>
                  <a:gd name="connsiteY115" fmla="*/ 1264634 h 1424940"/>
                  <a:gd name="connsiteX116" fmla="*/ 1483233 w 6095524"/>
                  <a:gd name="connsiteY116" fmla="*/ 1264730 h 1424940"/>
                  <a:gd name="connsiteX117" fmla="*/ 1426750 w 6095524"/>
                  <a:gd name="connsiteY117" fmla="*/ 1257681 h 1424940"/>
                  <a:gd name="connsiteX118" fmla="*/ 1370362 w 6095524"/>
                  <a:gd name="connsiteY118" fmla="*/ 1237107 h 1424940"/>
                  <a:gd name="connsiteX119" fmla="*/ 1346454 w 6095524"/>
                  <a:gd name="connsiteY119" fmla="*/ 1239107 h 1424940"/>
                  <a:gd name="connsiteX120" fmla="*/ 1337882 w 6095524"/>
                  <a:gd name="connsiteY120" fmla="*/ 1238631 h 1424940"/>
                  <a:gd name="connsiteX121" fmla="*/ 1260825 w 6095524"/>
                  <a:gd name="connsiteY121" fmla="*/ 1227296 h 1424940"/>
                  <a:gd name="connsiteX122" fmla="*/ 1253109 w 6095524"/>
                  <a:gd name="connsiteY122" fmla="*/ 1226058 h 1424940"/>
                  <a:gd name="connsiteX123" fmla="*/ 1216915 w 6095524"/>
                  <a:gd name="connsiteY123" fmla="*/ 1215962 h 1424940"/>
                  <a:gd name="connsiteX124" fmla="*/ 1125664 w 6095524"/>
                  <a:gd name="connsiteY124" fmla="*/ 1209675 h 1424940"/>
                  <a:gd name="connsiteX125" fmla="*/ 1120045 w 6095524"/>
                  <a:gd name="connsiteY125" fmla="*/ 1208913 h 1424940"/>
                  <a:gd name="connsiteX126" fmla="*/ 1089469 w 6095524"/>
                  <a:gd name="connsiteY126" fmla="*/ 1213961 h 1424940"/>
                  <a:gd name="connsiteX127" fmla="*/ 1074325 w 6095524"/>
                  <a:gd name="connsiteY127" fmla="*/ 1221105 h 1424940"/>
                  <a:gd name="connsiteX128" fmla="*/ 1050703 w 6095524"/>
                  <a:gd name="connsiteY128" fmla="*/ 1228535 h 1424940"/>
                  <a:gd name="connsiteX129" fmla="*/ 1026700 w 6095524"/>
                  <a:gd name="connsiteY129" fmla="*/ 1231297 h 1424940"/>
                  <a:gd name="connsiteX130" fmla="*/ 986409 w 6095524"/>
                  <a:gd name="connsiteY130" fmla="*/ 1220057 h 1424940"/>
                  <a:gd name="connsiteX131" fmla="*/ 971741 w 6095524"/>
                  <a:gd name="connsiteY131" fmla="*/ 1218914 h 1424940"/>
                  <a:gd name="connsiteX132" fmla="*/ 939070 w 6095524"/>
                  <a:gd name="connsiteY132" fmla="*/ 1213485 h 1424940"/>
                  <a:gd name="connsiteX133" fmla="*/ 910495 w 6095524"/>
                  <a:gd name="connsiteY133" fmla="*/ 1213866 h 1424940"/>
                  <a:gd name="connsiteX134" fmla="*/ 887540 w 6095524"/>
                  <a:gd name="connsiteY134" fmla="*/ 1222534 h 1424940"/>
                  <a:gd name="connsiteX135" fmla="*/ 854202 w 6095524"/>
                  <a:gd name="connsiteY135" fmla="*/ 1224248 h 1424940"/>
                  <a:gd name="connsiteX136" fmla="*/ 832675 w 6095524"/>
                  <a:gd name="connsiteY136" fmla="*/ 1217962 h 1424940"/>
                  <a:gd name="connsiteX137" fmla="*/ 828294 w 6095524"/>
                  <a:gd name="connsiteY137" fmla="*/ 1217105 h 1424940"/>
                  <a:gd name="connsiteX138" fmla="*/ 772001 w 6095524"/>
                  <a:gd name="connsiteY138" fmla="*/ 1216723 h 1424940"/>
                  <a:gd name="connsiteX139" fmla="*/ 701707 w 6095524"/>
                  <a:gd name="connsiteY139" fmla="*/ 1235678 h 1424940"/>
                  <a:gd name="connsiteX140" fmla="*/ 690086 w 6095524"/>
                  <a:gd name="connsiteY140" fmla="*/ 1239679 h 1424940"/>
                  <a:gd name="connsiteX141" fmla="*/ 633412 w 6095524"/>
                  <a:gd name="connsiteY141" fmla="*/ 1246632 h 1424940"/>
                  <a:gd name="connsiteX142" fmla="*/ 603028 w 6095524"/>
                  <a:gd name="connsiteY142" fmla="*/ 1253681 h 1424940"/>
                  <a:gd name="connsiteX143" fmla="*/ 581120 w 6095524"/>
                  <a:gd name="connsiteY143" fmla="*/ 1254062 h 1424940"/>
                  <a:gd name="connsiteX144" fmla="*/ 554642 w 6095524"/>
                  <a:gd name="connsiteY144" fmla="*/ 1266539 h 1424940"/>
                  <a:gd name="connsiteX145" fmla="*/ 545973 w 6095524"/>
                  <a:gd name="connsiteY145" fmla="*/ 1271969 h 1424940"/>
                  <a:gd name="connsiteX146" fmla="*/ 535591 w 6095524"/>
                  <a:gd name="connsiteY146" fmla="*/ 1275207 h 1424940"/>
                  <a:gd name="connsiteX147" fmla="*/ 488538 w 6095524"/>
                  <a:gd name="connsiteY147" fmla="*/ 1285494 h 1424940"/>
                  <a:gd name="connsiteX148" fmla="*/ 480155 w 6095524"/>
                  <a:gd name="connsiteY148" fmla="*/ 1291304 h 1424940"/>
                  <a:gd name="connsiteX149" fmla="*/ 474535 w 6095524"/>
                  <a:gd name="connsiteY149" fmla="*/ 1294924 h 1424940"/>
                  <a:gd name="connsiteX150" fmla="*/ 428816 w 6095524"/>
                  <a:gd name="connsiteY150" fmla="*/ 1301020 h 1424940"/>
                  <a:gd name="connsiteX151" fmla="*/ 400241 w 6095524"/>
                  <a:gd name="connsiteY151" fmla="*/ 1318260 h 1424940"/>
                  <a:gd name="connsiteX152" fmla="*/ 392431 w 6095524"/>
                  <a:gd name="connsiteY152" fmla="*/ 1325594 h 1424940"/>
                  <a:gd name="connsiteX153" fmla="*/ 365093 w 6095524"/>
                  <a:gd name="connsiteY153" fmla="*/ 1336643 h 1424940"/>
                  <a:gd name="connsiteX154" fmla="*/ 273177 w 6095524"/>
                  <a:gd name="connsiteY154" fmla="*/ 1357884 h 1424940"/>
                  <a:gd name="connsiteX155" fmla="*/ 246888 w 6095524"/>
                  <a:gd name="connsiteY155" fmla="*/ 1350359 h 1424940"/>
                  <a:gd name="connsiteX156" fmla="*/ 196977 w 6095524"/>
                  <a:gd name="connsiteY156" fmla="*/ 1370552 h 1424940"/>
                  <a:gd name="connsiteX157" fmla="*/ 153352 w 6095524"/>
                  <a:gd name="connsiteY157" fmla="*/ 1381982 h 1424940"/>
                  <a:gd name="connsiteX158" fmla="*/ 137160 w 6095524"/>
                  <a:gd name="connsiteY158" fmla="*/ 1384745 h 1424940"/>
                  <a:gd name="connsiteX159" fmla="*/ 85917 w 6095524"/>
                  <a:gd name="connsiteY159" fmla="*/ 1389793 h 1424940"/>
                  <a:gd name="connsiteX160" fmla="*/ 59532 w 6095524"/>
                  <a:gd name="connsiteY160" fmla="*/ 1401223 h 1424940"/>
                  <a:gd name="connsiteX161" fmla="*/ 30325 w 6095524"/>
                  <a:gd name="connsiteY161" fmla="*/ 1409974 h 1424940"/>
                  <a:gd name="connsiteX162" fmla="*/ 0 w 6095524"/>
                  <a:gd name="connsiteY162" fmla="*/ 1412360 h 1424940"/>
                  <a:gd name="connsiteX163" fmla="*/ 0 w 6095524"/>
                  <a:gd name="connsiteY163" fmla="*/ 1058622 h 1424940"/>
                  <a:gd name="connsiteX164" fmla="*/ 17145 w 6095524"/>
                  <a:gd name="connsiteY164" fmla="*/ 1060228 h 1424940"/>
                  <a:gd name="connsiteX165" fmla="*/ 44672 w 6095524"/>
                  <a:gd name="connsiteY165" fmla="*/ 1066324 h 1424940"/>
                  <a:gd name="connsiteX166" fmla="*/ 84677 w 6095524"/>
                  <a:gd name="connsiteY166" fmla="*/ 1076230 h 1424940"/>
                  <a:gd name="connsiteX167" fmla="*/ 132017 w 6095524"/>
                  <a:gd name="connsiteY167" fmla="*/ 1064990 h 1424940"/>
                  <a:gd name="connsiteX168" fmla="*/ 136779 w 6095524"/>
                  <a:gd name="connsiteY168" fmla="*/ 1060323 h 1424940"/>
                  <a:gd name="connsiteX169" fmla="*/ 187547 w 6095524"/>
                  <a:gd name="connsiteY169" fmla="*/ 1049179 h 1424940"/>
                  <a:gd name="connsiteX170" fmla="*/ 270891 w 6095524"/>
                  <a:gd name="connsiteY170" fmla="*/ 1036415 h 1424940"/>
                  <a:gd name="connsiteX171" fmla="*/ 276320 w 6095524"/>
                  <a:gd name="connsiteY171" fmla="*/ 1035558 h 1424940"/>
                  <a:gd name="connsiteX172" fmla="*/ 323755 w 6095524"/>
                  <a:gd name="connsiteY172" fmla="*/ 1061561 h 1424940"/>
                  <a:gd name="connsiteX173" fmla="*/ 361855 w 6095524"/>
                  <a:gd name="connsiteY173" fmla="*/ 1057942 h 1424940"/>
                  <a:gd name="connsiteX174" fmla="*/ 379571 w 6095524"/>
                  <a:gd name="connsiteY174" fmla="*/ 1039939 h 1424940"/>
                  <a:gd name="connsiteX175" fmla="*/ 430530 w 6095524"/>
                  <a:gd name="connsiteY175" fmla="*/ 1025747 h 1424940"/>
                  <a:gd name="connsiteX176" fmla="*/ 493300 w 6095524"/>
                  <a:gd name="connsiteY176" fmla="*/ 1027176 h 1424940"/>
                  <a:gd name="connsiteX177" fmla="*/ 537782 w 6095524"/>
                  <a:gd name="connsiteY177" fmla="*/ 1025366 h 1424940"/>
                  <a:gd name="connsiteX178" fmla="*/ 562166 w 6095524"/>
                  <a:gd name="connsiteY178" fmla="*/ 1015746 h 1424940"/>
                  <a:gd name="connsiteX179" fmla="*/ 579596 w 6095524"/>
                  <a:gd name="connsiteY179" fmla="*/ 1016699 h 1424940"/>
                  <a:gd name="connsiteX180" fmla="*/ 612362 w 6095524"/>
                  <a:gd name="connsiteY180" fmla="*/ 1023557 h 1424940"/>
                  <a:gd name="connsiteX181" fmla="*/ 716090 w 6095524"/>
                  <a:gd name="connsiteY181" fmla="*/ 1031653 h 1424940"/>
                  <a:gd name="connsiteX182" fmla="*/ 758381 w 6095524"/>
                  <a:gd name="connsiteY182" fmla="*/ 1018985 h 1424940"/>
                  <a:gd name="connsiteX183" fmla="*/ 771049 w 6095524"/>
                  <a:gd name="connsiteY183" fmla="*/ 1018699 h 1424940"/>
                  <a:gd name="connsiteX184" fmla="*/ 799433 w 6095524"/>
                  <a:gd name="connsiteY184" fmla="*/ 1023652 h 1424940"/>
                  <a:gd name="connsiteX185" fmla="*/ 858012 w 6095524"/>
                  <a:gd name="connsiteY185" fmla="*/ 1020318 h 1424940"/>
                  <a:gd name="connsiteX186" fmla="*/ 879634 w 6095524"/>
                  <a:gd name="connsiteY186" fmla="*/ 1015270 h 1424940"/>
                  <a:gd name="connsiteX187" fmla="*/ 891635 w 6095524"/>
                  <a:gd name="connsiteY187" fmla="*/ 1012031 h 1424940"/>
                  <a:gd name="connsiteX188" fmla="*/ 953262 w 6095524"/>
                  <a:gd name="connsiteY188" fmla="*/ 1003078 h 1424940"/>
                  <a:gd name="connsiteX189" fmla="*/ 980694 w 6095524"/>
                  <a:gd name="connsiteY189" fmla="*/ 993458 h 1424940"/>
                  <a:gd name="connsiteX190" fmla="*/ 988124 w 6095524"/>
                  <a:gd name="connsiteY190" fmla="*/ 992029 h 1424940"/>
                  <a:gd name="connsiteX191" fmla="*/ 1028795 w 6095524"/>
                  <a:gd name="connsiteY191" fmla="*/ 996029 h 1424940"/>
                  <a:gd name="connsiteX192" fmla="*/ 1059275 w 6095524"/>
                  <a:gd name="connsiteY192" fmla="*/ 1011555 h 1424940"/>
                  <a:gd name="connsiteX193" fmla="*/ 1065181 w 6095524"/>
                  <a:gd name="connsiteY193" fmla="*/ 1016794 h 1424940"/>
                  <a:gd name="connsiteX194" fmla="*/ 1150144 w 6095524"/>
                  <a:gd name="connsiteY194" fmla="*/ 1014984 h 1424940"/>
                  <a:gd name="connsiteX195" fmla="*/ 1163193 w 6095524"/>
                  <a:gd name="connsiteY195" fmla="*/ 1012793 h 1424940"/>
                  <a:gd name="connsiteX196" fmla="*/ 1226249 w 6095524"/>
                  <a:gd name="connsiteY196" fmla="*/ 1021937 h 1424940"/>
                  <a:gd name="connsiteX197" fmla="*/ 1244632 w 6095524"/>
                  <a:gd name="connsiteY197" fmla="*/ 1023747 h 1424940"/>
                  <a:gd name="connsiteX198" fmla="*/ 1310545 w 6095524"/>
                  <a:gd name="connsiteY198" fmla="*/ 1031939 h 1424940"/>
                  <a:gd name="connsiteX199" fmla="*/ 1319879 w 6095524"/>
                  <a:gd name="connsiteY199" fmla="*/ 1024319 h 1424940"/>
                  <a:gd name="connsiteX200" fmla="*/ 1346740 w 6095524"/>
                  <a:gd name="connsiteY200" fmla="*/ 1005173 h 1424940"/>
                  <a:gd name="connsiteX201" fmla="*/ 1399699 w 6095524"/>
                  <a:gd name="connsiteY201" fmla="*/ 988219 h 1424940"/>
                  <a:gd name="connsiteX202" fmla="*/ 1414082 w 6095524"/>
                  <a:gd name="connsiteY202" fmla="*/ 989171 h 1424940"/>
                  <a:gd name="connsiteX203" fmla="*/ 1450467 w 6095524"/>
                  <a:gd name="connsiteY203" fmla="*/ 1017461 h 1424940"/>
                  <a:gd name="connsiteX204" fmla="*/ 1468184 w 6095524"/>
                  <a:gd name="connsiteY204" fmla="*/ 1028795 h 1424940"/>
                  <a:gd name="connsiteX205" fmla="*/ 1518476 w 6095524"/>
                  <a:gd name="connsiteY205" fmla="*/ 1049655 h 1424940"/>
                  <a:gd name="connsiteX206" fmla="*/ 1522667 w 6095524"/>
                  <a:gd name="connsiteY206" fmla="*/ 1053465 h 1424940"/>
                  <a:gd name="connsiteX207" fmla="*/ 1559814 w 6095524"/>
                  <a:gd name="connsiteY207" fmla="*/ 1098709 h 1424940"/>
                  <a:gd name="connsiteX208" fmla="*/ 1568196 w 6095524"/>
                  <a:gd name="connsiteY208" fmla="*/ 1106424 h 1424940"/>
                  <a:gd name="connsiteX209" fmla="*/ 1578293 w 6095524"/>
                  <a:gd name="connsiteY209" fmla="*/ 1118426 h 1424940"/>
                  <a:gd name="connsiteX210" fmla="*/ 1609820 w 6095524"/>
                  <a:gd name="connsiteY210" fmla="*/ 1141667 h 1424940"/>
                  <a:gd name="connsiteX211" fmla="*/ 1648873 w 6095524"/>
                  <a:gd name="connsiteY211" fmla="*/ 1149096 h 1424940"/>
                  <a:gd name="connsiteX212" fmla="*/ 1696022 w 6095524"/>
                  <a:gd name="connsiteY212" fmla="*/ 1160431 h 1424940"/>
                  <a:gd name="connsiteX213" fmla="*/ 1715739 w 6095524"/>
                  <a:gd name="connsiteY213" fmla="*/ 1168051 h 1424940"/>
                  <a:gd name="connsiteX214" fmla="*/ 1768602 w 6095524"/>
                  <a:gd name="connsiteY214" fmla="*/ 1182529 h 1424940"/>
                  <a:gd name="connsiteX215" fmla="*/ 1806321 w 6095524"/>
                  <a:gd name="connsiteY215" fmla="*/ 1194721 h 1424940"/>
                  <a:gd name="connsiteX216" fmla="*/ 1860709 w 6095524"/>
                  <a:gd name="connsiteY216" fmla="*/ 1201865 h 1424940"/>
                  <a:gd name="connsiteX217" fmla="*/ 1887093 w 6095524"/>
                  <a:gd name="connsiteY217" fmla="*/ 1202150 h 1424940"/>
                  <a:gd name="connsiteX218" fmla="*/ 1935575 w 6095524"/>
                  <a:gd name="connsiteY218" fmla="*/ 1238726 h 1424940"/>
                  <a:gd name="connsiteX219" fmla="*/ 1974247 w 6095524"/>
                  <a:gd name="connsiteY219" fmla="*/ 1262920 h 1424940"/>
                  <a:gd name="connsiteX220" fmla="*/ 2014919 w 6095524"/>
                  <a:gd name="connsiteY220" fmla="*/ 1251204 h 1424940"/>
                  <a:gd name="connsiteX221" fmla="*/ 2025968 w 6095524"/>
                  <a:gd name="connsiteY221" fmla="*/ 1240155 h 1424940"/>
                  <a:gd name="connsiteX222" fmla="*/ 2092643 w 6095524"/>
                  <a:gd name="connsiteY222" fmla="*/ 1229678 h 1424940"/>
                  <a:gd name="connsiteX223" fmla="*/ 2187893 w 6095524"/>
                  <a:gd name="connsiteY223" fmla="*/ 1229297 h 1424940"/>
                  <a:gd name="connsiteX224" fmla="*/ 2346294 w 6095524"/>
                  <a:gd name="connsiteY224" fmla="*/ 1205484 h 1424940"/>
                  <a:gd name="connsiteX225" fmla="*/ 2373916 w 6095524"/>
                  <a:gd name="connsiteY225" fmla="*/ 1194435 h 1424940"/>
                  <a:gd name="connsiteX226" fmla="*/ 2404967 w 6095524"/>
                  <a:gd name="connsiteY226" fmla="*/ 1191673 h 1424940"/>
                  <a:gd name="connsiteX227" fmla="*/ 2416874 w 6095524"/>
                  <a:gd name="connsiteY227" fmla="*/ 1198436 h 1424940"/>
                  <a:gd name="connsiteX228" fmla="*/ 2468975 w 6095524"/>
                  <a:gd name="connsiteY228" fmla="*/ 1208532 h 1424940"/>
                  <a:gd name="connsiteX229" fmla="*/ 2478882 w 6095524"/>
                  <a:gd name="connsiteY229" fmla="*/ 1208723 h 1424940"/>
                  <a:gd name="connsiteX230" fmla="*/ 2512791 w 6095524"/>
                  <a:gd name="connsiteY230" fmla="*/ 1204436 h 1424940"/>
                  <a:gd name="connsiteX231" fmla="*/ 2544223 w 6095524"/>
                  <a:gd name="connsiteY231" fmla="*/ 1201960 h 1424940"/>
                  <a:gd name="connsiteX232" fmla="*/ 2623471 w 6095524"/>
                  <a:gd name="connsiteY232" fmla="*/ 1210056 h 1424940"/>
                  <a:gd name="connsiteX233" fmla="*/ 2684241 w 6095524"/>
                  <a:gd name="connsiteY233" fmla="*/ 1208151 h 1424940"/>
                  <a:gd name="connsiteX234" fmla="*/ 2712244 w 6095524"/>
                  <a:gd name="connsiteY234" fmla="*/ 1210056 h 1424940"/>
                  <a:gd name="connsiteX235" fmla="*/ 2728055 w 6095524"/>
                  <a:gd name="connsiteY235" fmla="*/ 1212914 h 1424940"/>
                  <a:gd name="connsiteX236" fmla="*/ 2763869 w 6095524"/>
                  <a:gd name="connsiteY236" fmla="*/ 1232821 h 1424940"/>
                  <a:gd name="connsiteX237" fmla="*/ 2783491 w 6095524"/>
                  <a:gd name="connsiteY237" fmla="*/ 1237298 h 1424940"/>
                  <a:gd name="connsiteX238" fmla="*/ 2842546 w 6095524"/>
                  <a:gd name="connsiteY238" fmla="*/ 1236917 h 1424940"/>
                  <a:gd name="connsiteX239" fmla="*/ 2931128 w 6095524"/>
                  <a:gd name="connsiteY239" fmla="*/ 1206913 h 1424940"/>
                  <a:gd name="connsiteX240" fmla="*/ 2940368 w 6095524"/>
                  <a:gd name="connsiteY240" fmla="*/ 1202912 h 1424940"/>
                  <a:gd name="connsiteX241" fmla="*/ 2985421 w 6095524"/>
                  <a:gd name="connsiteY241" fmla="*/ 1197959 h 1424940"/>
                  <a:gd name="connsiteX242" fmla="*/ 3015996 w 6095524"/>
                  <a:gd name="connsiteY242" fmla="*/ 1204722 h 1424940"/>
                  <a:gd name="connsiteX243" fmla="*/ 3057621 w 6095524"/>
                  <a:gd name="connsiteY243" fmla="*/ 1218724 h 1424940"/>
                  <a:gd name="connsiteX244" fmla="*/ 3095054 w 6095524"/>
                  <a:gd name="connsiteY244" fmla="*/ 1230440 h 1424940"/>
                  <a:gd name="connsiteX245" fmla="*/ 3122295 w 6095524"/>
                  <a:gd name="connsiteY245" fmla="*/ 1243679 h 1424940"/>
                  <a:gd name="connsiteX246" fmla="*/ 3184589 w 6095524"/>
                  <a:gd name="connsiteY246" fmla="*/ 1253395 h 1424940"/>
                  <a:gd name="connsiteX247" fmla="*/ 3191066 w 6095524"/>
                  <a:gd name="connsiteY247" fmla="*/ 1255014 h 1424940"/>
                  <a:gd name="connsiteX248" fmla="*/ 3237929 w 6095524"/>
                  <a:gd name="connsiteY248" fmla="*/ 1243203 h 1424940"/>
                  <a:gd name="connsiteX249" fmla="*/ 3294221 w 6095524"/>
                  <a:gd name="connsiteY249" fmla="*/ 1231202 h 1424940"/>
                  <a:gd name="connsiteX250" fmla="*/ 3314319 w 6095524"/>
                  <a:gd name="connsiteY250" fmla="*/ 1235297 h 1424940"/>
                  <a:gd name="connsiteX251" fmla="*/ 3341846 w 6095524"/>
                  <a:gd name="connsiteY251" fmla="*/ 1241108 h 1424940"/>
                  <a:gd name="connsiteX252" fmla="*/ 3367373 w 6095524"/>
                  <a:gd name="connsiteY252" fmla="*/ 1238060 h 1424940"/>
                  <a:gd name="connsiteX253" fmla="*/ 3382899 w 6095524"/>
                  <a:gd name="connsiteY253" fmla="*/ 1237774 h 1424940"/>
                  <a:gd name="connsiteX254" fmla="*/ 3453765 w 6095524"/>
                  <a:gd name="connsiteY254" fmla="*/ 1273397 h 1424940"/>
                  <a:gd name="connsiteX255" fmla="*/ 3471767 w 6095524"/>
                  <a:gd name="connsiteY255" fmla="*/ 1276350 h 1424940"/>
                  <a:gd name="connsiteX256" fmla="*/ 3481959 w 6095524"/>
                  <a:gd name="connsiteY256" fmla="*/ 1280732 h 1424940"/>
                  <a:gd name="connsiteX257" fmla="*/ 3543396 w 6095524"/>
                  <a:gd name="connsiteY257" fmla="*/ 1324928 h 1424940"/>
                  <a:gd name="connsiteX258" fmla="*/ 3569494 w 6095524"/>
                  <a:gd name="connsiteY258" fmla="*/ 1333881 h 1424940"/>
                  <a:gd name="connsiteX259" fmla="*/ 3598164 w 6095524"/>
                  <a:gd name="connsiteY259" fmla="*/ 1332071 h 1424940"/>
                  <a:gd name="connsiteX260" fmla="*/ 3614738 w 6095524"/>
                  <a:gd name="connsiteY260" fmla="*/ 1328833 h 1424940"/>
                  <a:gd name="connsiteX261" fmla="*/ 3655886 w 6095524"/>
                  <a:gd name="connsiteY261" fmla="*/ 1300734 h 1424940"/>
                  <a:gd name="connsiteX262" fmla="*/ 3679317 w 6095524"/>
                  <a:gd name="connsiteY262" fmla="*/ 1301687 h 1424940"/>
                  <a:gd name="connsiteX263" fmla="*/ 3715893 w 6095524"/>
                  <a:gd name="connsiteY263" fmla="*/ 1321022 h 1424940"/>
                  <a:gd name="connsiteX264" fmla="*/ 3782282 w 6095524"/>
                  <a:gd name="connsiteY264" fmla="*/ 1329690 h 1424940"/>
                  <a:gd name="connsiteX265" fmla="*/ 3816001 w 6095524"/>
                  <a:gd name="connsiteY265" fmla="*/ 1302639 h 1424940"/>
                  <a:gd name="connsiteX266" fmla="*/ 3833431 w 6095524"/>
                  <a:gd name="connsiteY266" fmla="*/ 1276636 h 1424940"/>
                  <a:gd name="connsiteX267" fmla="*/ 3883819 w 6095524"/>
                  <a:gd name="connsiteY267" fmla="*/ 1246442 h 1424940"/>
                  <a:gd name="connsiteX268" fmla="*/ 3895821 w 6095524"/>
                  <a:gd name="connsiteY268" fmla="*/ 1257681 h 1424940"/>
                  <a:gd name="connsiteX269" fmla="*/ 3932778 w 6095524"/>
                  <a:gd name="connsiteY269" fmla="*/ 1262444 h 1424940"/>
                  <a:gd name="connsiteX270" fmla="*/ 3972782 w 6095524"/>
                  <a:gd name="connsiteY270" fmla="*/ 1262063 h 1424940"/>
                  <a:gd name="connsiteX271" fmla="*/ 4042505 w 6095524"/>
                  <a:gd name="connsiteY271" fmla="*/ 1267111 h 1424940"/>
                  <a:gd name="connsiteX272" fmla="*/ 4088892 w 6095524"/>
                  <a:gd name="connsiteY272" fmla="*/ 1238250 h 1424940"/>
                  <a:gd name="connsiteX273" fmla="*/ 4106609 w 6095524"/>
                  <a:gd name="connsiteY273" fmla="*/ 1226344 h 1424940"/>
                  <a:gd name="connsiteX274" fmla="*/ 4123182 w 6095524"/>
                  <a:gd name="connsiteY274" fmla="*/ 1218724 h 1424940"/>
                  <a:gd name="connsiteX275" fmla="*/ 4142328 w 6095524"/>
                  <a:gd name="connsiteY275" fmla="*/ 1214438 h 1424940"/>
                  <a:gd name="connsiteX276" fmla="*/ 4188524 w 6095524"/>
                  <a:gd name="connsiteY276" fmla="*/ 1198245 h 1424940"/>
                  <a:gd name="connsiteX277" fmla="*/ 4213860 w 6095524"/>
                  <a:gd name="connsiteY277" fmla="*/ 1182338 h 1424940"/>
                  <a:gd name="connsiteX278" fmla="*/ 4270820 w 6095524"/>
                  <a:gd name="connsiteY278" fmla="*/ 1167003 h 1424940"/>
                  <a:gd name="connsiteX279" fmla="*/ 4309587 w 6095524"/>
                  <a:gd name="connsiteY279" fmla="*/ 1153287 h 1424940"/>
                  <a:gd name="connsiteX280" fmla="*/ 4350449 w 6095524"/>
                  <a:gd name="connsiteY280" fmla="*/ 1129665 h 1424940"/>
                  <a:gd name="connsiteX281" fmla="*/ 4356164 w 6095524"/>
                  <a:gd name="connsiteY281" fmla="*/ 1126046 h 1424940"/>
                  <a:gd name="connsiteX282" fmla="*/ 4369880 w 6095524"/>
                  <a:gd name="connsiteY282" fmla="*/ 1110520 h 1424940"/>
                  <a:gd name="connsiteX283" fmla="*/ 4389787 w 6095524"/>
                  <a:gd name="connsiteY283" fmla="*/ 1057085 h 1424940"/>
                  <a:gd name="connsiteX284" fmla="*/ 4395502 w 6095524"/>
                  <a:gd name="connsiteY284" fmla="*/ 1046226 h 1424940"/>
                  <a:gd name="connsiteX285" fmla="*/ 4447413 w 6095524"/>
                  <a:gd name="connsiteY285" fmla="*/ 1009650 h 1424940"/>
                  <a:gd name="connsiteX286" fmla="*/ 4466654 w 6095524"/>
                  <a:gd name="connsiteY286" fmla="*/ 1013079 h 1424940"/>
                  <a:gd name="connsiteX287" fmla="*/ 4487894 w 6095524"/>
                  <a:gd name="connsiteY287" fmla="*/ 1025081 h 1424940"/>
                  <a:gd name="connsiteX288" fmla="*/ 4534472 w 6095524"/>
                  <a:gd name="connsiteY288" fmla="*/ 1028224 h 1424940"/>
                  <a:gd name="connsiteX289" fmla="*/ 4551903 w 6095524"/>
                  <a:gd name="connsiteY289" fmla="*/ 1022033 h 1424940"/>
                  <a:gd name="connsiteX290" fmla="*/ 4582382 w 6095524"/>
                  <a:gd name="connsiteY290" fmla="*/ 1005364 h 1424940"/>
                  <a:gd name="connsiteX291" fmla="*/ 4605909 w 6095524"/>
                  <a:gd name="connsiteY291" fmla="*/ 979551 h 1424940"/>
                  <a:gd name="connsiteX292" fmla="*/ 4640104 w 6095524"/>
                  <a:gd name="connsiteY292" fmla="*/ 936879 h 1424940"/>
                  <a:gd name="connsiteX293" fmla="*/ 4705731 w 6095524"/>
                  <a:gd name="connsiteY293" fmla="*/ 920591 h 1424940"/>
                  <a:gd name="connsiteX294" fmla="*/ 4730973 w 6095524"/>
                  <a:gd name="connsiteY294" fmla="*/ 915162 h 1424940"/>
                  <a:gd name="connsiteX295" fmla="*/ 4822794 w 6095524"/>
                  <a:gd name="connsiteY295" fmla="*/ 892397 h 1424940"/>
                  <a:gd name="connsiteX296" fmla="*/ 4830794 w 6095524"/>
                  <a:gd name="connsiteY296" fmla="*/ 891635 h 1424940"/>
                  <a:gd name="connsiteX297" fmla="*/ 4894421 w 6095524"/>
                  <a:gd name="connsiteY297" fmla="*/ 865442 h 1424940"/>
                  <a:gd name="connsiteX298" fmla="*/ 4909756 w 6095524"/>
                  <a:gd name="connsiteY298" fmla="*/ 858964 h 1424940"/>
                  <a:gd name="connsiteX299" fmla="*/ 4928521 w 6095524"/>
                  <a:gd name="connsiteY299" fmla="*/ 842391 h 1424940"/>
                  <a:gd name="connsiteX300" fmla="*/ 4945857 w 6095524"/>
                  <a:gd name="connsiteY300" fmla="*/ 795623 h 1424940"/>
                  <a:gd name="connsiteX301" fmla="*/ 4966145 w 6095524"/>
                  <a:gd name="connsiteY301" fmla="*/ 774287 h 1424940"/>
                  <a:gd name="connsiteX302" fmla="*/ 4980909 w 6095524"/>
                  <a:gd name="connsiteY302" fmla="*/ 761333 h 1424940"/>
                  <a:gd name="connsiteX303" fmla="*/ 4993862 w 6095524"/>
                  <a:gd name="connsiteY303" fmla="*/ 741712 h 1424940"/>
                  <a:gd name="connsiteX304" fmla="*/ 5006816 w 6095524"/>
                  <a:gd name="connsiteY304" fmla="*/ 694754 h 1424940"/>
                  <a:gd name="connsiteX305" fmla="*/ 5026724 w 6095524"/>
                  <a:gd name="connsiteY305" fmla="*/ 653129 h 1424940"/>
                  <a:gd name="connsiteX306" fmla="*/ 5062538 w 6095524"/>
                  <a:gd name="connsiteY306" fmla="*/ 630079 h 1424940"/>
                  <a:gd name="connsiteX307" fmla="*/ 5084731 w 6095524"/>
                  <a:gd name="connsiteY307" fmla="*/ 617982 h 1424940"/>
                  <a:gd name="connsiteX308" fmla="*/ 5172647 w 6095524"/>
                  <a:gd name="connsiteY308" fmla="*/ 630174 h 1424940"/>
                  <a:gd name="connsiteX309" fmla="*/ 5232654 w 6095524"/>
                  <a:gd name="connsiteY309" fmla="*/ 642080 h 1424940"/>
                  <a:gd name="connsiteX310" fmla="*/ 5252371 w 6095524"/>
                  <a:gd name="connsiteY310" fmla="*/ 637508 h 1424940"/>
                  <a:gd name="connsiteX311" fmla="*/ 5308092 w 6095524"/>
                  <a:gd name="connsiteY311" fmla="*/ 598646 h 1424940"/>
                  <a:gd name="connsiteX312" fmla="*/ 5363147 w 6095524"/>
                  <a:gd name="connsiteY312" fmla="*/ 581311 h 1424940"/>
                  <a:gd name="connsiteX313" fmla="*/ 5404580 w 6095524"/>
                  <a:gd name="connsiteY313" fmla="*/ 576358 h 1424940"/>
                  <a:gd name="connsiteX314" fmla="*/ 5440203 w 6095524"/>
                  <a:gd name="connsiteY314" fmla="*/ 572548 h 1424940"/>
                  <a:gd name="connsiteX315" fmla="*/ 5482971 w 6095524"/>
                  <a:gd name="connsiteY315" fmla="*/ 561880 h 1424940"/>
                  <a:gd name="connsiteX316" fmla="*/ 5507165 w 6095524"/>
                  <a:gd name="connsiteY316" fmla="*/ 550259 h 1424940"/>
                  <a:gd name="connsiteX317" fmla="*/ 5545645 w 6095524"/>
                  <a:gd name="connsiteY317" fmla="*/ 533591 h 1424940"/>
                  <a:gd name="connsiteX318" fmla="*/ 5585079 w 6095524"/>
                  <a:gd name="connsiteY318" fmla="*/ 511969 h 1424940"/>
                  <a:gd name="connsiteX319" fmla="*/ 5615368 w 6095524"/>
                  <a:gd name="connsiteY319" fmla="*/ 481679 h 1424940"/>
                  <a:gd name="connsiteX320" fmla="*/ 5631656 w 6095524"/>
                  <a:gd name="connsiteY320" fmla="*/ 456152 h 1424940"/>
                  <a:gd name="connsiteX321" fmla="*/ 5679377 w 6095524"/>
                  <a:gd name="connsiteY321" fmla="*/ 419576 h 1424940"/>
                  <a:gd name="connsiteX322" fmla="*/ 5722525 w 6095524"/>
                  <a:gd name="connsiteY322" fmla="*/ 350615 h 1424940"/>
                  <a:gd name="connsiteX323" fmla="*/ 5749576 w 6095524"/>
                  <a:gd name="connsiteY323" fmla="*/ 321945 h 1424940"/>
                  <a:gd name="connsiteX324" fmla="*/ 5764911 w 6095524"/>
                  <a:gd name="connsiteY324" fmla="*/ 313849 h 1424940"/>
                  <a:gd name="connsiteX325" fmla="*/ 5791009 w 6095524"/>
                  <a:gd name="connsiteY325" fmla="*/ 293942 h 1424940"/>
                  <a:gd name="connsiteX326" fmla="*/ 5806440 w 6095524"/>
                  <a:gd name="connsiteY326" fmla="*/ 279178 h 1424940"/>
                  <a:gd name="connsiteX327" fmla="*/ 5848636 w 6095524"/>
                  <a:gd name="connsiteY327" fmla="*/ 224885 h 1424940"/>
                  <a:gd name="connsiteX328" fmla="*/ 5861590 w 6095524"/>
                  <a:gd name="connsiteY328" fmla="*/ 208788 h 1424940"/>
                  <a:gd name="connsiteX329" fmla="*/ 5888355 w 6095524"/>
                  <a:gd name="connsiteY329" fmla="*/ 181166 h 1424940"/>
                  <a:gd name="connsiteX330" fmla="*/ 5900071 w 6095524"/>
                  <a:gd name="connsiteY330" fmla="*/ 172784 h 1424940"/>
                  <a:gd name="connsiteX331" fmla="*/ 5920740 w 6095524"/>
                  <a:gd name="connsiteY331" fmla="*/ 150305 h 1424940"/>
                  <a:gd name="connsiteX332" fmla="*/ 5969985 w 6095524"/>
                  <a:gd name="connsiteY332" fmla="*/ 91345 h 1424940"/>
                  <a:gd name="connsiteX333" fmla="*/ 5991130 w 6095524"/>
                  <a:gd name="connsiteY333" fmla="*/ 58293 h 1424940"/>
                  <a:gd name="connsiteX334" fmla="*/ 6033325 w 6095524"/>
                  <a:gd name="connsiteY334" fmla="*/ 33909 h 1424940"/>
                  <a:gd name="connsiteX335" fmla="*/ 6054376 w 6095524"/>
                  <a:gd name="connsiteY335" fmla="*/ 20955 h 1424940"/>
                  <a:gd name="connsiteX336" fmla="*/ 6095524 w 6095524"/>
                  <a:gd name="connsiteY336" fmla="*/ 0 h 142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6095524" h="1424940">
                    <a:moveTo>
                      <a:pt x="6095524" y="0"/>
                    </a:moveTo>
                    <a:cubicBezTo>
                      <a:pt x="6095524" y="7811"/>
                      <a:pt x="6095524" y="12573"/>
                      <a:pt x="6095524" y="17431"/>
                    </a:cubicBezTo>
                    <a:lnTo>
                      <a:pt x="6095524" y="216290"/>
                    </a:lnTo>
                    <a:lnTo>
                      <a:pt x="6079998" y="230600"/>
                    </a:lnTo>
                    <a:cubicBezTo>
                      <a:pt x="6058567" y="241363"/>
                      <a:pt x="6035706" y="251079"/>
                      <a:pt x="6012751" y="260699"/>
                    </a:cubicBezTo>
                    <a:cubicBezTo>
                      <a:pt x="6006084" y="263462"/>
                      <a:pt x="5998749" y="264986"/>
                      <a:pt x="5992749" y="268700"/>
                    </a:cubicBezTo>
                    <a:cubicBezTo>
                      <a:pt x="5965126" y="285655"/>
                      <a:pt x="5938361" y="303943"/>
                      <a:pt x="5910358" y="320231"/>
                    </a:cubicBezTo>
                    <a:cubicBezTo>
                      <a:pt x="5881497" y="337090"/>
                      <a:pt x="5855684" y="356997"/>
                      <a:pt x="5835777" y="383953"/>
                    </a:cubicBezTo>
                    <a:cubicBezTo>
                      <a:pt x="5817298" y="409004"/>
                      <a:pt x="5799391" y="434435"/>
                      <a:pt x="5781008" y="459581"/>
                    </a:cubicBezTo>
                    <a:cubicBezTo>
                      <a:pt x="5776341" y="465963"/>
                      <a:pt x="5772054" y="473488"/>
                      <a:pt x="5765673" y="477584"/>
                    </a:cubicBezTo>
                    <a:cubicBezTo>
                      <a:pt x="5752433" y="486156"/>
                      <a:pt x="5737955" y="493109"/>
                      <a:pt x="5723763" y="500158"/>
                    </a:cubicBezTo>
                    <a:cubicBezTo>
                      <a:pt x="5711571" y="506159"/>
                      <a:pt x="5698617" y="510635"/>
                      <a:pt x="5686711" y="517112"/>
                    </a:cubicBezTo>
                    <a:cubicBezTo>
                      <a:pt x="5677186" y="522256"/>
                      <a:pt x="5668708" y="529400"/>
                      <a:pt x="5659850" y="535877"/>
                    </a:cubicBezTo>
                    <a:cubicBezTo>
                      <a:pt x="5652135" y="541496"/>
                      <a:pt x="5643658" y="546354"/>
                      <a:pt x="5637181" y="553117"/>
                    </a:cubicBezTo>
                    <a:cubicBezTo>
                      <a:pt x="5621369" y="569500"/>
                      <a:pt x="5605462" y="585597"/>
                      <a:pt x="5585841" y="597694"/>
                    </a:cubicBezTo>
                    <a:cubicBezTo>
                      <a:pt x="5566505" y="609695"/>
                      <a:pt x="5548217" y="623126"/>
                      <a:pt x="5528977" y="635318"/>
                    </a:cubicBezTo>
                    <a:cubicBezTo>
                      <a:pt x="5510117" y="647224"/>
                      <a:pt x="5493067" y="660273"/>
                      <a:pt x="5483256" y="681419"/>
                    </a:cubicBezTo>
                    <a:cubicBezTo>
                      <a:pt x="5478875" y="690753"/>
                      <a:pt x="5472684" y="700945"/>
                      <a:pt x="5464397" y="706374"/>
                    </a:cubicBezTo>
                    <a:cubicBezTo>
                      <a:pt x="5452586" y="714089"/>
                      <a:pt x="5437632" y="716852"/>
                      <a:pt x="5424773" y="723424"/>
                    </a:cubicBezTo>
                    <a:cubicBezTo>
                      <a:pt x="5409628" y="731139"/>
                      <a:pt x="5392103" y="737807"/>
                      <a:pt x="5381815" y="750094"/>
                    </a:cubicBezTo>
                    <a:cubicBezTo>
                      <a:pt x="5372671" y="761048"/>
                      <a:pt x="5363432" y="769620"/>
                      <a:pt x="5351335" y="776573"/>
                    </a:cubicBezTo>
                    <a:cubicBezTo>
                      <a:pt x="5342858" y="781431"/>
                      <a:pt x="5336572" y="790289"/>
                      <a:pt x="5327809" y="794290"/>
                    </a:cubicBezTo>
                    <a:cubicBezTo>
                      <a:pt x="5316284" y="799624"/>
                      <a:pt x="5304663" y="803815"/>
                      <a:pt x="5294566" y="812102"/>
                    </a:cubicBezTo>
                    <a:cubicBezTo>
                      <a:pt x="5284089" y="820674"/>
                      <a:pt x="5272183" y="827437"/>
                      <a:pt x="5261229" y="835438"/>
                    </a:cubicBezTo>
                    <a:cubicBezTo>
                      <a:pt x="5255419" y="839724"/>
                      <a:pt x="5250656" y="845344"/>
                      <a:pt x="5245037" y="849821"/>
                    </a:cubicBezTo>
                    <a:cubicBezTo>
                      <a:pt x="5234750" y="858012"/>
                      <a:pt x="5224272" y="866013"/>
                      <a:pt x="5213699" y="873728"/>
                    </a:cubicBezTo>
                    <a:cubicBezTo>
                      <a:pt x="5203127" y="881444"/>
                      <a:pt x="5193030" y="890397"/>
                      <a:pt x="5181409" y="896017"/>
                    </a:cubicBezTo>
                    <a:cubicBezTo>
                      <a:pt x="5161598" y="905542"/>
                      <a:pt x="5139976" y="911257"/>
                      <a:pt x="5120735" y="921544"/>
                    </a:cubicBezTo>
                    <a:cubicBezTo>
                      <a:pt x="5101209" y="932021"/>
                      <a:pt x="5082826" y="945166"/>
                      <a:pt x="5065490" y="959072"/>
                    </a:cubicBezTo>
                    <a:cubicBezTo>
                      <a:pt x="5051774" y="970026"/>
                      <a:pt x="5038916" y="980885"/>
                      <a:pt x="5021675" y="986504"/>
                    </a:cubicBezTo>
                    <a:cubicBezTo>
                      <a:pt x="5012055" y="989648"/>
                      <a:pt x="5001959" y="996506"/>
                      <a:pt x="4996148" y="1004507"/>
                    </a:cubicBezTo>
                    <a:cubicBezTo>
                      <a:pt x="4983575" y="1021937"/>
                      <a:pt x="4967478" y="1034225"/>
                      <a:pt x="4949285" y="1044702"/>
                    </a:cubicBezTo>
                    <a:cubicBezTo>
                      <a:pt x="4924996" y="1058799"/>
                      <a:pt x="4900993" y="1073182"/>
                      <a:pt x="4876609" y="1086993"/>
                    </a:cubicBezTo>
                    <a:cubicBezTo>
                      <a:pt x="4862227" y="1095185"/>
                      <a:pt x="4847940" y="1103852"/>
                      <a:pt x="4832699" y="1109853"/>
                    </a:cubicBezTo>
                    <a:cubicBezTo>
                      <a:pt x="4801553" y="1122236"/>
                      <a:pt x="4769644" y="1132808"/>
                      <a:pt x="4738211" y="1144334"/>
                    </a:cubicBezTo>
                    <a:cubicBezTo>
                      <a:pt x="4727924" y="1148048"/>
                      <a:pt x="4718209" y="1153382"/>
                      <a:pt x="4707731" y="1156621"/>
                    </a:cubicBezTo>
                    <a:cubicBezTo>
                      <a:pt x="4696396" y="1160145"/>
                      <a:pt x="4684205" y="1161193"/>
                      <a:pt x="4672870" y="1164717"/>
                    </a:cubicBezTo>
                    <a:cubicBezTo>
                      <a:pt x="4654010" y="1170527"/>
                      <a:pt x="4635722" y="1177957"/>
                      <a:pt x="4616863" y="1183862"/>
                    </a:cubicBezTo>
                    <a:cubicBezTo>
                      <a:pt x="4580477" y="1195197"/>
                      <a:pt x="4543996" y="1206056"/>
                      <a:pt x="4507516" y="1216819"/>
                    </a:cubicBezTo>
                    <a:cubicBezTo>
                      <a:pt x="4499706" y="1219105"/>
                      <a:pt x="4491228" y="1219391"/>
                      <a:pt x="4483513" y="1221867"/>
                    </a:cubicBezTo>
                    <a:cubicBezTo>
                      <a:pt x="4463034" y="1228535"/>
                      <a:pt x="4442650" y="1235773"/>
                      <a:pt x="4422362" y="1243108"/>
                    </a:cubicBezTo>
                    <a:cubicBezTo>
                      <a:pt x="4410075" y="1247585"/>
                      <a:pt x="4398073" y="1253109"/>
                      <a:pt x="4385691" y="1257395"/>
                    </a:cubicBezTo>
                    <a:cubicBezTo>
                      <a:pt x="4375785" y="1260824"/>
                      <a:pt x="4365593" y="1263491"/>
                      <a:pt x="4355306" y="1265587"/>
                    </a:cubicBezTo>
                    <a:cubicBezTo>
                      <a:pt x="4346448" y="1267397"/>
                      <a:pt x="4337209" y="1267206"/>
                      <a:pt x="4328446" y="1269397"/>
                    </a:cubicBezTo>
                    <a:cubicBezTo>
                      <a:pt x="4304728" y="1275302"/>
                      <a:pt x="4281297" y="1281970"/>
                      <a:pt x="4257770" y="1288256"/>
                    </a:cubicBezTo>
                    <a:cubicBezTo>
                      <a:pt x="4248341" y="1290733"/>
                      <a:pt x="4238720" y="1292543"/>
                      <a:pt x="4229576" y="1295686"/>
                    </a:cubicBezTo>
                    <a:cubicBezTo>
                      <a:pt x="4205097" y="1303973"/>
                      <a:pt x="4180999" y="1313402"/>
                      <a:pt x="4156424" y="1321213"/>
                    </a:cubicBezTo>
                    <a:cubicBezTo>
                      <a:pt x="4136041" y="1327690"/>
                      <a:pt x="4115086" y="1332357"/>
                      <a:pt x="4094416" y="1338072"/>
                    </a:cubicBezTo>
                    <a:cubicBezTo>
                      <a:pt x="4085653" y="1340549"/>
                      <a:pt x="4077271" y="1344073"/>
                      <a:pt x="4068509" y="1346168"/>
                    </a:cubicBezTo>
                    <a:cubicBezTo>
                      <a:pt x="4048887" y="1350931"/>
                      <a:pt x="4028980" y="1354931"/>
                      <a:pt x="4009263" y="1359694"/>
                    </a:cubicBezTo>
                    <a:cubicBezTo>
                      <a:pt x="3998023" y="1362456"/>
                      <a:pt x="3987165" y="1367409"/>
                      <a:pt x="3975735" y="1369219"/>
                    </a:cubicBezTo>
                    <a:cubicBezTo>
                      <a:pt x="3948589" y="1373505"/>
                      <a:pt x="3921252" y="1376553"/>
                      <a:pt x="3893915" y="1379982"/>
                    </a:cubicBezTo>
                    <a:cubicBezTo>
                      <a:pt x="3865722" y="1383506"/>
                      <a:pt x="3837623" y="1387221"/>
                      <a:pt x="3809428" y="1390364"/>
                    </a:cubicBezTo>
                    <a:cubicBezTo>
                      <a:pt x="3793998" y="1391984"/>
                      <a:pt x="3778472" y="1392269"/>
                      <a:pt x="3763042" y="1393793"/>
                    </a:cubicBezTo>
                    <a:cubicBezTo>
                      <a:pt x="3749516" y="1395127"/>
                      <a:pt x="3736086" y="1397603"/>
                      <a:pt x="3722561" y="1399223"/>
                    </a:cubicBezTo>
                    <a:cubicBezTo>
                      <a:pt x="3710845" y="1400556"/>
                      <a:pt x="3699034" y="1401318"/>
                      <a:pt x="3687318" y="1402652"/>
                    </a:cubicBezTo>
                    <a:cubicBezTo>
                      <a:pt x="3668554" y="1404842"/>
                      <a:pt x="3649885" y="1407319"/>
                      <a:pt x="3631216" y="1409605"/>
                    </a:cubicBezTo>
                    <a:cubicBezTo>
                      <a:pt x="3623406" y="1410462"/>
                      <a:pt x="3615214" y="1412843"/>
                      <a:pt x="3607880" y="1411415"/>
                    </a:cubicBezTo>
                    <a:cubicBezTo>
                      <a:pt x="3589401" y="1407795"/>
                      <a:pt x="3571208" y="1408843"/>
                      <a:pt x="3552825" y="1411319"/>
                    </a:cubicBezTo>
                    <a:cubicBezTo>
                      <a:pt x="3546539" y="1412177"/>
                      <a:pt x="3539776" y="1411986"/>
                      <a:pt x="3533680" y="1410367"/>
                    </a:cubicBezTo>
                    <a:cubicBezTo>
                      <a:pt x="3521202" y="1407128"/>
                      <a:pt x="3509106" y="1402556"/>
                      <a:pt x="3496818" y="1398556"/>
                    </a:cubicBezTo>
                    <a:cubicBezTo>
                      <a:pt x="3495484" y="1398080"/>
                      <a:pt x="3493865" y="1397984"/>
                      <a:pt x="3492437" y="1397699"/>
                    </a:cubicBezTo>
                    <a:cubicBezTo>
                      <a:pt x="3484340" y="1396079"/>
                      <a:pt x="3476340" y="1394460"/>
                      <a:pt x="3468243" y="1393031"/>
                    </a:cubicBezTo>
                    <a:cubicBezTo>
                      <a:pt x="3463862" y="1392269"/>
                      <a:pt x="3459385" y="1392174"/>
                      <a:pt x="3455003" y="1391507"/>
                    </a:cubicBezTo>
                    <a:cubicBezTo>
                      <a:pt x="3438049" y="1388840"/>
                      <a:pt x="3419380" y="1393317"/>
                      <a:pt x="3404711" y="1381792"/>
                    </a:cubicBezTo>
                    <a:cubicBezTo>
                      <a:pt x="3395186" y="1374362"/>
                      <a:pt x="3385947" y="1376077"/>
                      <a:pt x="3375756" y="1377220"/>
                    </a:cubicBezTo>
                    <a:cubicBezTo>
                      <a:pt x="3368040" y="1378077"/>
                      <a:pt x="3360134" y="1377791"/>
                      <a:pt x="3352324" y="1377887"/>
                    </a:cubicBezTo>
                    <a:cubicBezTo>
                      <a:pt x="3338608" y="1378172"/>
                      <a:pt x="3324892" y="1378268"/>
                      <a:pt x="3311176" y="1378744"/>
                    </a:cubicBezTo>
                    <a:cubicBezTo>
                      <a:pt x="3306794" y="1378934"/>
                      <a:pt x="3302318" y="1381316"/>
                      <a:pt x="3298031" y="1380935"/>
                    </a:cubicBezTo>
                    <a:cubicBezTo>
                      <a:pt x="3278219" y="1379125"/>
                      <a:pt x="3258407" y="1376267"/>
                      <a:pt x="3238595" y="1374648"/>
                    </a:cubicBezTo>
                    <a:cubicBezTo>
                      <a:pt x="3227356" y="1373696"/>
                      <a:pt x="3215830" y="1375505"/>
                      <a:pt x="3204686" y="1374172"/>
                    </a:cubicBezTo>
                    <a:cubicBezTo>
                      <a:pt x="3191828" y="1372648"/>
                      <a:pt x="3179255" y="1368743"/>
                      <a:pt x="3166491" y="1366361"/>
                    </a:cubicBezTo>
                    <a:cubicBezTo>
                      <a:pt x="3162967" y="1365695"/>
                      <a:pt x="3159062" y="1366552"/>
                      <a:pt x="3155347" y="1366742"/>
                    </a:cubicBezTo>
                    <a:cubicBezTo>
                      <a:pt x="3151156" y="1366933"/>
                      <a:pt x="3147060" y="1367314"/>
                      <a:pt x="3142869" y="1367409"/>
                    </a:cubicBezTo>
                    <a:cubicBezTo>
                      <a:pt x="3130105" y="1367600"/>
                      <a:pt x="3117342" y="1367314"/>
                      <a:pt x="3104578" y="1367981"/>
                    </a:cubicBezTo>
                    <a:cubicBezTo>
                      <a:pt x="3096768" y="1368362"/>
                      <a:pt x="3088577" y="1372267"/>
                      <a:pt x="3081337" y="1370838"/>
                    </a:cubicBezTo>
                    <a:cubicBezTo>
                      <a:pt x="3066574" y="1368076"/>
                      <a:pt x="3051810" y="1374267"/>
                      <a:pt x="3037047" y="1369124"/>
                    </a:cubicBezTo>
                    <a:cubicBezTo>
                      <a:pt x="3032474" y="1367600"/>
                      <a:pt x="3026188" y="1371410"/>
                      <a:pt x="3020663" y="1371600"/>
                    </a:cubicBezTo>
                    <a:cubicBezTo>
                      <a:pt x="3006852" y="1372076"/>
                      <a:pt x="2993041" y="1371981"/>
                      <a:pt x="2979230" y="1371886"/>
                    </a:cubicBezTo>
                    <a:cubicBezTo>
                      <a:pt x="2966847" y="1371791"/>
                      <a:pt x="2953988" y="1373124"/>
                      <a:pt x="2942082" y="1370457"/>
                    </a:cubicBezTo>
                    <a:cubicBezTo>
                      <a:pt x="2929604" y="1367600"/>
                      <a:pt x="2918365" y="1367981"/>
                      <a:pt x="2906268" y="1371219"/>
                    </a:cubicBezTo>
                    <a:cubicBezTo>
                      <a:pt x="2897981" y="1373410"/>
                      <a:pt x="2889218" y="1373696"/>
                      <a:pt x="2880646" y="1374362"/>
                    </a:cubicBezTo>
                    <a:cubicBezTo>
                      <a:pt x="2871407" y="1375124"/>
                      <a:pt x="2861215" y="1373124"/>
                      <a:pt x="2852833" y="1376267"/>
                    </a:cubicBezTo>
                    <a:cubicBezTo>
                      <a:pt x="2827877" y="1385602"/>
                      <a:pt x="2802255" y="1387602"/>
                      <a:pt x="2776157" y="1387602"/>
                    </a:cubicBezTo>
                    <a:cubicBezTo>
                      <a:pt x="2771394" y="1387602"/>
                      <a:pt x="2766536" y="1386269"/>
                      <a:pt x="2761965" y="1384840"/>
                    </a:cubicBezTo>
                    <a:cubicBezTo>
                      <a:pt x="2735294" y="1376267"/>
                      <a:pt x="2708529" y="1377029"/>
                      <a:pt x="2681383" y="1382268"/>
                    </a:cubicBezTo>
                    <a:cubicBezTo>
                      <a:pt x="2675763" y="1383411"/>
                      <a:pt x="2669477" y="1383602"/>
                      <a:pt x="2663857" y="1382459"/>
                    </a:cubicBezTo>
                    <a:cubicBezTo>
                      <a:pt x="2648045" y="1379125"/>
                      <a:pt x="2632710" y="1373600"/>
                      <a:pt x="2616803" y="1371219"/>
                    </a:cubicBezTo>
                    <a:cubicBezTo>
                      <a:pt x="2590515" y="1367314"/>
                      <a:pt x="2567750" y="1380458"/>
                      <a:pt x="2544223" y="1389031"/>
                    </a:cubicBezTo>
                    <a:cubicBezTo>
                      <a:pt x="2521839" y="1397127"/>
                      <a:pt x="2502789" y="1415415"/>
                      <a:pt x="2476309" y="1411319"/>
                    </a:cubicBezTo>
                    <a:cubicBezTo>
                      <a:pt x="2473643" y="1410938"/>
                      <a:pt x="2470690" y="1413510"/>
                      <a:pt x="2467737" y="1414177"/>
                    </a:cubicBezTo>
                    <a:cubicBezTo>
                      <a:pt x="2459641" y="1415987"/>
                      <a:pt x="2451545" y="1418177"/>
                      <a:pt x="2443353" y="1419035"/>
                    </a:cubicBezTo>
                    <a:cubicBezTo>
                      <a:pt x="2433352" y="1420178"/>
                      <a:pt x="2423160" y="1419797"/>
                      <a:pt x="2413159" y="1420749"/>
                    </a:cubicBezTo>
                    <a:cubicBezTo>
                      <a:pt x="2400300" y="1421892"/>
                      <a:pt x="2387632" y="1424940"/>
                      <a:pt x="2374868" y="1424940"/>
                    </a:cubicBezTo>
                    <a:cubicBezTo>
                      <a:pt x="2364581" y="1424940"/>
                      <a:pt x="2354389" y="1421416"/>
                      <a:pt x="2344198" y="1419701"/>
                    </a:cubicBezTo>
                    <a:cubicBezTo>
                      <a:pt x="2329815" y="1417320"/>
                      <a:pt x="2314003" y="1417987"/>
                      <a:pt x="2301335" y="1411891"/>
                    </a:cubicBezTo>
                    <a:cubicBezTo>
                      <a:pt x="2287810" y="1405414"/>
                      <a:pt x="2274951" y="1402461"/>
                      <a:pt x="2260949" y="1404461"/>
                    </a:cubicBezTo>
                    <a:cubicBezTo>
                      <a:pt x="2256282" y="1405128"/>
                      <a:pt x="2250281" y="1409129"/>
                      <a:pt x="2248186" y="1413224"/>
                    </a:cubicBezTo>
                    <a:cubicBezTo>
                      <a:pt x="2243518" y="1422368"/>
                      <a:pt x="2237137" y="1423988"/>
                      <a:pt x="2228469" y="1420844"/>
                    </a:cubicBezTo>
                    <a:cubicBezTo>
                      <a:pt x="2220944" y="1418177"/>
                      <a:pt x="2211705" y="1416844"/>
                      <a:pt x="2206562" y="1411700"/>
                    </a:cubicBezTo>
                    <a:cubicBezTo>
                      <a:pt x="2191988" y="1397127"/>
                      <a:pt x="2173414" y="1396651"/>
                      <a:pt x="2155317" y="1392746"/>
                    </a:cubicBezTo>
                    <a:cubicBezTo>
                      <a:pt x="2144269" y="1390364"/>
                      <a:pt x="2133981" y="1390269"/>
                      <a:pt x="2122932" y="1391888"/>
                    </a:cubicBezTo>
                    <a:cubicBezTo>
                      <a:pt x="2098930" y="1395508"/>
                      <a:pt x="2075593" y="1390364"/>
                      <a:pt x="2052542" y="1383792"/>
                    </a:cubicBezTo>
                    <a:cubicBezTo>
                      <a:pt x="2037302" y="1379411"/>
                      <a:pt x="2021681" y="1376744"/>
                      <a:pt x="2006537" y="1372267"/>
                    </a:cubicBezTo>
                    <a:cubicBezTo>
                      <a:pt x="1995202" y="1368838"/>
                      <a:pt x="1983868" y="1364742"/>
                      <a:pt x="1973486" y="1359218"/>
                    </a:cubicBezTo>
                    <a:cubicBezTo>
                      <a:pt x="1958435" y="1351121"/>
                      <a:pt x="1945292" y="1338929"/>
                      <a:pt x="1926146" y="1342168"/>
                    </a:cubicBezTo>
                    <a:cubicBezTo>
                      <a:pt x="1909286" y="1345025"/>
                      <a:pt x="1894047" y="1339025"/>
                      <a:pt x="1878616" y="1333310"/>
                    </a:cubicBezTo>
                    <a:cubicBezTo>
                      <a:pt x="1867281" y="1329119"/>
                      <a:pt x="1855948" y="1324832"/>
                      <a:pt x="1844231" y="1322165"/>
                    </a:cubicBezTo>
                    <a:cubicBezTo>
                      <a:pt x="1830324" y="1319022"/>
                      <a:pt x="1814608" y="1320356"/>
                      <a:pt x="1802225" y="1314545"/>
                    </a:cubicBezTo>
                    <a:cubicBezTo>
                      <a:pt x="1789271" y="1308449"/>
                      <a:pt x="1778509" y="1312545"/>
                      <a:pt x="1766983" y="1314260"/>
                    </a:cubicBezTo>
                    <a:cubicBezTo>
                      <a:pt x="1748600" y="1316927"/>
                      <a:pt x="1730311" y="1321880"/>
                      <a:pt x="1711738" y="1315593"/>
                    </a:cubicBezTo>
                    <a:cubicBezTo>
                      <a:pt x="1689164" y="1307973"/>
                      <a:pt x="1666780" y="1299782"/>
                      <a:pt x="1644111" y="1292543"/>
                    </a:cubicBezTo>
                    <a:cubicBezTo>
                      <a:pt x="1635347" y="1289780"/>
                      <a:pt x="1625919" y="1288637"/>
                      <a:pt x="1616774" y="1287399"/>
                    </a:cubicBezTo>
                    <a:cubicBezTo>
                      <a:pt x="1608107" y="1286351"/>
                      <a:pt x="1597725" y="1289018"/>
                      <a:pt x="1591056" y="1285018"/>
                    </a:cubicBezTo>
                    <a:cubicBezTo>
                      <a:pt x="1573911" y="1274731"/>
                      <a:pt x="1556291" y="1269683"/>
                      <a:pt x="1536478" y="1269683"/>
                    </a:cubicBezTo>
                    <a:cubicBezTo>
                      <a:pt x="1529048" y="1269683"/>
                      <a:pt x="1521809" y="1265396"/>
                      <a:pt x="1514285" y="1264634"/>
                    </a:cubicBezTo>
                    <a:cubicBezTo>
                      <a:pt x="1503997" y="1263682"/>
                      <a:pt x="1492186" y="1261110"/>
                      <a:pt x="1483233" y="1264730"/>
                    </a:cubicBezTo>
                    <a:cubicBezTo>
                      <a:pt x="1462183" y="1273302"/>
                      <a:pt x="1445134" y="1266158"/>
                      <a:pt x="1426750" y="1257681"/>
                    </a:cubicBezTo>
                    <a:cubicBezTo>
                      <a:pt x="1408652" y="1249299"/>
                      <a:pt x="1389602" y="1242632"/>
                      <a:pt x="1370362" y="1237107"/>
                    </a:cubicBezTo>
                    <a:cubicBezTo>
                      <a:pt x="1363123" y="1235107"/>
                      <a:pt x="1354456" y="1238441"/>
                      <a:pt x="1346454" y="1239107"/>
                    </a:cubicBezTo>
                    <a:cubicBezTo>
                      <a:pt x="1343596" y="1239298"/>
                      <a:pt x="1340453" y="1239584"/>
                      <a:pt x="1337882" y="1238631"/>
                    </a:cubicBezTo>
                    <a:cubicBezTo>
                      <a:pt x="1313022" y="1229487"/>
                      <a:pt x="1287780" y="1222534"/>
                      <a:pt x="1260825" y="1227296"/>
                    </a:cubicBezTo>
                    <a:cubicBezTo>
                      <a:pt x="1258349" y="1227773"/>
                      <a:pt x="1255586" y="1226725"/>
                      <a:pt x="1253109" y="1226058"/>
                    </a:cubicBezTo>
                    <a:cubicBezTo>
                      <a:pt x="1241012" y="1222629"/>
                      <a:pt x="1229201" y="1217200"/>
                      <a:pt x="1216915" y="1215962"/>
                    </a:cubicBezTo>
                    <a:cubicBezTo>
                      <a:pt x="1186625" y="1212914"/>
                      <a:pt x="1156146" y="1211675"/>
                      <a:pt x="1125664" y="1209675"/>
                    </a:cubicBezTo>
                    <a:cubicBezTo>
                      <a:pt x="1123759" y="1209580"/>
                      <a:pt x="1121759" y="1209580"/>
                      <a:pt x="1120045" y="1208913"/>
                    </a:cubicBezTo>
                    <a:cubicBezTo>
                      <a:pt x="1108805" y="1204817"/>
                      <a:pt x="1098995" y="1206151"/>
                      <a:pt x="1089469" y="1213961"/>
                    </a:cubicBezTo>
                    <a:cubicBezTo>
                      <a:pt x="1085278" y="1217390"/>
                      <a:pt x="1079563" y="1219200"/>
                      <a:pt x="1074325" y="1221105"/>
                    </a:cubicBezTo>
                    <a:cubicBezTo>
                      <a:pt x="1066609" y="1223963"/>
                      <a:pt x="1058704" y="1226725"/>
                      <a:pt x="1050703" y="1228535"/>
                    </a:cubicBezTo>
                    <a:cubicBezTo>
                      <a:pt x="1042797" y="1230249"/>
                      <a:pt x="1034320" y="1232630"/>
                      <a:pt x="1026700" y="1231297"/>
                    </a:cubicBezTo>
                    <a:cubicBezTo>
                      <a:pt x="1012984" y="1228916"/>
                      <a:pt x="999934" y="1223582"/>
                      <a:pt x="986409" y="1220057"/>
                    </a:cubicBezTo>
                    <a:cubicBezTo>
                      <a:pt x="981742" y="1218819"/>
                      <a:pt x="976598" y="1219010"/>
                      <a:pt x="971741" y="1218914"/>
                    </a:cubicBezTo>
                    <a:cubicBezTo>
                      <a:pt x="960596" y="1218629"/>
                      <a:pt x="949166" y="1221391"/>
                      <a:pt x="939070" y="1213485"/>
                    </a:cubicBezTo>
                    <a:cubicBezTo>
                      <a:pt x="929736" y="1206056"/>
                      <a:pt x="920305" y="1208246"/>
                      <a:pt x="910495" y="1213866"/>
                    </a:cubicBezTo>
                    <a:cubicBezTo>
                      <a:pt x="903446" y="1217867"/>
                      <a:pt x="895446" y="1221010"/>
                      <a:pt x="887540" y="1222534"/>
                    </a:cubicBezTo>
                    <a:cubicBezTo>
                      <a:pt x="876681" y="1224629"/>
                      <a:pt x="865918" y="1225487"/>
                      <a:pt x="854202" y="1224248"/>
                    </a:cubicBezTo>
                    <a:cubicBezTo>
                      <a:pt x="845915" y="1223391"/>
                      <a:pt x="839152" y="1223010"/>
                      <a:pt x="832675" y="1217962"/>
                    </a:cubicBezTo>
                    <a:cubicBezTo>
                      <a:pt x="831628" y="1217200"/>
                      <a:pt x="829723" y="1217009"/>
                      <a:pt x="828294" y="1217105"/>
                    </a:cubicBezTo>
                    <a:cubicBezTo>
                      <a:pt x="809530" y="1218724"/>
                      <a:pt x="790956" y="1217867"/>
                      <a:pt x="772001" y="1216723"/>
                    </a:cubicBezTo>
                    <a:cubicBezTo>
                      <a:pt x="747904" y="1215200"/>
                      <a:pt x="722566" y="1219676"/>
                      <a:pt x="701707" y="1235678"/>
                    </a:cubicBezTo>
                    <a:cubicBezTo>
                      <a:pt x="698659" y="1238060"/>
                      <a:pt x="694087" y="1239107"/>
                      <a:pt x="690086" y="1239679"/>
                    </a:cubicBezTo>
                    <a:cubicBezTo>
                      <a:pt x="671227" y="1242155"/>
                      <a:pt x="652272" y="1243870"/>
                      <a:pt x="633412" y="1246632"/>
                    </a:cubicBezTo>
                    <a:cubicBezTo>
                      <a:pt x="623125" y="1248156"/>
                      <a:pt x="612362" y="1249490"/>
                      <a:pt x="603028" y="1253681"/>
                    </a:cubicBezTo>
                    <a:cubicBezTo>
                      <a:pt x="593885" y="1257776"/>
                      <a:pt x="586549" y="1262634"/>
                      <a:pt x="581120" y="1254062"/>
                    </a:cubicBezTo>
                    <a:cubicBezTo>
                      <a:pt x="571406" y="1258634"/>
                      <a:pt x="562927" y="1262444"/>
                      <a:pt x="554642" y="1266539"/>
                    </a:cubicBezTo>
                    <a:cubicBezTo>
                      <a:pt x="551593" y="1268063"/>
                      <a:pt x="549021" y="1270540"/>
                      <a:pt x="545973" y="1271969"/>
                    </a:cubicBezTo>
                    <a:cubicBezTo>
                      <a:pt x="542734" y="1273493"/>
                      <a:pt x="539115" y="1274445"/>
                      <a:pt x="535591" y="1275207"/>
                    </a:cubicBezTo>
                    <a:cubicBezTo>
                      <a:pt x="519874" y="1278636"/>
                      <a:pt x="504158" y="1281779"/>
                      <a:pt x="488538" y="1285494"/>
                    </a:cubicBezTo>
                    <a:cubicBezTo>
                      <a:pt x="485489" y="1286256"/>
                      <a:pt x="482917" y="1289304"/>
                      <a:pt x="480155" y="1291304"/>
                    </a:cubicBezTo>
                    <a:cubicBezTo>
                      <a:pt x="478345" y="1292638"/>
                      <a:pt x="476536" y="1294638"/>
                      <a:pt x="474535" y="1294924"/>
                    </a:cubicBezTo>
                    <a:cubicBezTo>
                      <a:pt x="459295" y="1297210"/>
                      <a:pt x="444151" y="1299877"/>
                      <a:pt x="428816" y="1301020"/>
                    </a:cubicBezTo>
                    <a:cubicBezTo>
                      <a:pt x="415957" y="1301972"/>
                      <a:pt x="403574" y="1301687"/>
                      <a:pt x="400241" y="1318260"/>
                    </a:cubicBezTo>
                    <a:cubicBezTo>
                      <a:pt x="399669" y="1321118"/>
                      <a:pt x="395573" y="1324166"/>
                      <a:pt x="392431" y="1325594"/>
                    </a:cubicBezTo>
                    <a:cubicBezTo>
                      <a:pt x="383477" y="1329690"/>
                      <a:pt x="373951" y="1332452"/>
                      <a:pt x="365093" y="1336643"/>
                    </a:cubicBezTo>
                    <a:cubicBezTo>
                      <a:pt x="336042" y="1350645"/>
                      <a:pt x="305658" y="1359503"/>
                      <a:pt x="273177" y="1357884"/>
                    </a:cubicBezTo>
                    <a:cubicBezTo>
                      <a:pt x="263081" y="1357408"/>
                      <a:pt x="253270" y="1352264"/>
                      <a:pt x="246888" y="1350359"/>
                    </a:cubicBezTo>
                    <a:cubicBezTo>
                      <a:pt x="228506" y="1357884"/>
                      <a:pt x="213075" y="1365123"/>
                      <a:pt x="196977" y="1370552"/>
                    </a:cubicBezTo>
                    <a:cubicBezTo>
                      <a:pt x="182785" y="1375410"/>
                      <a:pt x="167926" y="1378458"/>
                      <a:pt x="153352" y="1381982"/>
                    </a:cubicBezTo>
                    <a:cubicBezTo>
                      <a:pt x="148018" y="1383316"/>
                      <a:pt x="142589" y="1384078"/>
                      <a:pt x="137160" y="1384745"/>
                    </a:cubicBezTo>
                    <a:cubicBezTo>
                      <a:pt x="120206" y="1386840"/>
                      <a:pt x="102489" y="1381792"/>
                      <a:pt x="85917" y="1389793"/>
                    </a:cubicBezTo>
                    <a:cubicBezTo>
                      <a:pt x="77248" y="1393984"/>
                      <a:pt x="68675" y="1399032"/>
                      <a:pt x="59532" y="1401223"/>
                    </a:cubicBezTo>
                    <a:cubicBezTo>
                      <a:pt x="49721" y="1403604"/>
                      <a:pt x="40124" y="1407319"/>
                      <a:pt x="30325" y="1409974"/>
                    </a:cubicBezTo>
                    <a:lnTo>
                      <a:pt x="0" y="1412360"/>
                    </a:lnTo>
                    <a:lnTo>
                      <a:pt x="0" y="1058622"/>
                    </a:lnTo>
                    <a:lnTo>
                      <a:pt x="17145" y="1060228"/>
                    </a:lnTo>
                    <a:cubicBezTo>
                      <a:pt x="26480" y="1061561"/>
                      <a:pt x="35528" y="1066133"/>
                      <a:pt x="44672" y="1066324"/>
                    </a:cubicBezTo>
                    <a:cubicBezTo>
                      <a:pt x="59055" y="1066610"/>
                      <a:pt x="71819" y="1068419"/>
                      <a:pt x="84677" y="1076230"/>
                    </a:cubicBezTo>
                    <a:cubicBezTo>
                      <a:pt x="104108" y="1087946"/>
                      <a:pt x="120110" y="1082993"/>
                      <a:pt x="132017" y="1064990"/>
                    </a:cubicBezTo>
                    <a:cubicBezTo>
                      <a:pt x="133255" y="1063181"/>
                      <a:pt x="134874" y="1060799"/>
                      <a:pt x="136779" y="1060323"/>
                    </a:cubicBezTo>
                    <a:cubicBezTo>
                      <a:pt x="153639" y="1056132"/>
                      <a:pt x="170974" y="1048131"/>
                      <a:pt x="187547" y="1049179"/>
                    </a:cubicBezTo>
                    <a:cubicBezTo>
                      <a:pt x="216789" y="1051084"/>
                      <a:pt x="244316" y="1048798"/>
                      <a:pt x="270891" y="1036415"/>
                    </a:cubicBezTo>
                    <a:cubicBezTo>
                      <a:pt x="272510" y="1035653"/>
                      <a:pt x="274987" y="1034891"/>
                      <a:pt x="276320" y="1035558"/>
                    </a:cubicBezTo>
                    <a:cubicBezTo>
                      <a:pt x="292322" y="1043845"/>
                      <a:pt x="309848" y="1050417"/>
                      <a:pt x="323755" y="1061561"/>
                    </a:cubicBezTo>
                    <a:cubicBezTo>
                      <a:pt x="336995" y="1072134"/>
                      <a:pt x="352997" y="1072229"/>
                      <a:pt x="361855" y="1057942"/>
                    </a:cubicBezTo>
                    <a:cubicBezTo>
                      <a:pt x="366236" y="1050893"/>
                      <a:pt x="372332" y="1042702"/>
                      <a:pt x="379571" y="1039939"/>
                    </a:cubicBezTo>
                    <a:cubicBezTo>
                      <a:pt x="395954" y="1033653"/>
                      <a:pt x="413481" y="1030414"/>
                      <a:pt x="430530" y="1025747"/>
                    </a:cubicBezTo>
                    <a:cubicBezTo>
                      <a:pt x="451581" y="1020032"/>
                      <a:pt x="472345" y="1020032"/>
                      <a:pt x="493300" y="1027176"/>
                    </a:cubicBezTo>
                    <a:cubicBezTo>
                      <a:pt x="508064" y="1032224"/>
                      <a:pt x="523113" y="1032224"/>
                      <a:pt x="537782" y="1025366"/>
                    </a:cubicBezTo>
                    <a:cubicBezTo>
                      <a:pt x="545687" y="1021652"/>
                      <a:pt x="553784" y="1017842"/>
                      <a:pt x="562166" y="1015746"/>
                    </a:cubicBezTo>
                    <a:cubicBezTo>
                      <a:pt x="567595" y="1014412"/>
                      <a:pt x="573881" y="1015651"/>
                      <a:pt x="579596" y="1016699"/>
                    </a:cubicBezTo>
                    <a:cubicBezTo>
                      <a:pt x="590645" y="1018794"/>
                      <a:pt x="602075" y="1025176"/>
                      <a:pt x="612362" y="1023557"/>
                    </a:cubicBezTo>
                    <a:cubicBezTo>
                      <a:pt x="647891" y="1017842"/>
                      <a:pt x="681419" y="1031272"/>
                      <a:pt x="716090" y="1031653"/>
                    </a:cubicBezTo>
                    <a:cubicBezTo>
                      <a:pt x="731806" y="1031843"/>
                      <a:pt x="747332" y="1034891"/>
                      <a:pt x="758381" y="1018985"/>
                    </a:cubicBezTo>
                    <a:cubicBezTo>
                      <a:pt x="759809" y="1016889"/>
                      <a:pt x="766763" y="1018032"/>
                      <a:pt x="771049" y="1018699"/>
                    </a:cubicBezTo>
                    <a:cubicBezTo>
                      <a:pt x="780574" y="1020128"/>
                      <a:pt x="790004" y="1023747"/>
                      <a:pt x="799433" y="1023652"/>
                    </a:cubicBezTo>
                    <a:cubicBezTo>
                      <a:pt x="818960" y="1023557"/>
                      <a:pt x="838581" y="1022033"/>
                      <a:pt x="858012" y="1020318"/>
                    </a:cubicBezTo>
                    <a:cubicBezTo>
                      <a:pt x="865346" y="1019651"/>
                      <a:pt x="872395" y="1017080"/>
                      <a:pt x="879634" y="1015270"/>
                    </a:cubicBezTo>
                    <a:cubicBezTo>
                      <a:pt x="883634" y="1014222"/>
                      <a:pt x="887921" y="1011460"/>
                      <a:pt x="891635" y="1012031"/>
                    </a:cubicBezTo>
                    <a:cubicBezTo>
                      <a:pt x="913162" y="1015365"/>
                      <a:pt x="932879" y="1007174"/>
                      <a:pt x="953262" y="1003078"/>
                    </a:cubicBezTo>
                    <a:cubicBezTo>
                      <a:pt x="962692" y="1001173"/>
                      <a:pt x="971550" y="996601"/>
                      <a:pt x="980694" y="993458"/>
                    </a:cubicBezTo>
                    <a:cubicBezTo>
                      <a:pt x="983075" y="992600"/>
                      <a:pt x="985742" y="991838"/>
                      <a:pt x="988124" y="992029"/>
                    </a:cubicBezTo>
                    <a:cubicBezTo>
                      <a:pt x="1001744" y="993172"/>
                      <a:pt x="1015270" y="994791"/>
                      <a:pt x="1028795" y="996029"/>
                    </a:cubicBezTo>
                    <a:cubicBezTo>
                      <a:pt x="1041083" y="997172"/>
                      <a:pt x="1053465" y="997553"/>
                      <a:pt x="1059275" y="1011555"/>
                    </a:cubicBezTo>
                    <a:cubicBezTo>
                      <a:pt x="1060133" y="1013746"/>
                      <a:pt x="1062990" y="1015365"/>
                      <a:pt x="1065181" y="1016794"/>
                    </a:cubicBezTo>
                    <a:cubicBezTo>
                      <a:pt x="1098995" y="1038797"/>
                      <a:pt x="1117092" y="1038225"/>
                      <a:pt x="1150144" y="1014984"/>
                    </a:cubicBezTo>
                    <a:cubicBezTo>
                      <a:pt x="1153573" y="1012603"/>
                      <a:pt x="1160907" y="1010888"/>
                      <a:pt x="1163193" y="1012793"/>
                    </a:cubicBezTo>
                    <a:cubicBezTo>
                      <a:pt x="1182624" y="1028605"/>
                      <a:pt x="1203865" y="1026890"/>
                      <a:pt x="1226249" y="1021937"/>
                    </a:cubicBezTo>
                    <a:cubicBezTo>
                      <a:pt x="1232059" y="1020604"/>
                      <a:pt x="1240251" y="1020604"/>
                      <a:pt x="1244632" y="1023747"/>
                    </a:cubicBezTo>
                    <a:cubicBezTo>
                      <a:pt x="1265492" y="1038320"/>
                      <a:pt x="1287876" y="1036225"/>
                      <a:pt x="1310545" y="1031939"/>
                    </a:cubicBezTo>
                    <a:cubicBezTo>
                      <a:pt x="1314069" y="1031272"/>
                      <a:pt x="1318356" y="1027652"/>
                      <a:pt x="1319879" y="1024319"/>
                    </a:cubicBezTo>
                    <a:cubicBezTo>
                      <a:pt x="1325309" y="1012508"/>
                      <a:pt x="1335501" y="1008507"/>
                      <a:pt x="1346740" y="1005173"/>
                    </a:cubicBezTo>
                    <a:cubicBezTo>
                      <a:pt x="1364457" y="999744"/>
                      <a:pt x="1381887" y="993362"/>
                      <a:pt x="1399699" y="988219"/>
                    </a:cubicBezTo>
                    <a:cubicBezTo>
                      <a:pt x="1404081" y="986981"/>
                      <a:pt x="1409510" y="987743"/>
                      <a:pt x="1414082" y="989171"/>
                    </a:cubicBezTo>
                    <a:cubicBezTo>
                      <a:pt x="1429703" y="994029"/>
                      <a:pt x="1439609" y="1006221"/>
                      <a:pt x="1450467" y="1017461"/>
                    </a:cubicBezTo>
                    <a:cubicBezTo>
                      <a:pt x="1455230" y="1022414"/>
                      <a:pt x="1461802" y="1025938"/>
                      <a:pt x="1468184" y="1028795"/>
                    </a:cubicBezTo>
                    <a:cubicBezTo>
                      <a:pt x="1484757" y="1036130"/>
                      <a:pt x="1501712" y="1042702"/>
                      <a:pt x="1518476" y="1049655"/>
                    </a:cubicBezTo>
                    <a:cubicBezTo>
                      <a:pt x="1520095" y="1050322"/>
                      <a:pt x="1521428" y="1052036"/>
                      <a:pt x="1522667" y="1053465"/>
                    </a:cubicBezTo>
                    <a:cubicBezTo>
                      <a:pt x="1535049" y="1068515"/>
                      <a:pt x="1547336" y="1083659"/>
                      <a:pt x="1559814" y="1098709"/>
                    </a:cubicBezTo>
                    <a:cubicBezTo>
                      <a:pt x="1562195" y="1101566"/>
                      <a:pt x="1565625" y="1103662"/>
                      <a:pt x="1568196" y="1106424"/>
                    </a:cubicBezTo>
                    <a:cubicBezTo>
                      <a:pt x="1571816" y="1110234"/>
                      <a:pt x="1576388" y="1113854"/>
                      <a:pt x="1578293" y="1118426"/>
                    </a:cubicBezTo>
                    <a:cubicBezTo>
                      <a:pt x="1584198" y="1132808"/>
                      <a:pt x="1595533" y="1139000"/>
                      <a:pt x="1609820" y="1141667"/>
                    </a:cubicBezTo>
                    <a:cubicBezTo>
                      <a:pt x="1622870" y="1144143"/>
                      <a:pt x="1635919" y="1146239"/>
                      <a:pt x="1648873" y="1149096"/>
                    </a:cubicBezTo>
                    <a:cubicBezTo>
                      <a:pt x="1664684" y="1152525"/>
                      <a:pt x="1680401" y="1156240"/>
                      <a:pt x="1696022" y="1160431"/>
                    </a:cubicBezTo>
                    <a:cubicBezTo>
                      <a:pt x="1702784" y="1162241"/>
                      <a:pt x="1709928" y="1164336"/>
                      <a:pt x="1715739" y="1168051"/>
                    </a:cubicBezTo>
                    <a:cubicBezTo>
                      <a:pt x="1732026" y="1178338"/>
                      <a:pt x="1749457" y="1185291"/>
                      <a:pt x="1768602" y="1182529"/>
                    </a:cubicBezTo>
                    <a:cubicBezTo>
                      <a:pt x="1783937" y="1180338"/>
                      <a:pt x="1796796" y="1185958"/>
                      <a:pt x="1806321" y="1194721"/>
                    </a:cubicBezTo>
                    <a:cubicBezTo>
                      <a:pt x="1823657" y="1210628"/>
                      <a:pt x="1842230" y="1207008"/>
                      <a:pt x="1860709" y="1201865"/>
                    </a:cubicBezTo>
                    <a:cubicBezTo>
                      <a:pt x="1870234" y="1199198"/>
                      <a:pt x="1878044" y="1199579"/>
                      <a:pt x="1887093" y="1202150"/>
                    </a:cubicBezTo>
                    <a:cubicBezTo>
                      <a:pt x="1908048" y="1208151"/>
                      <a:pt x="1922050" y="1224439"/>
                      <a:pt x="1935575" y="1238726"/>
                    </a:cubicBezTo>
                    <a:cubicBezTo>
                      <a:pt x="1947101" y="1250918"/>
                      <a:pt x="1960055" y="1257776"/>
                      <a:pt x="1974247" y="1262920"/>
                    </a:cubicBezTo>
                    <a:cubicBezTo>
                      <a:pt x="1992154" y="1269492"/>
                      <a:pt x="2006346" y="1267016"/>
                      <a:pt x="2014919" y="1251204"/>
                    </a:cubicBezTo>
                    <a:cubicBezTo>
                      <a:pt x="2017300" y="1246727"/>
                      <a:pt x="2021491" y="1241488"/>
                      <a:pt x="2025968" y="1240155"/>
                    </a:cubicBezTo>
                    <a:cubicBezTo>
                      <a:pt x="2047589" y="1233488"/>
                      <a:pt x="2069497" y="1223772"/>
                      <a:pt x="2092643" y="1229678"/>
                    </a:cubicBezTo>
                    <a:cubicBezTo>
                      <a:pt x="2124647" y="1237774"/>
                      <a:pt x="2155889" y="1237298"/>
                      <a:pt x="2187893" y="1229297"/>
                    </a:cubicBezTo>
                    <a:cubicBezTo>
                      <a:pt x="2239804" y="1216343"/>
                      <a:pt x="2291715" y="1202627"/>
                      <a:pt x="2346294" y="1205484"/>
                    </a:cubicBezTo>
                    <a:cubicBezTo>
                      <a:pt x="2355342" y="1205960"/>
                      <a:pt x="2366105" y="1200150"/>
                      <a:pt x="2373916" y="1194435"/>
                    </a:cubicBezTo>
                    <a:cubicBezTo>
                      <a:pt x="2388870" y="1183577"/>
                      <a:pt x="2388203" y="1182719"/>
                      <a:pt x="2404967" y="1191673"/>
                    </a:cubicBezTo>
                    <a:cubicBezTo>
                      <a:pt x="2408968" y="1193864"/>
                      <a:pt x="2413921" y="1195197"/>
                      <a:pt x="2416874" y="1198436"/>
                    </a:cubicBezTo>
                    <a:cubicBezTo>
                      <a:pt x="2431923" y="1214914"/>
                      <a:pt x="2450497" y="1210913"/>
                      <a:pt x="2468975" y="1208532"/>
                    </a:cubicBezTo>
                    <a:cubicBezTo>
                      <a:pt x="2472214" y="1208056"/>
                      <a:pt x="2476119" y="1207389"/>
                      <a:pt x="2478882" y="1208723"/>
                    </a:cubicBezTo>
                    <a:cubicBezTo>
                      <a:pt x="2491359" y="1214723"/>
                      <a:pt x="2501932" y="1212628"/>
                      <a:pt x="2512791" y="1204436"/>
                    </a:cubicBezTo>
                    <a:cubicBezTo>
                      <a:pt x="2522220" y="1197388"/>
                      <a:pt x="2533079" y="1193197"/>
                      <a:pt x="2544223" y="1201960"/>
                    </a:cubicBezTo>
                    <a:cubicBezTo>
                      <a:pt x="2568988" y="1221391"/>
                      <a:pt x="2595467" y="1222343"/>
                      <a:pt x="2623471" y="1210056"/>
                    </a:cubicBezTo>
                    <a:cubicBezTo>
                      <a:pt x="2643473" y="1201293"/>
                      <a:pt x="2663190" y="1199293"/>
                      <a:pt x="2684241" y="1208151"/>
                    </a:cubicBezTo>
                    <a:cubicBezTo>
                      <a:pt x="2692337" y="1211580"/>
                      <a:pt x="2702814" y="1209294"/>
                      <a:pt x="2712244" y="1210056"/>
                    </a:cubicBezTo>
                    <a:cubicBezTo>
                      <a:pt x="2717578" y="1210437"/>
                      <a:pt x="2723484" y="1210532"/>
                      <a:pt x="2728055" y="1212914"/>
                    </a:cubicBezTo>
                    <a:cubicBezTo>
                      <a:pt x="2740248" y="1219010"/>
                      <a:pt x="2751582" y="1226820"/>
                      <a:pt x="2763869" y="1232821"/>
                    </a:cubicBezTo>
                    <a:cubicBezTo>
                      <a:pt x="2769775" y="1235678"/>
                      <a:pt x="2776823" y="1237202"/>
                      <a:pt x="2783491" y="1237298"/>
                    </a:cubicBezTo>
                    <a:cubicBezTo>
                      <a:pt x="2803208" y="1237774"/>
                      <a:pt x="2822925" y="1237774"/>
                      <a:pt x="2842546" y="1236917"/>
                    </a:cubicBezTo>
                    <a:cubicBezTo>
                      <a:pt x="2874931" y="1235583"/>
                      <a:pt x="2907792" y="1235297"/>
                      <a:pt x="2931128" y="1206913"/>
                    </a:cubicBezTo>
                    <a:cubicBezTo>
                      <a:pt x="2933034" y="1204627"/>
                      <a:pt x="2937129" y="1203293"/>
                      <a:pt x="2940368" y="1202912"/>
                    </a:cubicBezTo>
                    <a:cubicBezTo>
                      <a:pt x="2955322" y="1201103"/>
                      <a:pt x="2970657" y="1200912"/>
                      <a:pt x="2985421" y="1197959"/>
                    </a:cubicBezTo>
                    <a:cubicBezTo>
                      <a:pt x="2997232" y="1195578"/>
                      <a:pt x="3007043" y="1196340"/>
                      <a:pt x="3015996" y="1204722"/>
                    </a:cubicBezTo>
                    <a:cubicBezTo>
                      <a:pt x="3027712" y="1215771"/>
                      <a:pt x="3042000" y="1222248"/>
                      <a:pt x="3057621" y="1218724"/>
                    </a:cubicBezTo>
                    <a:cubicBezTo>
                      <a:pt x="3073241" y="1215295"/>
                      <a:pt x="3083528" y="1222724"/>
                      <a:pt x="3095054" y="1230440"/>
                    </a:cubicBezTo>
                    <a:cubicBezTo>
                      <a:pt x="3103436" y="1236059"/>
                      <a:pt x="3112961" y="1243108"/>
                      <a:pt x="3122295" y="1243679"/>
                    </a:cubicBezTo>
                    <a:cubicBezTo>
                      <a:pt x="3143441" y="1244917"/>
                      <a:pt x="3161634" y="1264539"/>
                      <a:pt x="3184589" y="1253395"/>
                    </a:cubicBezTo>
                    <a:cubicBezTo>
                      <a:pt x="3186113" y="1252633"/>
                      <a:pt x="3188875" y="1254538"/>
                      <a:pt x="3191066" y="1255014"/>
                    </a:cubicBezTo>
                    <a:cubicBezTo>
                      <a:pt x="3208592" y="1258634"/>
                      <a:pt x="3225070" y="1255109"/>
                      <a:pt x="3237929" y="1243203"/>
                    </a:cubicBezTo>
                    <a:cubicBezTo>
                      <a:pt x="3254788" y="1227677"/>
                      <a:pt x="3273457" y="1226153"/>
                      <a:pt x="3294221" y="1231202"/>
                    </a:cubicBezTo>
                    <a:cubicBezTo>
                      <a:pt x="3300889" y="1232821"/>
                      <a:pt x="3307557" y="1233964"/>
                      <a:pt x="3314319" y="1235297"/>
                    </a:cubicBezTo>
                    <a:cubicBezTo>
                      <a:pt x="3323463" y="1237202"/>
                      <a:pt x="3332703" y="1239203"/>
                      <a:pt x="3341846" y="1241108"/>
                    </a:cubicBezTo>
                    <a:cubicBezTo>
                      <a:pt x="3350705" y="1243013"/>
                      <a:pt x="3360516" y="1246251"/>
                      <a:pt x="3367373" y="1238060"/>
                    </a:cubicBezTo>
                    <a:cubicBezTo>
                      <a:pt x="3373279" y="1231011"/>
                      <a:pt x="3377470" y="1231678"/>
                      <a:pt x="3382899" y="1237774"/>
                    </a:cubicBezTo>
                    <a:cubicBezTo>
                      <a:pt x="3401759" y="1259110"/>
                      <a:pt x="3424619" y="1272445"/>
                      <a:pt x="3453765" y="1273397"/>
                    </a:cubicBezTo>
                    <a:cubicBezTo>
                      <a:pt x="3459766" y="1273588"/>
                      <a:pt x="3465862" y="1274921"/>
                      <a:pt x="3471767" y="1276350"/>
                    </a:cubicBezTo>
                    <a:cubicBezTo>
                      <a:pt x="3475387" y="1277207"/>
                      <a:pt x="3479769" y="1278160"/>
                      <a:pt x="3481959" y="1280732"/>
                    </a:cubicBezTo>
                    <a:cubicBezTo>
                      <a:pt x="3499009" y="1300353"/>
                      <a:pt x="3520250" y="1313974"/>
                      <a:pt x="3543396" y="1324928"/>
                    </a:cubicBezTo>
                    <a:cubicBezTo>
                      <a:pt x="3551682" y="1328833"/>
                      <a:pt x="3560541" y="1332738"/>
                      <a:pt x="3569494" y="1333881"/>
                    </a:cubicBezTo>
                    <a:cubicBezTo>
                      <a:pt x="3578828" y="1335024"/>
                      <a:pt x="3588639" y="1333119"/>
                      <a:pt x="3598164" y="1332071"/>
                    </a:cubicBezTo>
                    <a:cubicBezTo>
                      <a:pt x="3603784" y="1331500"/>
                      <a:pt x="3610261" y="1331595"/>
                      <a:pt x="3614738" y="1328833"/>
                    </a:cubicBezTo>
                    <a:cubicBezTo>
                      <a:pt x="3628930" y="1320165"/>
                      <a:pt x="3642646" y="1310831"/>
                      <a:pt x="3655886" y="1300734"/>
                    </a:cubicBezTo>
                    <a:cubicBezTo>
                      <a:pt x="3667221" y="1292066"/>
                      <a:pt x="3669507" y="1290828"/>
                      <a:pt x="3679317" y="1301687"/>
                    </a:cubicBezTo>
                    <a:cubicBezTo>
                      <a:pt x="3689414" y="1312831"/>
                      <a:pt x="3701987" y="1318641"/>
                      <a:pt x="3715893" y="1321022"/>
                    </a:cubicBezTo>
                    <a:cubicBezTo>
                      <a:pt x="3737896" y="1324737"/>
                      <a:pt x="3760089" y="1327880"/>
                      <a:pt x="3782282" y="1329690"/>
                    </a:cubicBezTo>
                    <a:cubicBezTo>
                      <a:pt x="3802380" y="1331309"/>
                      <a:pt x="3812000" y="1322546"/>
                      <a:pt x="3816001" y="1302639"/>
                    </a:cubicBezTo>
                    <a:cubicBezTo>
                      <a:pt x="3818287" y="1291590"/>
                      <a:pt x="3821240" y="1279588"/>
                      <a:pt x="3833431" y="1276636"/>
                    </a:cubicBezTo>
                    <a:cubicBezTo>
                      <a:pt x="3853339" y="1271873"/>
                      <a:pt x="3874008" y="1269778"/>
                      <a:pt x="3883819" y="1246442"/>
                    </a:cubicBezTo>
                    <a:cubicBezTo>
                      <a:pt x="3889248" y="1251585"/>
                      <a:pt x="3892582" y="1254633"/>
                      <a:pt x="3895821" y="1257681"/>
                    </a:cubicBezTo>
                    <a:cubicBezTo>
                      <a:pt x="3904774" y="1266158"/>
                      <a:pt x="3923347" y="1269778"/>
                      <a:pt x="3932778" y="1262444"/>
                    </a:cubicBezTo>
                    <a:cubicBezTo>
                      <a:pt x="3946684" y="1251776"/>
                      <a:pt x="3959448" y="1253776"/>
                      <a:pt x="3972782" y="1262063"/>
                    </a:cubicBezTo>
                    <a:cubicBezTo>
                      <a:pt x="3995071" y="1275779"/>
                      <a:pt x="4019931" y="1272635"/>
                      <a:pt x="4042505" y="1267111"/>
                    </a:cubicBezTo>
                    <a:cubicBezTo>
                      <a:pt x="4059555" y="1263015"/>
                      <a:pt x="4077748" y="1255490"/>
                      <a:pt x="4088892" y="1238250"/>
                    </a:cubicBezTo>
                    <a:cubicBezTo>
                      <a:pt x="4092416" y="1232726"/>
                      <a:pt x="4100322" y="1229963"/>
                      <a:pt x="4106609" y="1226344"/>
                    </a:cubicBezTo>
                    <a:cubicBezTo>
                      <a:pt x="4111848" y="1223391"/>
                      <a:pt x="4117372" y="1220629"/>
                      <a:pt x="4123182" y="1218724"/>
                    </a:cubicBezTo>
                    <a:cubicBezTo>
                      <a:pt x="4129373" y="1216628"/>
                      <a:pt x="4136232" y="1213580"/>
                      <a:pt x="4142328" y="1214438"/>
                    </a:cubicBezTo>
                    <a:cubicBezTo>
                      <a:pt x="4160806" y="1216914"/>
                      <a:pt x="4175475" y="1212056"/>
                      <a:pt x="4188524" y="1198245"/>
                    </a:cubicBezTo>
                    <a:cubicBezTo>
                      <a:pt x="4195287" y="1191101"/>
                      <a:pt x="4205288" y="1182434"/>
                      <a:pt x="4213860" y="1182338"/>
                    </a:cubicBezTo>
                    <a:cubicBezTo>
                      <a:pt x="4234720" y="1182053"/>
                      <a:pt x="4252055" y="1175195"/>
                      <a:pt x="4270820" y="1167003"/>
                    </a:cubicBezTo>
                    <a:cubicBezTo>
                      <a:pt x="4282916" y="1161764"/>
                      <a:pt x="4296632" y="1158145"/>
                      <a:pt x="4309587" y="1153287"/>
                    </a:cubicBezTo>
                    <a:cubicBezTo>
                      <a:pt x="4324731" y="1147572"/>
                      <a:pt x="4341210" y="1145477"/>
                      <a:pt x="4350449" y="1129665"/>
                    </a:cubicBezTo>
                    <a:cubicBezTo>
                      <a:pt x="4351496" y="1127951"/>
                      <a:pt x="4354640" y="1127665"/>
                      <a:pt x="4356164" y="1126046"/>
                    </a:cubicBezTo>
                    <a:cubicBezTo>
                      <a:pt x="4361021" y="1121093"/>
                      <a:pt x="4367308" y="1116521"/>
                      <a:pt x="4369880" y="1110520"/>
                    </a:cubicBezTo>
                    <a:cubicBezTo>
                      <a:pt x="4377309" y="1092994"/>
                      <a:pt x="4383119" y="1074896"/>
                      <a:pt x="4389787" y="1057085"/>
                    </a:cubicBezTo>
                    <a:cubicBezTo>
                      <a:pt x="4391216" y="1053275"/>
                      <a:pt x="4392549" y="1048417"/>
                      <a:pt x="4395502" y="1046226"/>
                    </a:cubicBezTo>
                    <a:cubicBezTo>
                      <a:pt x="4412552" y="1033653"/>
                      <a:pt x="4429888" y="1021556"/>
                      <a:pt x="4447413" y="1009650"/>
                    </a:cubicBezTo>
                    <a:cubicBezTo>
                      <a:pt x="4454462" y="1004887"/>
                      <a:pt x="4460367" y="1007555"/>
                      <a:pt x="4466654" y="1013079"/>
                    </a:cubicBezTo>
                    <a:cubicBezTo>
                      <a:pt x="4472750" y="1018318"/>
                      <a:pt x="4480275" y="1023747"/>
                      <a:pt x="4487894" y="1025081"/>
                    </a:cubicBezTo>
                    <a:cubicBezTo>
                      <a:pt x="4503135" y="1027652"/>
                      <a:pt x="4518946" y="1028224"/>
                      <a:pt x="4534472" y="1028224"/>
                    </a:cubicBezTo>
                    <a:cubicBezTo>
                      <a:pt x="4540282" y="1028224"/>
                      <a:pt x="4546473" y="1024795"/>
                      <a:pt x="4551903" y="1022033"/>
                    </a:cubicBezTo>
                    <a:cubicBezTo>
                      <a:pt x="4562189" y="1016794"/>
                      <a:pt x="4571714" y="1009745"/>
                      <a:pt x="4582382" y="1005364"/>
                    </a:cubicBezTo>
                    <a:cubicBezTo>
                      <a:pt x="4594765" y="1000316"/>
                      <a:pt x="4602194" y="992219"/>
                      <a:pt x="4605909" y="979551"/>
                    </a:cubicBezTo>
                    <a:cubicBezTo>
                      <a:pt x="4611434" y="960692"/>
                      <a:pt x="4624579" y="947547"/>
                      <a:pt x="4640104" y="936879"/>
                    </a:cubicBezTo>
                    <a:cubicBezTo>
                      <a:pt x="4659821" y="923258"/>
                      <a:pt x="4683348" y="923925"/>
                      <a:pt x="4705731" y="920591"/>
                    </a:cubicBezTo>
                    <a:cubicBezTo>
                      <a:pt x="4714304" y="919353"/>
                      <a:pt x="4723162" y="918305"/>
                      <a:pt x="4730973" y="915162"/>
                    </a:cubicBezTo>
                    <a:cubicBezTo>
                      <a:pt x="4760595" y="903351"/>
                      <a:pt x="4790218" y="892112"/>
                      <a:pt x="4822794" y="892397"/>
                    </a:cubicBezTo>
                    <a:cubicBezTo>
                      <a:pt x="4825460" y="892397"/>
                      <a:pt x="4828128" y="892112"/>
                      <a:pt x="4830794" y="891635"/>
                    </a:cubicBezTo>
                    <a:cubicBezTo>
                      <a:pt x="4853940" y="887730"/>
                      <a:pt x="4877848" y="886206"/>
                      <a:pt x="4894421" y="865442"/>
                    </a:cubicBezTo>
                    <a:cubicBezTo>
                      <a:pt x="4897469" y="861632"/>
                      <a:pt x="4904422" y="860489"/>
                      <a:pt x="4909756" y="858964"/>
                    </a:cubicBezTo>
                    <a:cubicBezTo>
                      <a:pt x="4918996" y="856488"/>
                      <a:pt x="4925188" y="851440"/>
                      <a:pt x="4928521" y="842391"/>
                    </a:cubicBezTo>
                    <a:cubicBezTo>
                      <a:pt x="4934141" y="826770"/>
                      <a:pt x="4940808" y="811435"/>
                      <a:pt x="4945857" y="795623"/>
                    </a:cubicBezTo>
                    <a:cubicBezTo>
                      <a:pt x="4949381" y="784765"/>
                      <a:pt x="4955953" y="778764"/>
                      <a:pt x="4966145" y="774287"/>
                    </a:cubicBezTo>
                    <a:cubicBezTo>
                      <a:pt x="4971860" y="771811"/>
                      <a:pt x="4976813" y="766382"/>
                      <a:pt x="4980909" y="761333"/>
                    </a:cubicBezTo>
                    <a:cubicBezTo>
                      <a:pt x="4985862" y="755237"/>
                      <a:pt x="4988433" y="747141"/>
                      <a:pt x="4993862" y="741712"/>
                    </a:cubicBezTo>
                    <a:cubicBezTo>
                      <a:pt x="5007102" y="728186"/>
                      <a:pt x="5011198" y="713232"/>
                      <a:pt x="5006816" y="694754"/>
                    </a:cubicBezTo>
                    <a:cubicBezTo>
                      <a:pt x="5002911" y="678371"/>
                      <a:pt x="5013198" y="656463"/>
                      <a:pt x="5026724" y="653129"/>
                    </a:cubicBezTo>
                    <a:cubicBezTo>
                      <a:pt x="5041678" y="649414"/>
                      <a:pt x="5051965" y="640271"/>
                      <a:pt x="5062538" y="630079"/>
                    </a:cubicBezTo>
                    <a:cubicBezTo>
                      <a:pt x="5068443" y="624364"/>
                      <a:pt x="5076730" y="619411"/>
                      <a:pt x="5084731" y="617982"/>
                    </a:cubicBezTo>
                    <a:cubicBezTo>
                      <a:pt x="5115116" y="612458"/>
                      <a:pt x="5143786" y="619220"/>
                      <a:pt x="5172647" y="630174"/>
                    </a:cubicBezTo>
                    <a:cubicBezTo>
                      <a:pt x="5191506" y="637318"/>
                      <a:pt x="5212461" y="639223"/>
                      <a:pt x="5232654" y="642080"/>
                    </a:cubicBezTo>
                    <a:cubicBezTo>
                      <a:pt x="5238941" y="642937"/>
                      <a:pt x="5246942" y="641033"/>
                      <a:pt x="5252371" y="637508"/>
                    </a:cubicBezTo>
                    <a:cubicBezTo>
                      <a:pt x="5271421" y="625316"/>
                      <a:pt x="5290376" y="612743"/>
                      <a:pt x="5308092" y="598646"/>
                    </a:cubicBezTo>
                    <a:cubicBezTo>
                      <a:pt x="5324571" y="585407"/>
                      <a:pt x="5343144" y="579882"/>
                      <a:pt x="5363147" y="581311"/>
                    </a:cubicBezTo>
                    <a:cubicBezTo>
                      <a:pt x="5377720" y="582359"/>
                      <a:pt x="5390864" y="579977"/>
                      <a:pt x="5404580" y="576358"/>
                    </a:cubicBezTo>
                    <a:cubicBezTo>
                      <a:pt x="5416010" y="573310"/>
                      <a:pt x="5428583" y="571214"/>
                      <a:pt x="5440203" y="572548"/>
                    </a:cubicBezTo>
                    <a:cubicBezTo>
                      <a:pt x="5456491" y="574453"/>
                      <a:pt x="5469922" y="571691"/>
                      <a:pt x="5482971" y="561880"/>
                    </a:cubicBezTo>
                    <a:cubicBezTo>
                      <a:pt x="5489924" y="556641"/>
                      <a:pt x="5498878" y="553879"/>
                      <a:pt x="5507165" y="550259"/>
                    </a:cubicBezTo>
                    <a:cubicBezTo>
                      <a:pt x="5519928" y="544640"/>
                      <a:pt x="5533168" y="539877"/>
                      <a:pt x="5545645" y="533591"/>
                    </a:cubicBezTo>
                    <a:cubicBezTo>
                      <a:pt x="5559076" y="526923"/>
                      <a:pt x="5571363" y="517684"/>
                      <a:pt x="5585079" y="511969"/>
                    </a:cubicBezTo>
                    <a:cubicBezTo>
                      <a:pt x="5599843" y="505778"/>
                      <a:pt x="5609368" y="496348"/>
                      <a:pt x="5615368" y="481679"/>
                    </a:cubicBezTo>
                    <a:cubicBezTo>
                      <a:pt x="5619179" y="472440"/>
                      <a:pt x="5624417" y="462629"/>
                      <a:pt x="5631656" y="456152"/>
                    </a:cubicBezTo>
                    <a:cubicBezTo>
                      <a:pt x="5646611" y="442913"/>
                      <a:pt x="5664136" y="432625"/>
                      <a:pt x="5679377" y="419576"/>
                    </a:cubicBezTo>
                    <a:cubicBezTo>
                      <a:pt x="5700808" y="401288"/>
                      <a:pt x="5720620" y="381857"/>
                      <a:pt x="5722525" y="350615"/>
                    </a:cubicBezTo>
                    <a:cubicBezTo>
                      <a:pt x="5723572" y="333375"/>
                      <a:pt x="5732716" y="326041"/>
                      <a:pt x="5749576" y="321945"/>
                    </a:cubicBezTo>
                    <a:cubicBezTo>
                      <a:pt x="5755195" y="320612"/>
                      <a:pt x="5763197" y="318040"/>
                      <a:pt x="5764911" y="313849"/>
                    </a:cubicBezTo>
                    <a:cubicBezTo>
                      <a:pt x="5770054" y="301371"/>
                      <a:pt x="5780722" y="298895"/>
                      <a:pt x="5791009" y="293942"/>
                    </a:cubicBezTo>
                    <a:cubicBezTo>
                      <a:pt x="5797201" y="290989"/>
                      <a:pt x="5804821" y="285179"/>
                      <a:pt x="5806440" y="279178"/>
                    </a:cubicBezTo>
                    <a:cubicBezTo>
                      <a:pt x="5813107" y="254889"/>
                      <a:pt x="5831395" y="240602"/>
                      <a:pt x="5848636" y="224885"/>
                    </a:cubicBezTo>
                    <a:cubicBezTo>
                      <a:pt x="5853684" y="220218"/>
                      <a:pt x="5859113" y="214884"/>
                      <a:pt x="5861590" y="208788"/>
                    </a:cubicBezTo>
                    <a:cubicBezTo>
                      <a:pt x="5866829" y="195643"/>
                      <a:pt x="5874639" y="186118"/>
                      <a:pt x="5888355" y="181166"/>
                    </a:cubicBezTo>
                    <a:cubicBezTo>
                      <a:pt x="5892736" y="179642"/>
                      <a:pt x="5896737" y="176117"/>
                      <a:pt x="5900071" y="172784"/>
                    </a:cubicBezTo>
                    <a:cubicBezTo>
                      <a:pt x="5907215" y="165545"/>
                      <a:pt x="5913215" y="157067"/>
                      <a:pt x="5920740" y="150305"/>
                    </a:cubicBezTo>
                    <a:cubicBezTo>
                      <a:pt x="5939885" y="132874"/>
                      <a:pt x="5958840" y="115729"/>
                      <a:pt x="5969985" y="91345"/>
                    </a:cubicBezTo>
                    <a:cubicBezTo>
                      <a:pt x="5975413" y="79439"/>
                      <a:pt x="5981605" y="66485"/>
                      <a:pt x="5991130" y="58293"/>
                    </a:cubicBezTo>
                    <a:cubicBezTo>
                      <a:pt x="6003227" y="47911"/>
                      <a:pt x="6019133" y="42005"/>
                      <a:pt x="6033325" y="33909"/>
                    </a:cubicBezTo>
                    <a:cubicBezTo>
                      <a:pt x="6040469" y="29813"/>
                      <a:pt x="6047137" y="24860"/>
                      <a:pt x="6054376" y="20955"/>
                    </a:cubicBezTo>
                    <a:cubicBezTo>
                      <a:pt x="6067234" y="14097"/>
                      <a:pt x="6080379" y="7715"/>
                      <a:pt x="6095524" y="0"/>
                    </a:cubicBezTo>
                    <a:close/>
                  </a:path>
                </a:pathLst>
              </a:cu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8" name="Freeform: Shape 37">
                <a:extLst>
                  <a:ext uri="{FF2B5EF4-FFF2-40B4-BE49-F238E27FC236}">
                    <a16:creationId xmlns:a16="http://schemas.microsoft.com/office/drawing/2014/main" id="{B911230A-EF3B-4760-9087-E4FBE05BDC5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4" y="3296011"/>
                <a:ext cx="12191456" cy="2849975"/>
              </a:xfrm>
              <a:custGeom>
                <a:avLst/>
                <a:gdLst>
                  <a:gd name="connsiteX0" fmla="*/ 6095524 w 6095524"/>
                  <a:gd name="connsiteY0" fmla="*/ 0 h 1424940"/>
                  <a:gd name="connsiteX1" fmla="*/ 6095524 w 6095524"/>
                  <a:gd name="connsiteY1" fmla="*/ 17431 h 1424940"/>
                  <a:gd name="connsiteX2" fmla="*/ 6095524 w 6095524"/>
                  <a:gd name="connsiteY2" fmla="*/ 216290 h 1424940"/>
                  <a:gd name="connsiteX3" fmla="*/ 6079998 w 6095524"/>
                  <a:gd name="connsiteY3" fmla="*/ 230600 h 1424940"/>
                  <a:gd name="connsiteX4" fmla="*/ 6012751 w 6095524"/>
                  <a:gd name="connsiteY4" fmla="*/ 260699 h 1424940"/>
                  <a:gd name="connsiteX5" fmla="*/ 5992749 w 6095524"/>
                  <a:gd name="connsiteY5" fmla="*/ 268700 h 1424940"/>
                  <a:gd name="connsiteX6" fmla="*/ 5910358 w 6095524"/>
                  <a:gd name="connsiteY6" fmla="*/ 320231 h 1424940"/>
                  <a:gd name="connsiteX7" fmla="*/ 5835777 w 6095524"/>
                  <a:gd name="connsiteY7" fmla="*/ 383953 h 1424940"/>
                  <a:gd name="connsiteX8" fmla="*/ 5781008 w 6095524"/>
                  <a:gd name="connsiteY8" fmla="*/ 459581 h 1424940"/>
                  <a:gd name="connsiteX9" fmla="*/ 5765673 w 6095524"/>
                  <a:gd name="connsiteY9" fmla="*/ 477584 h 1424940"/>
                  <a:gd name="connsiteX10" fmla="*/ 5723763 w 6095524"/>
                  <a:gd name="connsiteY10" fmla="*/ 500158 h 1424940"/>
                  <a:gd name="connsiteX11" fmla="*/ 5686711 w 6095524"/>
                  <a:gd name="connsiteY11" fmla="*/ 517112 h 1424940"/>
                  <a:gd name="connsiteX12" fmla="*/ 5659850 w 6095524"/>
                  <a:gd name="connsiteY12" fmla="*/ 535877 h 1424940"/>
                  <a:gd name="connsiteX13" fmla="*/ 5637181 w 6095524"/>
                  <a:gd name="connsiteY13" fmla="*/ 553117 h 1424940"/>
                  <a:gd name="connsiteX14" fmla="*/ 5585841 w 6095524"/>
                  <a:gd name="connsiteY14" fmla="*/ 597694 h 1424940"/>
                  <a:gd name="connsiteX15" fmla="*/ 5528977 w 6095524"/>
                  <a:gd name="connsiteY15" fmla="*/ 635318 h 1424940"/>
                  <a:gd name="connsiteX16" fmla="*/ 5483256 w 6095524"/>
                  <a:gd name="connsiteY16" fmla="*/ 681419 h 1424940"/>
                  <a:gd name="connsiteX17" fmla="*/ 5464397 w 6095524"/>
                  <a:gd name="connsiteY17" fmla="*/ 706374 h 1424940"/>
                  <a:gd name="connsiteX18" fmla="*/ 5424773 w 6095524"/>
                  <a:gd name="connsiteY18" fmla="*/ 723424 h 1424940"/>
                  <a:gd name="connsiteX19" fmla="*/ 5381815 w 6095524"/>
                  <a:gd name="connsiteY19" fmla="*/ 750094 h 1424940"/>
                  <a:gd name="connsiteX20" fmla="*/ 5351335 w 6095524"/>
                  <a:gd name="connsiteY20" fmla="*/ 776573 h 1424940"/>
                  <a:gd name="connsiteX21" fmla="*/ 5327809 w 6095524"/>
                  <a:gd name="connsiteY21" fmla="*/ 794290 h 1424940"/>
                  <a:gd name="connsiteX22" fmla="*/ 5294566 w 6095524"/>
                  <a:gd name="connsiteY22" fmla="*/ 812102 h 1424940"/>
                  <a:gd name="connsiteX23" fmla="*/ 5261229 w 6095524"/>
                  <a:gd name="connsiteY23" fmla="*/ 835438 h 1424940"/>
                  <a:gd name="connsiteX24" fmla="*/ 5245037 w 6095524"/>
                  <a:gd name="connsiteY24" fmla="*/ 849821 h 1424940"/>
                  <a:gd name="connsiteX25" fmla="*/ 5213699 w 6095524"/>
                  <a:gd name="connsiteY25" fmla="*/ 873728 h 1424940"/>
                  <a:gd name="connsiteX26" fmla="*/ 5181409 w 6095524"/>
                  <a:gd name="connsiteY26" fmla="*/ 896017 h 1424940"/>
                  <a:gd name="connsiteX27" fmla="*/ 5120735 w 6095524"/>
                  <a:gd name="connsiteY27" fmla="*/ 921544 h 1424940"/>
                  <a:gd name="connsiteX28" fmla="*/ 5065490 w 6095524"/>
                  <a:gd name="connsiteY28" fmla="*/ 959072 h 1424940"/>
                  <a:gd name="connsiteX29" fmla="*/ 5021675 w 6095524"/>
                  <a:gd name="connsiteY29" fmla="*/ 986504 h 1424940"/>
                  <a:gd name="connsiteX30" fmla="*/ 4996148 w 6095524"/>
                  <a:gd name="connsiteY30" fmla="*/ 1004507 h 1424940"/>
                  <a:gd name="connsiteX31" fmla="*/ 4949285 w 6095524"/>
                  <a:gd name="connsiteY31" fmla="*/ 1044702 h 1424940"/>
                  <a:gd name="connsiteX32" fmla="*/ 4876609 w 6095524"/>
                  <a:gd name="connsiteY32" fmla="*/ 1086993 h 1424940"/>
                  <a:gd name="connsiteX33" fmla="*/ 4832699 w 6095524"/>
                  <a:gd name="connsiteY33" fmla="*/ 1109853 h 1424940"/>
                  <a:gd name="connsiteX34" fmla="*/ 4738211 w 6095524"/>
                  <a:gd name="connsiteY34" fmla="*/ 1144334 h 1424940"/>
                  <a:gd name="connsiteX35" fmla="*/ 4707731 w 6095524"/>
                  <a:gd name="connsiteY35" fmla="*/ 1156621 h 1424940"/>
                  <a:gd name="connsiteX36" fmla="*/ 4672870 w 6095524"/>
                  <a:gd name="connsiteY36" fmla="*/ 1164717 h 1424940"/>
                  <a:gd name="connsiteX37" fmla="*/ 4616863 w 6095524"/>
                  <a:gd name="connsiteY37" fmla="*/ 1183862 h 1424940"/>
                  <a:gd name="connsiteX38" fmla="*/ 4507516 w 6095524"/>
                  <a:gd name="connsiteY38" fmla="*/ 1216819 h 1424940"/>
                  <a:gd name="connsiteX39" fmla="*/ 4483513 w 6095524"/>
                  <a:gd name="connsiteY39" fmla="*/ 1221867 h 1424940"/>
                  <a:gd name="connsiteX40" fmla="*/ 4422362 w 6095524"/>
                  <a:gd name="connsiteY40" fmla="*/ 1243108 h 1424940"/>
                  <a:gd name="connsiteX41" fmla="*/ 4385691 w 6095524"/>
                  <a:gd name="connsiteY41" fmla="*/ 1257395 h 1424940"/>
                  <a:gd name="connsiteX42" fmla="*/ 4355306 w 6095524"/>
                  <a:gd name="connsiteY42" fmla="*/ 1265587 h 1424940"/>
                  <a:gd name="connsiteX43" fmla="*/ 4328446 w 6095524"/>
                  <a:gd name="connsiteY43" fmla="*/ 1269397 h 1424940"/>
                  <a:gd name="connsiteX44" fmla="*/ 4257770 w 6095524"/>
                  <a:gd name="connsiteY44" fmla="*/ 1288256 h 1424940"/>
                  <a:gd name="connsiteX45" fmla="*/ 4229576 w 6095524"/>
                  <a:gd name="connsiteY45" fmla="*/ 1295686 h 1424940"/>
                  <a:gd name="connsiteX46" fmla="*/ 4156424 w 6095524"/>
                  <a:gd name="connsiteY46" fmla="*/ 1321213 h 1424940"/>
                  <a:gd name="connsiteX47" fmla="*/ 4094416 w 6095524"/>
                  <a:gd name="connsiteY47" fmla="*/ 1338072 h 1424940"/>
                  <a:gd name="connsiteX48" fmla="*/ 4068509 w 6095524"/>
                  <a:gd name="connsiteY48" fmla="*/ 1346168 h 1424940"/>
                  <a:gd name="connsiteX49" fmla="*/ 4009263 w 6095524"/>
                  <a:gd name="connsiteY49" fmla="*/ 1359694 h 1424940"/>
                  <a:gd name="connsiteX50" fmla="*/ 3975735 w 6095524"/>
                  <a:gd name="connsiteY50" fmla="*/ 1369219 h 1424940"/>
                  <a:gd name="connsiteX51" fmla="*/ 3893915 w 6095524"/>
                  <a:gd name="connsiteY51" fmla="*/ 1379982 h 1424940"/>
                  <a:gd name="connsiteX52" fmla="*/ 3809428 w 6095524"/>
                  <a:gd name="connsiteY52" fmla="*/ 1390364 h 1424940"/>
                  <a:gd name="connsiteX53" fmla="*/ 3763042 w 6095524"/>
                  <a:gd name="connsiteY53" fmla="*/ 1393793 h 1424940"/>
                  <a:gd name="connsiteX54" fmla="*/ 3722561 w 6095524"/>
                  <a:gd name="connsiteY54" fmla="*/ 1399223 h 1424940"/>
                  <a:gd name="connsiteX55" fmla="*/ 3687318 w 6095524"/>
                  <a:gd name="connsiteY55" fmla="*/ 1402652 h 1424940"/>
                  <a:gd name="connsiteX56" fmla="*/ 3631216 w 6095524"/>
                  <a:gd name="connsiteY56" fmla="*/ 1409605 h 1424940"/>
                  <a:gd name="connsiteX57" fmla="*/ 3607880 w 6095524"/>
                  <a:gd name="connsiteY57" fmla="*/ 1411415 h 1424940"/>
                  <a:gd name="connsiteX58" fmla="*/ 3552825 w 6095524"/>
                  <a:gd name="connsiteY58" fmla="*/ 1411319 h 1424940"/>
                  <a:gd name="connsiteX59" fmla="*/ 3533680 w 6095524"/>
                  <a:gd name="connsiteY59" fmla="*/ 1410367 h 1424940"/>
                  <a:gd name="connsiteX60" fmla="*/ 3496818 w 6095524"/>
                  <a:gd name="connsiteY60" fmla="*/ 1398556 h 1424940"/>
                  <a:gd name="connsiteX61" fmla="*/ 3492437 w 6095524"/>
                  <a:gd name="connsiteY61" fmla="*/ 1397699 h 1424940"/>
                  <a:gd name="connsiteX62" fmla="*/ 3468243 w 6095524"/>
                  <a:gd name="connsiteY62" fmla="*/ 1393031 h 1424940"/>
                  <a:gd name="connsiteX63" fmla="*/ 3455003 w 6095524"/>
                  <a:gd name="connsiteY63" fmla="*/ 1391507 h 1424940"/>
                  <a:gd name="connsiteX64" fmla="*/ 3404711 w 6095524"/>
                  <a:gd name="connsiteY64" fmla="*/ 1381792 h 1424940"/>
                  <a:gd name="connsiteX65" fmla="*/ 3375756 w 6095524"/>
                  <a:gd name="connsiteY65" fmla="*/ 1377220 h 1424940"/>
                  <a:gd name="connsiteX66" fmla="*/ 3352324 w 6095524"/>
                  <a:gd name="connsiteY66" fmla="*/ 1377887 h 1424940"/>
                  <a:gd name="connsiteX67" fmla="*/ 3311176 w 6095524"/>
                  <a:gd name="connsiteY67" fmla="*/ 1378744 h 1424940"/>
                  <a:gd name="connsiteX68" fmla="*/ 3298031 w 6095524"/>
                  <a:gd name="connsiteY68" fmla="*/ 1380935 h 1424940"/>
                  <a:gd name="connsiteX69" fmla="*/ 3238595 w 6095524"/>
                  <a:gd name="connsiteY69" fmla="*/ 1374648 h 1424940"/>
                  <a:gd name="connsiteX70" fmla="*/ 3204686 w 6095524"/>
                  <a:gd name="connsiteY70" fmla="*/ 1374172 h 1424940"/>
                  <a:gd name="connsiteX71" fmla="*/ 3166491 w 6095524"/>
                  <a:gd name="connsiteY71" fmla="*/ 1366361 h 1424940"/>
                  <a:gd name="connsiteX72" fmla="*/ 3155347 w 6095524"/>
                  <a:gd name="connsiteY72" fmla="*/ 1366742 h 1424940"/>
                  <a:gd name="connsiteX73" fmla="*/ 3142869 w 6095524"/>
                  <a:gd name="connsiteY73" fmla="*/ 1367409 h 1424940"/>
                  <a:gd name="connsiteX74" fmla="*/ 3104578 w 6095524"/>
                  <a:gd name="connsiteY74" fmla="*/ 1367981 h 1424940"/>
                  <a:gd name="connsiteX75" fmla="*/ 3081337 w 6095524"/>
                  <a:gd name="connsiteY75" fmla="*/ 1370838 h 1424940"/>
                  <a:gd name="connsiteX76" fmla="*/ 3037047 w 6095524"/>
                  <a:gd name="connsiteY76" fmla="*/ 1369124 h 1424940"/>
                  <a:gd name="connsiteX77" fmla="*/ 3020663 w 6095524"/>
                  <a:gd name="connsiteY77" fmla="*/ 1371600 h 1424940"/>
                  <a:gd name="connsiteX78" fmla="*/ 2979230 w 6095524"/>
                  <a:gd name="connsiteY78" fmla="*/ 1371886 h 1424940"/>
                  <a:gd name="connsiteX79" fmla="*/ 2942082 w 6095524"/>
                  <a:gd name="connsiteY79" fmla="*/ 1370457 h 1424940"/>
                  <a:gd name="connsiteX80" fmla="*/ 2906268 w 6095524"/>
                  <a:gd name="connsiteY80" fmla="*/ 1371219 h 1424940"/>
                  <a:gd name="connsiteX81" fmla="*/ 2880646 w 6095524"/>
                  <a:gd name="connsiteY81" fmla="*/ 1374362 h 1424940"/>
                  <a:gd name="connsiteX82" fmla="*/ 2852833 w 6095524"/>
                  <a:gd name="connsiteY82" fmla="*/ 1376267 h 1424940"/>
                  <a:gd name="connsiteX83" fmla="*/ 2776157 w 6095524"/>
                  <a:gd name="connsiteY83" fmla="*/ 1387602 h 1424940"/>
                  <a:gd name="connsiteX84" fmla="*/ 2761965 w 6095524"/>
                  <a:gd name="connsiteY84" fmla="*/ 1384840 h 1424940"/>
                  <a:gd name="connsiteX85" fmla="*/ 2681383 w 6095524"/>
                  <a:gd name="connsiteY85" fmla="*/ 1382268 h 1424940"/>
                  <a:gd name="connsiteX86" fmla="*/ 2663857 w 6095524"/>
                  <a:gd name="connsiteY86" fmla="*/ 1382459 h 1424940"/>
                  <a:gd name="connsiteX87" fmla="*/ 2616803 w 6095524"/>
                  <a:gd name="connsiteY87" fmla="*/ 1371219 h 1424940"/>
                  <a:gd name="connsiteX88" fmla="*/ 2544223 w 6095524"/>
                  <a:gd name="connsiteY88" fmla="*/ 1389031 h 1424940"/>
                  <a:gd name="connsiteX89" fmla="*/ 2476309 w 6095524"/>
                  <a:gd name="connsiteY89" fmla="*/ 1411319 h 1424940"/>
                  <a:gd name="connsiteX90" fmla="*/ 2467737 w 6095524"/>
                  <a:gd name="connsiteY90" fmla="*/ 1414177 h 1424940"/>
                  <a:gd name="connsiteX91" fmla="*/ 2443353 w 6095524"/>
                  <a:gd name="connsiteY91" fmla="*/ 1419035 h 1424940"/>
                  <a:gd name="connsiteX92" fmla="*/ 2413159 w 6095524"/>
                  <a:gd name="connsiteY92" fmla="*/ 1420749 h 1424940"/>
                  <a:gd name="connsiteX93" fmla="*/ 2374868 w 6095524"/>
                  <a:gd name="connsiteY93" fmla="*/ 1424940 h 1424940"/>
                  <a:gd name="connsiteX94" fmla="*/ 2344198 w 6095524"/>
                  <a:gd name="connsiteY94" fmla="*/ 1419701 h 1424940"/>
                  <a:gd name="connsiteX95" fmla="*/ 2301335 w 6095524"/>
                  <a:gd name="connsiteY95" fmla="*/ 1411891 h 1424940"/>
                  <a:gd name="connsiteX96" fmla="*/ 2260949 w 6095524"/>
                  <a:gd name="connsiteY96" fmla="*/ 1404461 h 1424940"/>
                  <a:gd name="connsiteX97" fmla="*/ 2248186 w 6095524"/>
                  <a:gd name="connsiteY97" fmla="*/ 1413224 h 1424940"/>
                  <a:gd name="connsiteX98" fmla="*/ 2228469 w 6095524"/>
                  <a:gd name="connsiteY98" fmla="*/ 1420844 h 1424940"/>
                  <a:gd name="connsiteX99" fmla="*/ 2206562 w 6095524"/>
                  <a:gd name="connsiteY99" fmla="*/ 1411700 h 1424940"/>
                  <a:gd name="connsiteX100" fmla="*/ 2155317 w 6095524"/>
                  <a:gd name="connsiteY100" fmla="*/ 1392746 h 1424940"/>
                  <a:gd name="connsiteX101" fmla="*/ 2122932 w 6095524"/>
                  <a:gd name="connsiteY101" fmla="*/ 1391888 h 1424940"/>
                  <a:gd name="connsiteX102" fmla="*/ 2052542 w 6095524"/>
                  <a:gd name="connsiteY102" fmla="*/ 1383792 h 1424940"/>
                  <a:gd name="connsiteX103" fmla="*/ 2006537 w 6095524"/>
                  <a:gd name="connsiteY103" fmla="*/ 1372267 h 1424940"/>
                  <a:gd name="connsiteX104" fmla="*/ 1973486 w 6095524"/>
                  <a:gd name="connsiteY104" fmla="*/ 1359218 h 1424940"/>
                  <a:gd name="connsiteX105" fmla="*/ 1926146 w 6095524"/>
                  <a:gd name="connsiteY105" fmla="*/ 1342168 h 1424940"/>
                  <a:gd name="connsiteX106" fmla="*/ 1878616 w 6095524"/>
                  <a:gd name="connsiteY106" fmla="*/ 1333310 h 1424940"/>
                  <a:gd name="connsiteX107" fmla="*/ 1844231 w 6095524"/>
                  <a:gd name="connsiteY107" fmla="*/ 1322165 h 1424940"/>
                  <a:gd name="connsiteX108" fmla="*/ 1802225 w 6095524"/>
                  <a:gd name="connsiteY108" fmla="*/ 1314545 h 1424940"/>
                  <a:gd name="connsiteX109" fmla="*/ 1766983 w 6095524"/>
                  <a:gd name="connsiteY109" fmla="*/ 1314260 h 1424940"/>
                  <a:gd name="connsiteX110" fmla="*/ 1711738 w 6095524"/>
                  <a:gd name="connsiteY110" fmla="*/ 1315593 h 1424940"/>
                  <a:gd name="connsiteX111" fmla="*/ 1644111 w 6095524"/>
                  <a:gd name="connsiteY111" fmla="*/ 1292543 h 1424940"/>
                  <a:gd name="connsiteX112" fmla="*/ 1616774 w 6095524"/>
                  <a:gd name="connsiteY112" fmla="*/ 1287399 h 1424940"/>
                  <a:gd name="connsiteX113" fmla="*/ 1591056 w 6095524"/>
                  <a:gd name="connsiteY113" fmla="*/ 1285018 h 1424940"/>
                  <a:gd name="connsiteX114" fmla="*/ 1536478 w 6095524"/>
                  <a:gd name="connsiteY114" fmla="*/ 1269683 h 1424940"/>
                  <a:gd name="connsiteX115" fmla="*/ 1514285 w 6095524"/>
                  <a:gd name="connsiteY115" fmla="*/ 1264634 h 1424940"/>
                  <a:gd name="connsiteX116" fmla="*/ 1483233 w 6095524"/>
                  <a:gd name="connsiteY116" fmla="*/ 1264730 h 1424940"/>
                  <a:gd name="connsiteX117" fmla="*/ 1426750 w 6095524"/>
                  <a:gd name="connsiteY117" fmla="*/ 1257681 h 1424940"/>
                  <a:gd name="connsiteX118" fmla="*/ 1370362 w 6095524"/>
                  <a:gd name="connsiteY118" fmla="*/ 1237107 h 1424940"/>
                  <a:gd name="connsiteX119" fmla="*/ 1346454 w 6095524"/>
                  <a:gd name="connsiteY119" fmla="*/ 1239107 h 1424940"/>
                  <a:gd name="connsiteX120" fmla="*/ 1337882 w 6095524"/>
                  <a:gd name="connsiteY120" fmla="*/ 1238631 h 1424940"/>
                  <a:gd name="connsiteX121" fmla="*/ 1260825 w 6095524"/>
                  <a:gd name="connsiteY121" fmla="*/ 1227296 h 1424940"/>
                  <a:gd name="connsiteX122" fmla="*/ 1253109 w 6095524"/>
                  <a:gd name="connsiteY122" fmla="*/ 1226058 h 1424940"/>
                  <a:gd name="connsiteX123" fmla="*/ 1216915 w 6095524"/>
                  <a:gd name="connsiteY123" fmla="*/ 1215962 h 1424940"/>
                  <a:gd name="connsiteX124" fmla="*/ 1125664 w 6095524"/>
                  <a:gd name="connsiteY124" fmla="*/ 1209675 h 1424940"/>
                  <a:gd name="connsiteX125" fmla="*/ 1120045 w 6095524"/>
                  <a:gd name="connsiteY125" fmla="*/ 1208913 h 1424940"/>
                  <a:gd name="connsiteX126" fmla="*/ 1089469 w 6095524"/>
                  <a:gd name="connsiteY126" fmla="*/ 1213961 h 1424940"/>
                  <a:gd name="connsiteX127" fmla="*/ 1074325 w 6095524"/>
                  <a:gd name="connsiteY127" fmla="*/ 1221105 h 1424940"/>
                  <a:gd name="connsiteX128" fmla="*/ 1050703 w 6095524"/>
                  <a:gd name="connsiteY128" fmla="*/ 1228535 h 1424940"/>
                  <a:gd name="connsiteX129" fmla="*/ 1026700 w 6095524"/>
                  <a:gd name="connsiteY129" fmla="*/ 1231297 h 1424940"/>
                  <a:gd name="connsiteX130" fmla="*/ 986409 w 6095524"/>
                  <a:gd name="connsiteY130" fmla="*/ 1220057 h 1424940"/>
                  <a:gd name="connsiteX131" fmla="*/ 971741 w 6095524"/>
                  <a:gd name="connsiteY131" fmla="*/ 1218914 h 1424940"/>
                  <a:gd name="connsiteX132" fmla="*/ 939070 w 6095524"/>
                  <a:gd name="connsiteY132" fmla="*/ 1213485 h 1424940"/>
                  <a:gd name="connsiteX133" fmla="*/ 910495 w 6095524"/>
                  <a:gd name="connsiteY133" fmla="*/ 1213866 h 1424940"/>
                  <a:gd name="connsiteX134" fmla="*/ 887540 w 6095524"/>
                  <a:gd name="connsiteY134" fmla="*/ 1222534 h 1424940"/>
                  <a:gd name="connsiteX135" fmla="*/ 854202 w 6095524"/>
                  <a:gd name="connsiteY135" fmla="*/ 1224248 h 1424940"/>
                  <a:gd name="connsiteX136" fmla="*/ 832675 w 6095524"/>
                  <a:gd name="connsiteY136" fmla="*/ 1217962 h 1424940"/>
                  <a:gd name="connsiteX137" fmla="*/ 828294 w 6095524"/>
                  <a:gd name="connsiteY137" fmla="*/ 1217105 h 1424940"/>
                  <a:gd name="connsiteX138" fmla="*/ 772001 w 6095524"/>
                  <a:gd name="connsiteY138" fmla="*/ 1216723 h 1424940"/>
                  <a:gd name="connsiteX139" fmla="*/ 701707 w 6095524"/>
                  <a:gd name="connsiteY139" fmla="*/ 1235678 h 1424940"/>
                  <a:gd name="connsiteX140" fmla="*/ 690086 w 6095524"/>
                  <a:gd name="connsiteY140" fmla="*/ 1239679 h 1424940"/>
                  <a:gd name="connsiteX141" fmla="*/ 633412 w 6095524"/>
                  <a:gd name="connsiteY141" fmla="*/ 1246632 h 1424940"/>
                  <a:gd name="connsiteX142" fmla="*/ 603028 w 6095524"/>
                  <a:gd name="connsiteY142" fmla="*/ 1253681 h 1424940"/>
                  <a:gd name="connsiteX143" fmla="*/ 581120 w 6095524"/>
                  <a:gd name="connsiteY143" fmla="*/ 1254062 h 1424940"/>
                  <a:gd name="connsiteX144" fmla="*/ 554642 w 6095524"/>
                  <a:gd name="connsiteY144" fmla="*/ 1266539 h 1424940"/>
                  <a:gd name="connsiteX145" fmla="*/ 545973 w 6095524"/>
                  <a:gd name="connsiteY145" fmla="*/ 1271969 h 1424940"/>
                  <a:gd name="connsiteX146" fmla="*/ 535591 w 6095524"/>
                  <a:gd name="connsiteY146" fmla="*/ 1275207 h 1424940"/>
                  <a:gd name="connsiteX147" fmla="*/ 488538 w 6095524"/>
                  <a:gd name="connsiteY147" fmla="*/ 1285494 h 1424940"/>
                  <a:gd name="connsiteX148" fmla="*/ 480155 w 6095524"/>
                  <a:gd name="connsiteY148" fmla="*/ 1291304 h 1424940"/>
                  <a:gd name="connsiteX149" fmla="*/ 474535 w 6095524"/>
                  <a:gd name="connsiteY149" fmla="*/ 1294924 h 1424940"/>
                  <a:gd name="connsiteX150" fmla="*/ 428816 w 6095524"/>
                  <a:gd name="connsiteY150" fmla="*/ 1301020 h 1424940"/>
                  <a:gd name="connsiteX151" fmla="*/ 400241 w 6095524"/>
                  <a:gd name="connsiteY151" fmla="*/ 1318260 h 1424940"/>
                  <a:gd name="connsiteX152" fmla="*/ 392431 w 6095524"/>
                  <a:gd name="connsiteY152" fmla="*/ 1325594 h 1424940"/>
                  <a:gd name="connsiteX153" fmla="*/ 365093 w 6095524"/>
                  <a:gd name="connsiteY153" fmla="*/ 1336643 h 1424940"/>
                  <a:gd name="connsiteX154" fmla="*/ 273177 w 6095524"/>
                  <a:gd name="connsiteY154" fmla="*/ 1357884 h 1424940"/>
                  <a:gd name="connsiteX155" fmla="*/ 246888 w 6095524"/>
                  <a:gd name="connsiteY155" fmla="*/ 1350359 h 1424940"/>
                  <a:gd name="connsiteX156" fmla="*/ 196977 w 6095524"/>
                  <a:gd name="connsiteY156" fmla="*/ 1370552 h 1424940"/>
                  <a:gd name="connsiteX157" fmla="*/ 153352 w 6095524"/>
                  <a:gd name="connsiteY157" fmla="*/ 1381982 h 1424940"/>
                  <a:gd name="connsiteX158" fmla="*/ 137160 w 6095524"/>
                  <a:gd name="connsiteY158" fmla="*/ 1384745 h 1424940"/>
                  <a:gd name="connsiteX159" fmla="*/ 85917 w 6095524"/>
                  <a:gd name="connsiteY159" fmla="*/ 1389793 h 1424940"/>
                  <a:gd name="connsiteX160" fmla="*/ 59532 w 6095524"/>
                  <a:gd name="connsiteY160" fmla="*/ 1401223 h 1424940"/>
                  <a:gd name="connsiteX161" fmla="*/ 30325 w 6095524"/>
                  <a:gd name="connsiteY161" fmla="*/ 1409974 h 1424940"/>
                  <a:gd name="connsiteX162" fmla="*/ 0 w 6095524"/>
                  <a:gd name="connsiteY162" fmla="*/ 1412360 h 1424940"/>
                  <a:gd name="connsiteX163" fmla="*/ 0 w 6095524"/>
                  <a:gd name="connsiteY163" fmla="*/ 1058622 h 1424940"/>
                  <a:gd name="connsiteX164" fmla="*/ 17145 w 6095524"/>
                  <a:gd name="connsiteY164" fmla="*/ 1060228 h 1424940"/>
                  <a:gd name="connsiteX165" fmla="*/ 44672 w 6095524"/>
                  <a:gd name="connsiteY165" fmla="*/ 1066324 h 1424940"/>
                  <a:gd name="connsiteX166" fmla="*/ 84677 w 6095524"/>
                  <a:gd name="connsiteY166" fmla="*/ 1076230 h 1424940"/>
                  <a:gd name="connsiteX167" fmla="*/ 132017 w 6095524"/>
                  <a:gd name="connsiteY167" fmla="*/ 1064990 h 1424940"/>
                  <a:gd name="connsiteX168" fmla="*/ 136779 w 6095524"/>
                  <a:gd name="connsiteY168" fmla="*/ 1060323 h 1424940"/>
                  <a:gd name="connsiteX169" fmla="*/ 187547 w 6095524"/>
                  <a:gd name="connsiteY169" fmla="*/ 1049179 h 1424940"/>
                  <a:gd name="connsiteX170" fmla="*/ 270891 w 6095524"/>
                  <a:gd name="connsiteY170" fmla="*/ 1036415 h 1424940"/>
                  <a:gd name="connsiteX171" fmla="*/ 276320 w 6095524"/>
                  <a:gd name="connsiteY171" fmla="*/ 1035558 h 1424940"/>
                  <a:gd name="connsiteX172" fmla="*/ 323755 w 6095524"/>
                  <a:gd name="connsiteY172" fmla="*/ 1061561 h 1424940"/>
                  <a:gd name="connsiteX173" fmla="*/ 361855 w 6095524"/>
                  <a:gd name="connsiteY173" fmla="*/ 1057942 h 1424940"/>
                  <a:gd name="connsiteX174" fmla="*/ 379571 w 6095524"/>
                  <a:gd name="connsiteY174" fmla="*/ 1039939 h 1424940"/>
                  <a:gd name="connsiteX175" fmla="*/ 430530 w 6095524"/>
                  <a:gd name="connsiteY175" fmla="*/ 1025747 h 1424940"/>
                  <a:gd name="connsiteX176" fmla="*/ 493300 w 6095524"/>
                  <a:gd name="connsiteY176" fmla="*/ 1027176 h 1424940"/>
                  <a:gd name="connsiteX177" fmla="*/ 537782 w 6095524"/>
                  <a:gd name="connsiteY177" fmla="*/ 1025366 h 1424940"/>
                  <a:gd name="connsiteX178" fmla="*/ 562166 w 6095524"/>
                  <a:gd name="connsiteY178" fmla="*/ 1015746 h 1424940"/>
                  <a:gd name="connsiteX179" fmla="*/ 579596 w 6095524"/>
                  <a:gd name="connsiteY179" fmla="*/ 1016699 h 1424940"/>
                  <a:gd name="connsiteX180" fmla="*/ 612362 w 6095524"/>
                  <a:gd name="connsiteY180" fmla="*/ 1023557 h 1424940"/>
                  <a:gd name="connsiteX181" fmla="*/ 716090 w 6095524"/>
                  <a:gd name="connsiteY181" fmla="*/ 1031653 h 1424940"/>
                  <a:gd name="connsiteX182" fmla="*/ 758381 w 6095524"/>
                  <a:gd name="connsiteY182" fmla="*/ 1018985 h 1424940"/>
                  <a:gd name="connsiteX183" fmla="*/ 771049 w 6095524"/>
                  <a:gd name="connsiteY183" fmla="*/ 1018699 h 1424940"/>
                  <a:gd name="connsiteX184" fmla="*/ 799433 w 6095524"/>
                  <a:gd name="connsiteY184" fmla="*/ 1023652 h 1424940"/>
                  <a:gd name="connsiteX185" fmla="*/ 858012 w 6095524"/>
                  <a:gd name="connsiteY185" fmla="*/ 1020318 h 1424940"/>
                  <a:gd name="connsiteX186" fmla="*/ 879634 w 6095524"/>
                  <a:gd name="connsiteY186" fmla="*/ 1015270 h 1424940"/>
                  <a:gd name="connsiteX187" fmla="*/ 891635 w 6095524"/>
                  <a:gd name="connsiteY187" fmla="*/ 1012031 h 1424940"/>
                  <a:gd name="connsiteX188" fmla="*/ 953262 w 6095524"/>
                  <a:gd name="connsiteY188" fmla="*/ 1003078 h 1424940"/>
                  <a:gd name="connsiteX189" fmla="*/ 980694 w 6095524"/>
                  <a:gd name="connsiteY189" fmla="*/ 993458 h 1424940"/>
                  <a:gd name="connsiteX190" fmla="*/ 988124 w 6095524"/>
                  <a:gd name="connsiteY190" fmla="*/ 992029 h 1424940"/>
                  <a:gd name="connsiteX191" fmla="*/ 1028795 w 6095524"/>
                  <a:gd name="connsiteY191" fmla="*/ 996029 h 1424940"/>
                  <a:gd name="connsiteX192" fmla="*/ 1059275 w 6095524"/>
                  <a:gd name="connsiteY192" fmla="*/ 1011555 h 1424940"/>
                  <a:gd name="connsiteX193" fmla="*/ 1065181 w 6095524"/>
                  <a:gd name="connsiteY193" fmla="*/ 1016794 h 1424940"/>
                  <a:gd name="connsiteX194" fmla="*/ 1150144 w 6095524"/>
                  <a:gd name="connsiteY194" fmla="*/ 1014984 h 1424940"/>
                  <a:gd name="connsiteX195" fmla="*/ 1163193 w 6095524"/>
                  <a:gd name="connsiteY195" fmla="*/ 1012793 h 1424940"/>
                  <a:gd name="connsiteX196" fmla="*/ 1226249 w 6095524"/>
                  <a:gd name="connsiteY196" fmla="*/ 1021937 h 1424940"/>
                  <a:gd name="connsiteX197" fmla="*/ 1244632 w 6095524"/>
                  <a:gd name="connsiteY197" fmla="*/ 1023747 h 1424940"/>
                  <a:gd name="connsiteX198" fmla="*/ 1310545 w 6095524"/>
                  <a:gd name="connsiteY198" fmla="*/ 1031939 h 1424940"/>
                  <a:gd name="connsiteX199" fmla="*/ 1319879 w 6095524"/>
                  <a:gd name="connsiteY199" fmla="*/ 1024319 h 1424940"/>
                  <a:gd name="connsiteX200" fmla="*/ 1346740 w 6095524"/>
                  <a:gd name="connsiteY200" fmla="*/ 1005173 h 1424940"/>
                  <a:gd name="connsiteX201" fmla="*/ 1399699 w 6095524"/>
                  <a:gd name="connsiteY201" fmla="*/ 988219 h 1424940"/>
                  <a:gd name="connsiteX202" fmla="*/ 1414082 w 6095524"/>
                  <a:gd name="connsiteY202" fmla="*/ 989171 h 1424940"/>
                  <a:gd name="connsiteX203" fmla="*/ 1450467 w 6095524"/>
                  <a:gd name="connsiteY203" fmla="*/ 1017461 h 1424940"/>
                  <a:gd name="connsiteX204" fmla="*/ 1468184 w 6095524"/>
                  <a:gd name="connsiteY204" fmla="*/ 1028795 h 1424940"/>
                  <a:gd name="connsiteX205" fmla="*/ 1518476 w 6095524"/>
                  <a:gd name="connsiteY205" fmla="*/ 1049655 h 1424940"/>
                  <a:gd name="connsiteX206" fmla="*/ 1522667 w 6095524"/>
                  <a:gd name="connsiteY206" fmla="*/ 1053465 h 1424940"/>
                  <a:gd name="connsiteX207" fmla="*/ 1559814 w 6095524"/>
                  <a:gd name="connsiteY207" fmla="*/ 1098709 h 1424940"/>
                  <a:gd name="connsiteX208" fmla="*/ 1568196 w 6095524"/>
                  <a:gd name="connsiteY208" fmla="*/ 1106424 h 1424940"/>
                  <a:gd name="connsiteX209" fmla="*/ 1578293 w 6095524"/>
                  <a:gd name="connsiteY209" fmla="*/ 1118426 h 1424940"/>
                  <a:gd name="connsiteX210" fmla="*/ 1609820 w 6095524"/>
                  <a:gd name="connsiteY210" fmla="*/ 1141667 h 1424940"/>
                  <a:gd name="connsiteX211" fmla="*/ 1648873 w 6095524"/>
                  <a:gd name="connsiteY211" fmla="*/ 1149096 h 1424940"/>
                  <a:gd name="connsiteX212" fmla="*/ 1696022 w 6095524"/>
                  <a:gd name="connsiteY212" fmla="*/ 1160431 h 1424940"/>
                  <a:gd name="connsiteX213" fmla="*/ 1715739 w 6095524"/>
                  <a:gd name="connsiteY213" fmla="*/ 1168051 h 1424940"/>
                  <a:gd name="connsiteX214" fmla="*/ 1768602 w 6095524"/>
                  <a:gd name="connsiteY214" fmla="*/ 1182529 h 1424940"/>
                  <a:gd name="connsiteX215" fmla="*/ 1806321 w 6095524"/>
                  <a:gd name="connsiteY215" fmla="*/ 1194721 h 1424940"/>
                  <a:gd name="connsiteX216" fmla="*/ 1860709 w 6095524"/>
                  <a:gd name="connsiteY216" fmla="*/ 1201865 h 1424940"/>
                  <a:gd name="connsiteX217" fmla="*/ 1887093 w 6095524"/>
                  <a:gd name="connsiteY217" fmla="*/ 1202150 h 1424940"/>
                  <a:gd name="connsiteX218" fmla="*/ 1935575 w 6095524"/>
                  <a:gd name="connsiteY218" fmla="*/ 1238726 h 1424940"/>
                  <a:gd name="connsiteX219" fmla="*/ 1974247 w 6095524"/>
                  <a:gd name="connsiteY219" fmla="*/ 1262920 h 1424940"/>
                  <a:gd name="connsiteX220" fmla="*/ 2014919 w 6095524"/>
                  <a:gd name="connsiteY220" fmla="*/ 1251204 h 1424940"/>
                  <a:gd name="connsiteX221" fmla="*/ 2025968 w 6095524"/>
                  <a:gd name="connsiteY221" fmla="*/ 1240155 h 1424940"/>
                  <a:gd name="connsiteX222" fmla="*/ 2092643 w 6095524"/>
                  <a:gd name="connsiteY222" fmla="*/ 1229678 h 1424940"/>
                  <a:gd name="connsiteX223" fmla="*/ 2187893 w 6095524"/>
                  <a:gd name="connsiteY223" fmla="*/ 1229297 h 1424940"/>
                  <a:gd name="connsiteX224" fmla="*/ 2346294 w 6095524"/>
                  <a:gd name="connsiteY224" fmla="*/ 1205484 h 1424940"/>
                  <a:gd name="connsiteX225" fmla="*/ 2373916 w 6095524"/>
                  <a:gd name="connsiteY225" fmla="*/ 1194435 h 1424940"/>
                  <a:gd name="connsiteX226" fmla="*/ 2404967 w 6095524"/>
                  <a:gd name="connsiteY226" fmla="*/ 1191673 h 1424940"/>
                  <a:gd name="connsiteX227" fmla="*/ 2416874 w 6095524"/>
                  <a:gd name="connsiteY227" fmla="*/ 1198436 h 1424940"/>
                  <a:gd name="connsiteX228" fmla="*/ 2468975 w 6095524"/>
                  <a:gd name="connsiteY228" fmla="*/ 1208532 h 1424940"/>
                  <a:gd name="connsiteX229" fmla="*/ 2478882 w 6095524"/>
                  <a:gd name="connsiteY229" fmla="*/ 1208723 h 1424940"/>
                  <a:gd name="connsiteX230" fmla="*/ 2512791 w 6095524"/>
                  <a:gd name="connsiteY230" fmla="*/ 1204436 h 1424940"/>
                  <a:gd name="connsiteX231" fmla="*/ 2544223 w 6095524"/>
                  <a:gd name="connsiteY231" fmla="*/ 1201960 h 1424940"/>
                  <a:gd name="connsiteX232" fmla="*/ 2623471 w 6095524"/>
                  <a:gd name="connsiteY232" fmla="*/ 1210056 h 1424940"/>
                  <a:gd name="connsiteX233" fmla="*/ 2684241 w 6095524"/>
                  <a:gd name="connsiteY233" fmla="*/ 1208151 h 1424940"/>
                  <a:gd name="connsiteX234" fmla="*/ 2712244 w 6095524"/>
                  <a:gd name="connsiteY234" fmla="*/ 1210056 h 1424940"/>
                  <a:gd name="connsiteX235" fmla="*/ 2728055 w 6095524"/>
                  <a:gd name="connsiteY235" fmla="*/ 1212914 h 1424940"/>
                  <a:gd name="connsiteX236" fmla="*/ 2763869 w 6095524"/>
                  <a:gd name="connsiteY236" fmla="*/ 1232821 h 1424940"/>
                  <a:gd name="connsiteX237" fmla="*/ 2783491 w 6095524"/>
                  <a:gd name="connsiteY237" fmla="*/ 1237298 h 1424940"/>
                  <a:gd name="connsiteX238" fmla="*/ 2842546 w 6095524"/>
                  <a:gd name="connsiteY238" fmla="*/ 1236917 h 1424940"/>
                  <a:gd name="connsiteX239" fmla="*/ 2931128 w 6095524"/>
                  <a:gd name="connsiteY239" fmla="*/ 1206913 h 1424940"/>
                  <a:gd name="connsiteX240" fmla="*/ 2940368 w 6095524"/>
                  <a:gd name="connsiteY240" fmla="*/ 1202912 h 1424940"/>
                  <a:gd name="connsiteX241" fmla="*/ 2985421 w 6095524"/>
                  <a:gd name="connsiteY241" fmla="*/ 1197959 h 1424940"/>
                  <a:gd name="connsiteX242" fmla="*/ 3015996 w 6095524"/>
                  <a:gd name="connsiteY242" fmla="*/ 1204722 h 1424940"/>
                  <a:gd name="connsiteX243" fmla="*/ 3057621 w 6095524"/>
                  <a:gd name="connsiteY243" fmla="*/ 1218724 h 1424940"/>
                  <a:gd name="connsiteX244" fmla="*/ 3095054 w 6095524"/>
                  <a:gd name="connsiteY244" fmla="*/ 1230440 h 1424940"/>
                  <a:gd name="connsiteX245" fmla="*/ 3122295 w 6095524"/>
                  <a:gd name="connsiteY245" fmla="*/ 1243679 h 1424940"/>
                  <a:gd name="connsiteX246" fmla="*/ 3184589 w 6095524"/>
                  <a:gd name="connsiteY246" fmla="*/ 1253395 h 1424940"/>
                  <a:gd name="connsiteX247" fmla="*/ 3191066 w 6095524"/>
                  <a:gd name="connsiteY247" fmla="*/ 1255014 h 1424940"/>
                  <a:gd name="connsiteX248" fmla="*/ 3237929 w 6095524"/>
                  <a:gd name="connsiteY248" fmla="*/ 1243203 h 1424940"/>
                  <a:gd name="connsiteX249" fmla="*/ 3294221 w 6095524"/>
                  <a:gd name="connsiteY249" fmla="*/ 1231202 h 1424940"/>
                  <a:gd name="connsiteX250" fmla="*/ 3314319 w 6095524"/>
                  <a:gd name="connsiteY250" fmla="*/ 1235297 h 1424940"/>
                  <a:gd name="connsiteX251" fmla="*/ 3341846 w 6095524"/>
                  <a:gd name="connsiteY251" fmla="*/ 1241108 h 1424940"/>
                  <a:gd name="connsiteX252" fmla="*/ 3367373 w 6095524"/>
                  <a:gd name="connsiteY252" fmla="*/ 1238060 h 1424940"/>
                  <a:gd name="connsiteX253" fmla="*/ 3382899 w 6095524"/>
                  <a:gd name="connsiteY253" fmla="*/ 1237774 h 1424940"/>
                  <a:gd name="connsiteX254" fmla="*/ 3453765 w 6095524"/>
                  <a:gd name="connsiteY254" fmla="*/ 1273397 h 1424940"/>
                  <a:gd name="connsiteX255" fmla="*/ 3471767 w 6095524"/>
                  <a:gd name="connsiteY255" fmla="*/ 1276350 h 1424940"/>
                  <a:gd name="connsiteX256" fmla="*/ 3481959 w 6095524"/>
                  <a:gd name="connsiteY256" fmla="*/ 1280732 h 1424940"/>
                  <a:gd name="connsiteX257" fmla="*/ 3543396 w 6095524"/>
                  <a:gd name="connsiteY257" fmla="*/ 1324928 h 1424940"/>
                  <a:gd name="connsiteX258" fmla="*/ 3569494 w 6095524"/>
                  <a:gd name="connsiteY258" fmla="*/ 1333881 h 1424940"/>
                  <a:gd name="connsiteX259" fmla="*/ 3598164 w 6095524"/>
                  <a:gd name="connsiteY259" fmla="*/ 1332071 h 1424940"/>
                  <a:gd name="connsiteX260" fmla="*/ 3614738 w 6095524"/>
                  <a:gd name="connsiteY260" fmla="*/ 1328833 h 1424940"/>
                  <a:gd name="connsiteX261" fmla="*/ 3655886 w 6095524"/>
                  <a:gd name="connsiteY261" fmla="*/ 1300734 h 1424940"/>
                  <a:gd name="connsiteX262" fmla="*/ 3679317 w 6095524"/>
                  <a:gd name="connsiteY262" fmla="*/ 1301687 h 1424940"/>
                  <a:gd name="connsiteX263" fmla="*/ 3715893 w 6095524"/>
                  <a:gd name="connsiteY263" fmla="*/ 1321022 h 1424940"/>
                  <a:gd name="connsiteX264" fmla="*/ 3782282 w 6095524"/>
                  <a:gd name="connsiteY264" fmla="*/ 1329690 h 1424940"/>
                  <a:gd name="connsiteX265" fmla="*/ 3816001 w 6095524"/>
                  <a:gd name="connsiteY265" fmla="*/ 1302639 h 1424940"/>
                  <a:gd name="connsiteX266" fmla="*/ 3833431 w 6095524"/>
                  <a:gd name="connsiteY266" fmla="*/ 1276636 h 1424940"/>
                  <a:gd name="connsiteX267" fmla="*/ 3883819 w 6095524"/>
                  <a:gd name="connsiteY267" fmla="*/ 1246442 h 1424940"/>
                  <a:gd name="connsiteX268" fmla="*/ 3895821 w 6095524"/>
                  <a:gd name="connsiteY268" fmla="*/ 1257681 h 1424940"/>
                  <a:gd name="connsiteX269" fmla="*/ 3932778 w 6095524"/>
                  <a:gd name="connsiteY269" fmla="*/ 1262444 h 1424940"/>
                  <a:gd name="connsiteX270" fmla="*/ 3972782 w 6095524"/>
                  <a:gd name="connsiteY270" fmla="*/ 1262063 h 1424940"/>
                  <a:gd name="connsiteX271" fmla="*/ 4042505 w 6095524"/>
                  <a:gd name="connsiteY271" fmla="*/ 1267111 h 1424940"/>
                  <a:gd name="connsiteX272" fmla="*/ 4088892 w 6095524"/>
                  <a:gd name="connsiteY272" fmla="*/ 1238250 h 1424940"/>
                  <a:gd name="connsiteX273" fmla="*/ 4106609 w 6095524"/>
                  <a:gd name="connsiteY273" fmla="*/ 1226344 h 1424940"/>
                  <a:gd name="connsiteX274" fmla="*/ 4123182 w 6095524"/>
                  <a:gd name="connsiteY274" fmla="*/ 1218724 h 1424940"/>
                  <a:gd name="connsiteX275" fmla="*/ 4142328 w 6095524"/>
                  <a:gd name="connsiteY275" fmla="*/ 1214438 h 1424940"/>
                  <a:gd name="connsiteX276" fmla="*/ 4188524 w 6095524"/>
                  <a:gd name="connsiteY276" fmla="*/ 1198245 h 1424940"/>
                  <a:gd name="connsiteX277" fmla="*/ 4213860 w 6095524"/>
                  <a:gd name="connsiteY277" fmla="*/ 1182338 h 1424940"/>
                  <a:gd name="connsiteX278" fmla="*/ 4270820 w 6095524"/>
                  <a:gd name="connsiteY278" fmla="*/ 1167003 h 1424940"/>
                  <a:gd name="connsiteX279" fmla="*/ 4309587 w 6095524"/>
                  <a:gd name="connsiteY279" fmla="*/ 1153287 h 1424940"/>
                  <a:gd name="connsiteX280" fmla="*/ 4350449 w 6095524"/>
                  <a:gd name="connsiteY280" fmla="*/ 1129665 h 1424940"/>
                  <a:gd name="connsiteX281" fmla="*/ 4356164 w 6095524"/>
                  <a:gd name="connsiteY281" fmla="*/ 1126046 h 1424940"/>
                  <a:gd name="connsiteX282" fmla="*/ 4369880 w 6095524"/>
                  <a:gd name="connsiteY282" fmla="*/ 1110520 h 1424940"/>
                  <a:gd name="connsiteX283" fmla="*/ 4389787 w 6095524"/>
                  <a:gd name="connsiteY283" fmla="*/ 1057085 h 1424940"/>
                  <a:gd name="connsiteX284" fmla="*/ 4395502 w 6095524"/>
                  <a:gd name="connsiteY284" fmla="*/ 1046226 h 1424940"/>
                  <a:gd name="connsiteX285" fmla="*/ 4447413 w 6095524"/>
                  <a:gd name="connsiteY285" fmla="*/ 1009650 h 1424940"/>
                  <a:gd name="connsiteX286" fmla="*/ 4466654 w 6095524"/>
                  <a:gd name="connsiteY286" fmla="*/ 1013079 h 1424940"/>
                  <a:gd name="connsiteX287" fmla="*/ 4487894 w 6095524"/>
                  <a:gd name="connsiteY287" fmla="*/ 1025081 h 1424940"/>
                  <a:gd name="connsiteX288" fmla="*/ 4534472 w 6095524"/>
                  <a:gd name="connsiteY288" fmla="*/ 1028224 h 1424940"/>
                  <a:gd name="connsiteX289" fmla="*/ 4551903 w 6095524"/>
                  <a:gd name="connsiteY289" fmla="*/ 1022033 h 1424940"/>
                  <a:gd name="connsiteX290" fmla="*/ 4582382 w 6095524"/>
                  <a:gd name="connsiteY290" fmla="*/ 1005364 h 1424940"/>
                  <a:gd name="connsiteX291" fmla="*/ 4605909 w 6095524"/>
                  <a:gd name="connsiteY291" fmla="*/ 979551 h 1424940"/>
                  <a:gd name="connsiteX292" fmla="*/ 4640104 w 6095524"/>
                  <a:gd name="connsiteY292" fmla="*/ 936879 h 1424940"/>
                  <a:gd name="connsiteX293" fmla="*/ 4705731 w 6095524"/>
                  <a:gd name="connsiteY293" fmla="*/ 920591 h 1424940"/>
                  <a:gd name="connsiteX294" fmla="*/ 4730973 w 6095524"/>
                  <a:gd name="connsiteY294" fmla="*/ 915162 h 1424940"/>
                  <a:gd name="connsiteX295" fmla="*/ 4822794 w 6095524"/>
                  <a:gd name="connsiteY295" fmla="*/ 892397 h 1424940"/>
                  <a:gd name="connsiteX296" fmla="*/ 4830794 w 6095524"/>
                  <a:gd name="connsiteY296" fmla="*/ 891635 h 1424940"/>
                  <a:gd name="connsiteX297" fmla="*/ 4894421 w 6095524"/>
                  <a:gd name="connsiteY297" fmla="*/ 865442 h 1424940"/>
                  <a:gd name="connsiteX298" fmla="*/ 4909756 w 6095524"/>
                  <a:gd name="connsiteY298" fmla="*/ 858964 h 1424940"/>
                  <a:gd name="connsiteX299" fmla="*/ 4928521 w 6095524"/>
                  <a:gd name="connsiteY299" fmla="*/ 842391 h 1424940"/>
                  <a:gd name="connsiteX300" fmla="*/ 4945857 w 6095524"/>
                  <a:gd name="connsiteY300" fmla="*/ 795623 h 1424940"/>
                  <a:gd name="connsiteX301" fmla="*/ 4966145 w 6095524"/>
                  <a:gd name="connsiteY301" fmla="*/ 774287 h 1424940"/>
                  <a:gd name="connsiteX302" fmla="*/ 4980909 w 6095524"/>
                  <a:gd name="connsiteY302" fmla="*/ 761333 h 1424940"/>
                  <a:gd name="connsiteX303" fmla="*/ 4993862 w 6095524"/>
                  <a:gd name="connsiteY303" fmla="*/ 741712 h 1424940"/>
                  <a:gd name="connsiteX304" fmla="*/ 5006816 w 6095524"/>
                  <a:gd name="connsiteY304" fmla="*/ 694754 h 1424940"/>
                  <a:gd name="connsiteX305" fmla="*/ 5026724 w 6095524"/>
                  <a:gd name="connsiteY305" fmla="*/ 653129 h 1424940"/>
                  <a:gd name="connsiteX306" fmla="*/ 5062538 w 6095524"/>
                  <a:gd name="connsiteY306" fmla="*/ 630079 h 1424940"/>
                  <a:gd name="connsiteX307" fmla="*/ 5084731 w 6095524"/>
                  <a:gd name="connsiteY307" fmla="*/ 617982 h 1424940"/>
                  <a:gd name="connsiteX308" fmla="*/ 5172647 w 6095524"/>
                  <a:gd name="connsiteY308" fmla="*/ 630174 h 1424940"/>
                  <a:gd name="connsiteX309" fmla="*/ 5232654 w 6095524"/>
                  <a:gd name="connsiteY309" fmla="*/ 642080 h 1424940"/>
                  <a:gd name="connsiteX310" fmla="*/ 5252371 w 6095524"/>
                  <a:gd name="connsiteY310" fmla="*/ 637508 h 1424940"/>
                  <a:gd name="connsiteX311" fmla="*/ 5308092 w 6095524"/>
                  <a:gd name="connsiteY311" fmla="*/ 598646 h 1424940"/>
                  <a:gd name="connsiteX312" fmla="*/ 5363147 w 6095524"/>
                  <a:gd name="connsiteY312" fmla="*/ 581311 h 1424940"/>
                  <a:gd name="connsiteX313" fmla="*/ 5404580 w 6095524"/>
                  <a:gd name="connsiteY313" fmla="*/ 576358 h 1424940"/>
                  <a:gd name="connsiteX314" fmla="*/ 5440203 w 6095524"/>
                  <a:gd name="connsiteY314" fmla="*/ 572548 h 1424940"/>
                  <a:gd name="connsiteX315" fmla="*/ 5482971 w 6095524"/>
                  <a:gd name="connsiteY315" fmla="*/ 561880 h 1424940"/>
                  <a:gd name="connsiteX316" fmla="*/ 5507165 w 6095524"/>
                  <a:gd name="connsiteY316" fmla="*/ 550259 h 1424940"/>
                  <a:gd name="connsiteX317" fmla="*/ 5545645 w 6095524"/>
                  <a:gd name="connsiteY317" fmla="*/ 533591 h 1424940"/>
                  <a:gd name="connsiteX318" fmla="*/ 5585079 w 6095524"/>
                  <a:gd name="connsiteY318" fmla="*/ 511969 h 1424940"/>
                  <a:gd name="connsiteX319" fmla="*/ 5615368 w 6095524"/>
                  <a:gd name="connsiteY319" fmla="*/ 481679 h 1424940"/>
                  <a:gd name="connsiteX320" fmla="*/ 5631656 w 6095524"/>
                  <a:gd name="connsiteY320" fmla="*/ 456152 h 1424940"/>
                  <a:gd name="connsiteX321" fmla="*/ 5679377 w 6095524"/>
                  <a:gd name="connsiteY321" fmla="*/ 419576 h 1424940"/>
                  <a:gd name="connsiteX322" fmla="*/ 5722525 w 6095524"/>
                  <a:gd name="connsiteY322" fmla="*/ 350615 h 1424940"/>
                  <a:gd name="connsiteX323" fmla="*/ 5749576 w 6095524"/>
                  <a:gd name="connsiteY323" fmla="*/ 321945 h 1424940"/>
                  <a:gd name="connsiteX324" fmla="*/ 5764911 w 6095524"/>
                  <a:gd name="connsiteY324" fmla="*/ 313849 h 1424940"/>
                  <a:gd name="connsiteX325" fmla="*/ 5791009 w 6095524"/>
                  <a:gd name="connsiteY325" fmla="*/ 293942 h 1424940"/>
                  <a:gd name="connsiteX326" fmla="*/ 5806440 w 6095524"/>
                  <a:gd name="connsiteY326" fmla="*/ 279178 h 1424940"/>
                  <a:gd name="connsiteX327" fmla="*/ 5848636 w 6095524"/>
                  <a:gd name="connsiteY327" fmla="*/ 224885 h 1424940"/>
                  <a:gd name="connsiteX328" fmla="*/ 5861590 w 6095524"/>
                  <a:gd name="connsiteY328" fmla="*/ 208788 h 1424940"/>
                  <a:gd name="connsiteX329" fmla="*/ 5888355 w 6095524"/>
                  <a:gd name="connsiteY329" fmla="*/ 181166 h 1424940"/>
                  <a:gd name="connsiteX330" fmla="*/ 5900071 w 6095524"/>
                  <a:gd name="connsiteY330" fmla="*/ 172784 h 1424940"/>
                  <a:gd name="connsiteX331" fmla="*/ 5920740 w 6095524"/>
                  <a:gd name="connsiteY331" fmla="*/ 150305 h 1424940"/>
                  <a:gd name="connsiteX332" fmla="*/ 5969985 w 6095524"/>
                  <a:gd name="connsiteY332" fmla="*/ 91345 h 1424940"/>
                  <a:gd name="connsiteX333" fmla="*/ 5991130 w 6095524"/>
                  <a:gd name="connsiteY333" fmla="*/ 58293 h 1424940"/>
                  <a:gd name="connsiteX334" fmla="*/ 6033325 w 6095524"/>
                  <a:gd name="connsiteY334" fmla="*/ 33909 h 1424940"/>
                  <a:gd name="connsiteX335" fmla="*/ 6054376 w 6095524"/>
                  <a:gd name="connsiteY335" fmla="*/ 20955 h 1424940"/>
                  <a:gd name="connsiteX336" fmla="*/ 6095524 w 6095524"/>
                  <a:gd name="connsiteY336" fmla="*/ 0 h 142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6095524" h="1424940">
                    <a:moveTo>
                      <a:pt x="6095524" y="0"/>
                    </a:moveTo>
                    <a:cubicBezTo>
                      <a:pt x="6095524" y="7811"/>
                      <a:pt x="6095524" y="12573"/>
                      <a:pt x="6095524" y="17431"/>
                    </a:cubicBezTo>
                    <a:lnTo>
                      <a:pt x="6095524" y="216290"/>
                    </a:lnTo>
                    <a:lnTo>
                      <a:pt x="6079998" y="230600"/>
                    </a:lnTo>
                    <a:cubicBezTo>
                      <a:pt x="6058567" y="241363"/>
                      <a:pt x="6035706" y="251079"/>
                      <a:pt x="6012751" y="260699"/>
                    </a:cubicBezTo>
                    <a:cubicBezTo>
                      <a:pt x="6006084" y="263462"/>
                      <a:pt x="5998749" y="264986"/>
                      <a:pt x="5992749" y="268700"/>
                    </a:cubicBezTo>
                    <a:cubicBezTo>
                      <a:pt x="5965126" y="285655"/>
                      <a:pt x="5938361" y="303943"/>
                      <a:pt x="5910358" y="320231"/>
                    </a:cubicBezTo>
                    <a:cubicBezTo>
                      <a:pt x="5881497" y="337090"/>
                      <a:pt x="5855684" y="356997"/>
                      <a:pt x="5835777" y="383953"/>
                    </a:cubicBezTo>
                    <a:cubicBezTo>
                      <a:pt x="5817298" y="409004"/>
                      <a:pt x="5799391" y="434435"/>
                      <a:pt x="5781008" y="459581"/>
                    </a:cubicBezTo>
                    <a:cubicBezTo>
                      <a:pt x="5776341" y="465963"/>
                      <a:pt x="5772054" y="473488"/>
                      <a:pt x="5765673" y="477584"/>
                    </a:cubicBezTo>
                    <a:cubicBezTo>
                      <a:pt x="5752433" y="486156"/>
                      <a:pt x="5737955" y="493109"/>
                      <a:pt x="5723763" y="500158"/>
                    </a:cubicBezTo>
                    <a:cubicBezTo>
                      <a:pt x="5711571" y="506159"/>
                      <a:pt x="5698617" y="510635"/>
                      <a:pt x="5686711" y="517112"/>
                    </a:cubicBezTo>
                    <a:cubicBezTo>
                      <a:pt x="5677186" y="522256"/>
                      <a:pt x="5668708" y="529400"/>
                      <a:pt x="5659850" y="535877"/>
                    </a:cubicBezTo>
                    <a:cubicBezTo>
                      <a:pt x="5652135" y="541496"/>
                      <a:pt x="5643658" y="546354"/>
                      <a:pt x="5637181" y="553117"/>
                    </a:cubicBezTo>
                    <a:cubicBezTo>
                      <a:pt x="5621369" y="569500"/>
                      <a:pt x="5605462" y="585597"/>
                      <a:pt x="5585841" y="597694"/>
                    </a:cubicBezTo>
                    <a:cubicBezTo>
                      <a:pt x="5566505" y="609695"/>
                      <a:pt x="5548217" y="623126"/>
                      <a:pt x="5528977" y="635318"/>
                    </a:cubicBezTo>
                    <a:cubicBezTo>
                      <a:pt x="5510117" y="647224"/>
                      <a:pt x="5493067" y="660273"/>
                      <a:pt x="5483256" y="681419"/>
                    </a:cubicBezTo>
                    <a:cubicBezTo>
                      <a:pt x="5478875" y="690753"/>
                      <a:pt x="5472684" y="700945"/>
                      <a:pt x="5464397" y="706374"/>
                    </a:cubicBezTo>
                    <a:cubicBezTo>
                      <a:pt x="5452586" y="714089"/>
                      <a:pt x="5437632" y="716852"/>
                      <a:pt x="5424773" y="723424"/>
                    </a:cubicBezTo>
                    <a:cubicBezTo>
                      <a:pt x="5409628" y="731139"/>
                      <a:pt x="5392103" y="737807"/>
                      <a:pt x="5381815" y="750094"/>
                    </a:cubicBezTo>
                    <a:cubicBezTo>
                      <a:pt x="5372671" y="761048"/>
                      <a:pt x="5363432" y="769620"/>
                      <a:pt x="5351335" y="776573"/>
                    </a:cubicBezTo>
                    <a:cubicBezTo>
                      <a:pt x="5342858" y="781431"/>
                      <a:pt x="5336572" y="790289"/>
                      <a:pt x="5327809" y="794290"/>
                    </a:cubicBezTo>
                    <a:cubicBezTo>
                      <a:pt x="5316284" y="799624"/>
                      <a:pt x="5304663" y="803815"/>
                      <a:pt x="5294566" y="812102"/>
                    </a:cubicBezTo>
                    <a:cubicBezTo>
                      <a:pt x="5284089" y="820674"/>
                      <a:pt x="5272183" y="827437"/>
                      <a:pt x="5261229" y="835438"/>
                    </a:cubicBezTo>
                    <a:cubicBezTo>
                      <a:pt x="5255419" y="839724"/>
                      <a:pt x="5250656" y="845344"/>
                      <a:pt x="5245037" y="849821"/>
                    </a:cubicBezTo>
                    <a:cubicBezTo>
                      <a:pt x="5234750" y="858012"/>
                      <a:pt x="5224272" y="866013"/>
                      <a:pt x="5213699" y="873728"/>
                    </a:cubicBezTo>
                    <a:cubicBezTo>
                      <a:pt x="5203127" y="881444"/>
                      <a:pt x="5193030" y="890397"/>
                      <a:pt x="5181409" y="896017"/>
                    </a:cubicBezTo>
                    <a:cubicBezTo>
                      <a:pt x="5161598" y="905542"/>
                      <a:pt x="5139976" y="911257"/>
                      <a:pt x="5120735" y="921544"/>
                    </a:cubicBezTo>
                    <a:cubicBezTo>
                      <a:pt x="5101209" y="932021"/>
                      <a:pt x="5082826" y="945166"/>
                      <a:pt x="5065490" y="959072"/>
                    </a:cubicBezTo>
                    <a:cubicBezTo>
                      <a:pt x="5051774" y="970026"/>
                      <a:pt x="5038916" y="980885"/>
                      <a:pt x="5021675" y="986504"/>
                    </a:cubicBezTo>
                    <a:cubicBezTo>
                      <a:pt x="5012055" y="989648"/>
                      <a:pt x="5001959" y="996506"/>
                      <a:pt x="4996148" y="1004507"/>
                    </a:cubicBezTo>
                    <a:cubicBezTo>
                      <a:pt x="4983575" y="1021937"/>
                      <a:pt x="4967478" y="1034225"/>
                      <a:pt x="4949285" y="1044702"/>
                    </a:cubicBezTo>
                    <a:cubicBezTo>
                      <a:pt x="4924996" y="1058799"/>
                      <a:pt x="4900993" y="1073182"/>
                      <a:pt x="4876609" y="1086993"/>
                    </a:cubicBezTo>
                    <a:cubicBezTo>
                      <a:pt x="4862227" y="1095185"/>
                      <a:pt x="4847940" y="1103852"/>
                      <a:pt x="4832699" y="1109853"/>
                    </a:cubicBezTo>
                    <a:cubicBezTo>
                      <a:pt x="4801553" y="1122236"/>
                      <a:pt x="4769644" y="1132808"/>
                      <a:pt x="4738211" y="1144334"/>
                    </a:cubicBezTo>
                    <a:cubicBezTo>
                      <a:pt x="4727924" y="1148048"/>
                      <a:pt x="4718209" y="1153382"/>
                      <a:pt x="4707731" y="1156621"/>
                    </a:cubicBezTo>
                    <a:cubicBezTo>
                      <a:pt x="4696396" y="1160145"/>
                      <a:pt x="4684205" y="1161193"/>
                      <a:pt x="4672870" y="1164717"/>
                    </a:cubicBezTo>
                    <a:cubicBezTo>
                      <a:pt x="4654010" y="1170527"/>
                      <a:pt x="4635722" y="1177957"/>
                      <a:pt x="4616863" y="1183862"/>
                    </a:cubicBezTo>
                    <a:cubicBezTo>
                      <a:pt x="4580477" y="1195197"/>
                      <a:pt x="4543996" y="1206056"/>
                      <a:pt x="4507516" y="1216819"/>
                    </a:cubicBezTo>
                    <a:cubicBezTo>
                      <a:pt x="4499706" y="1219105"/>
                      <a:pt x="4491228" y="1219391"/>
                      <a:pt x="4483513" y="1221867"/>
                    </a:cubicBezTo>
                    <a:cubicBezTo>
                      <a:pt x="4463034" y="1228535"/>
                      <a:pt x="4442650" y="1235773"/>
                      <a:pt x="4422362" y="1243108"/>
                    </a:cubicBezTo>
                    <a:cubicBezTo>
                      <a:pt x="4410075" y="1247585"/>
                      <a:pt x="4398073" y="1253109"/>
                      <a:pt x="4385691" y="1257395"/>
                    </a:cubicBezTo>
                    <a:cubicBezTo>
                      <a:pt x="4375785" y="1260824"/>
                      <a:pt x="4365593" y="1263491"/>
                      <a:pt x="4355306" y="1265587"/>
                    </a:cubicBezTo>
                    <a:cubicBezTo>
                      <a:pt x="4346448" y="1267397"/>
                      <a:pt x="4337209" y="1267206"/>
                      <a:pt x="4328446" y="1269397"/>
                    </a:cubicBezTo>
                    <a:cubicBezTo>
                      <a:pt x="4304728" y="1275302"/>
                      <a:pt x="4281297" y="1281970"/>
                      <a:pt x="4257770" y="1288256"/>
                    </a:cubicBezTo>
                    <a:cubicBezTo>
                      <a:pt x="4248341" y="1290733"/>
                      <a:pt x="4238720" y="1292543"/>
                      <a:pt x="4229576" y="1295686"/>
                    </a:cubicBezTo>
                    <a:cubicBezTo>
                      <a:pt x="4205097" y="1303973"/>
                      <a:pt x="4180999" y="1313402"/>
                      <a:pt x="4156424" y="1321213"/>
                    </a:cubicBezTo>
                    <a:cubicBezTo>
                      <a:pt x="4136041" y="1327690"/>
                      <a:pt x="4115086" y="1332357"/>
                      <a:pt x="4094416" y="1338072"/>
                    </a:cubicBezTo>
                    <a:cubicBezTo>
                      <a:pt x="4085653" y="1340549"/>
                      <a:pt x="4077271" y="1344073"/>
                      <a:pt x="4068509" y="1346168"/>
                    </a:cubicBezTo>
                    <a:cubicBezTo>
                      <a:pt x="4048887" y="1350931"/>
                      <a:pt x="4028980" y="1354931"/>
                      <a:pt x="4009263" y="1359694"/>
                    </a:cubicBezTo>
                    <a:cubicBezTo>
                      <a:pt x="3998023" y="1362456"/>
                      <a:pt x="3987165" y="1367409"/>
                      <a:pt x="3975735" y="1369219"/>
                    </a:cubicBezTo>
                    <a:cubicBezTo>
                      <a:pt x="3948589" y="1373505"/>
                      <a:pt x="3921252" y="1376553"/>
                      <a:pt x="3893915" y="1379982"/>
                    </a:cubicBezTo>
                    <a:cubicBezTo>
                      <a:pt x="3865722" y="1383506"/>
                      <a:pt x="3837623" y="1387221"/>
                      <a:pt x="3809428" y="1390364"/>
                    </a:cubicBezTo>
                    <a:cubicBezTo>
                      <a:pt x="3793998" y="1391984"/>
                      <a:pt x="3778472" y="1392269"/>
                      <a:pt x="3763042" y="1393793"/>
                    </a:cubicBezTo>
                    <a:cubicBezTo>
                      <a:pt x="3749516" y="1395127"/>
                      <a:pt x="3736086" y="1397603"/>
                      <a:pt x="3722561" y="1399223"/>
                    </a:cubicBezTo>
                    <a:cubicBezTo>
                      <a:pt x="3710845" y="1400556"/>
                      <a:pt x="3699034" y="1401318"/>
                      <a:pt x="3687318" y="1402652"/>
                    </a:cubicBezTo>
                    <a:cubicBezTo>
                      <a:pt x="3668554" y="1404842"/>
                      <a:pt x="3649885" y="1407319"/>
                      <a:pt x="3631216" y="1409605"/>
                    </a:cubicBezTo>
                    <a:cubicBezTo>
                      <a:pt x="3623406" y="1410462"/>
                      <a:pt x="3615214" y="1412843"/>
                      <a:pt x="3607880" y="1411415"/>
                    </a:cubicBezTo>
                    <a:cubicBezTo>
                      <a:pt x="3589401" y="1407795"/>
                      <a:pt x="3571208" y="1408843"/>
                      <a:pt x="3552825" y="1411319"/>
                    </a:cubicBezTo>
                    <a:cubicBezTo>
                      <a:pt x="3546539" y="1412177"/>
                      <a:pt x="3539776" y="1411986"/>
                      <a:pt x="3533680" y="1410367"/>
                    </a:cubicBezTo>
                    <a:cubicBezTo>
                      <a:pt x="3521202" y="1407128"/>
                      <a:pt x="3509106" y="1402556"/>
                      <a:pt x="3496818" y="1398556"/>
                    </a:cubicBezTo>
                    <a:cubicBezTo>
                      <a:pt x="3495484" y="1398080"/>
                      <a:pt x="3493865" y="1397984"/>
                      <a:pt x="3492437" y="1397699"/>
                    </a:cubicBezTo>
                    <a:cubicBezTo>
                      <a:pt x="3484340" y="1396079"/>
                      <a:pt x="3476340" y="1394460"/>
                      <a:pt x="3468243" y="1393031"/>
                    </a:cubicBezTo>
                    <a:cubicBezTo>
                      <a:pt x="3463862" y="1392269"/>
                      <a:pt x="3459385" y="1392174"/>
                      <a:pt x="3455003" y="1391507"/>
                    </a:cubicBezTo>
                    <a:cubicBezTo>
                      <a:pt x="3438049" y="1388840"/>
                      <a:pt x="3419380" y="1393317"/>
                      <a:pt x="3404711" y="1381792"/>
                    </a:cubicBezTo>
                    <a:cubicBezTo>
                      <a:pt x="3395186" y="1374362"/>
                      <a:pt x="3385947" y="1376077"/>
                      <a:pt x="3375756" y="1377220"/>
                    </a:cubicBezTo>
                    <a:cubicBezTo>
                      <a:pt x="3368040" y="1378077"/>
                      <a:pt x="3360134" y="1377791"/>
                      <a:pt x="3352324" y="1377887"/>
                    </a:cubicBezTo>
                    <a:cubicBezTo>
                      <a:pt x="3338608" y="1378172"/>
                      <a:pt x="3324892" y="1378268"/>
                      <a:pt x="3311176" y="1378744"/>
                    </a:cubicBezTo>
                    <a:cubicBezTo>
                      <a:pt x="3306794" y="1378934"/>
                      <a:pt x="3302318" y="1381316"/>
                      <a:pt x="3298031" y="1380935"/>
                    </a:cubicBezTo>
                    <a:cubicBezTo>
                      <a:pt x="3278219" y="1379125"/>
                      <a:pt x="3258407" y="1376267"/>
                      <a:pt x="3238595" y="1374648"/>
                    </a:cubicBezTo>
                    <a:cubicBezTo>
                      <a:pt x="3227356" y="1373696"/>
                      <a:pt x="3215830" y="1375505"/>
                      <a:pt x="3204686" y="1374172"/>
                    </a:cubicBezTo>
                    <a:cubicBezTo>
                      <a:pt x="3191828" y="1372648"/>
                      <a:pt x="3179255" y="1368743"/>
                      <a:pt x="3166491" y="1366361"/>
                    </a:cubicBezTo>
                    <a:cubicBezTo>
                      <a:pt x="3162967" y="1365695"/>
                      <a:pt x="3159062" y="1366552"/>
                      <a:pt x="3155347" y="1366742"/>
                    </a:cubicBezTo>
                    <a:cubicBezTo>
                      <a:pt x="3151156" y="1366933"/>
                      <a:pt x="3147060" y="1367314"/>
                      <a:pt x="3142869" y="1367409"/>
                    </a:cubicBezTo>
                    <a:cubicBezTo>
                      <a:pt x="3130105" y="1367600"/>
                      <a:pt x="3117342" y="1367314"/>
                      <a:pt x="3104578" y="1367981"/>
                    </a:cubicBezTo>
                    <a:cubicBezTo>
                      <a:pt x="3096768" y="1368362"/>
                      <a:pt x="3088577" y="1372267"/>
                      <a:pt x="3081337" y="1370838"/>
                    </a:cubicBezTo>
                    <a:cubicBezTo>
                      <a:pt x="3066574" y="1368076"/>
                      <a:pt x="3051810" y="1374267"/>
                      <a:pt x="3037047" y="1369124"/>
                    </a:cubicBezTo>
                    <a:cubicBezTo>
                      <a:pt x="3032474" y="1367600"/>
                      <a:pt x="3026188" y="1371410"/>
                      <a:pt x="3020663" y="1371600"/>
                    </a:cubicBezTo>
                    <a:cubicBezTo>
                      <a:pt x="3006852" y="1372076"/>
                      <a:pt x="2993041" y="1371981"/>
                      <a:pt x="2979230" y="1371886"/>
                    </a:cubicBezTo>
                    <a:cubicBezTo>
                      <a:pt x="2966847" y="1371791"/>
                      <a:pt x="2953988" y="1373124"/>
                      <a:pt x="2942082" y="1370457"/>
                    </a:cubicBezTo>
                    <a:cubicBezTo>
                      <a:pt x="2929604" y="1367600"/>
                      <a:pt x="2918365" y="1367981"/>
                      <a:pt x="2906268" y="1371219"/>
                    </a:cubicBezTo>
                    <a:cubicBezTo>
                      <a:pt x="2897981" y="1373410"/>
                      <a:pt x="2889218" y="1373696"/>
                      <a:pt x="2880646" y="1374362"/>
                    </a:cubicBezTo>
                    <a:cubicBezTo>
                      <a:pt x="2871407" y="1375124"/>
                      <a:pt x="2861215" y="1373124"/>
                      <a:pt x="2852833" y="1376267"/>
                    </a:cubicBezTo>
                    <a:cubicBezTo>
                      <a:pt x="2827877" y="1385602"/>
                      <a:pt x="2802255" y="1387602"/>
                      <a:pt x="2776157" y="1387602"/>
                    </a:cubicBezTo>
                    <a:cubicBezTo>
                      <a:pt x="2771394" y="1387602"/>
                      <a:pt x="2766536" y="1386269"/>
                      <a:pt x="2761965" y="1384840"/>
                    </a:cubicBezTo>
                    <a:cubicBezTo>
                      <a:pt x="2735294" y="1376267"/>
                      <a:pt x="2708529" y="1377029"/>
                      <a:pt x="2681383" y="1382268"/>
                    </a:cubicBezTo>
                    <a:cubicBezTo>
                      <a:pt x="2675763" y="1383411"/>
                      <a:pt x="2669477" y="1383602"/>
                      <a:pt x="2663857" y="1382459"/>
                    </a:cubicBezTo>
                    <a:cubicBezTo>
                      <a:pt x="2648045" y="1379125"/>
                      <a:pt x="2632710" y="1373600"/>
                      <a:pt x="2616803" y="1371219"/>
                    </a:cubicBezTo>
                    <a:cubicBezTo>
                      <a:pt x="2590515" y="1367314"/>
                      <a:pt x="2567750" y="1380458"/>
                      <a:pt x="2544223" y="1389031"/>
                    </a:cubicBezTo>
                    <a:cubicBezTo>
                      <a:pt x="2521839" y="1397127"/>
                      <a:pt x="2502789" y="1415415"/>
                      <a:pt x="2476309" y="1411319"/>
                    </a:cubicBezTo>
                    <a:cubicBezTo>
                      <a:pt x="2473643" y="1410938"/>
                      <a:pt x="2470690" y="1413510"/>
                      <a:pt x="2467737" y="1414177"/>
                    </a:cubicBezTo>
                    <a:cubicBezTo>
                      <a:pt x="2459641" y="1415987"/>
                      <a:pt x="2451545" y="1418177"/>
                      <a:pt x="2443353" y="1419035"/>
                    </a:cubicBezTo>
                    <a:cubicBezTo>
                      <a:pt x="2433352" y="1420178"/>
                      <a:pt x="2423160" y="1419797"/>
                      <a:pt x="2413159" y="1420749"/>
                    </a:cubicBezTo>
                    <a:cubicBezTo>
                      <a:pt x="2400300" y="1421892"/>
                      <a:pt x="2387632" y="1424940"/>
                      <a:pt x="2374868" y="1424940"/>
                    </a:cubicBezTo>
                    <a:cubicBezTo>
                      <a:pt x="2364581" y="1424940"/>
                      <a:pt x="2354389" y="1421416"/>
                      <a:pt x="2344198" y="1419701"/>
                    </a:cubicBezTo>
                    <a:cubicBezTo>
                      <a:pt x="2329815" y="1417320"/>
                      <a:pt x="2314003" y="1417987"/>
                      <a:pt x="2301335" y="1411891"/>
                    </a:cubicBezTo>
                    <a:cubicBezTo>
                      <a:pt x="2287810" y="1405414"/>
                      <a:pt x="2274951" y="1402461"/>
                      <a:pt x="2260949" y="1404461"/>
                    </a:cubicBezTo>
                    <a:cubicBezTo>
                      <a:pt x="2256282" y="1405128"/>
                      <a:pt x="2250281" y="1409129"/>
                      <a:pt x="2248186" y="1413224"/>
                    </a:cubicBezTo>
                    <a:cubicBezTo>
                      <a:pt x="2243518" y="1422368"/>
                      <a:pt x="2237137" y="1423988"/>
                      <a:pt x="2228469" y="1420844"/>
                    </a:cubicBezTo>
                    <a:cubicBezTo>
                      <a:pt x="2220944" y="1418177"/>
                      <a:pt x="2211705" y="1416844"/>
                      <a:pt x="2206562" y="1411700"/>
                    </a:cubicBezTo>
                    <a:cubicBezTo>
                      <a:pt x="2191988" y="1397127"/>
                      <a:pt x="2173414" y="1396651"/>
                      <a:pt x="2155317" y="1392746"/>
                    </a:cubicBezTo>
                    <a:cubicBezTo>
                      <a:pt x="2144269" y="1390364"/>
                      <a:pt x="2133981" y="1390269"/>
                      <a:pt x="2122932" y="1391888"/>
                    </a:cubicBezTo>
                    <a:cubicBezTo>
                      <a:pt x="2098930" y="1395508"/>
                      <a:pt x="2075593" y="1390364"/>
                      <a:pt x="2052542" y="1383792"/>
                    </a:cubicBezTo>
                    <a:cubicBezTo>
                      <a:pt x="2037302" y="1379411"/>
                      <a:pt x="2021681" y="1376744"/>
                      <a:pt x="2006537" y="1372267"/>
                    </a:cubicBezTo>
                    <a:cubicBezTo>
                      <a:pt x="1995202" y="1368838"/>
                      <a:pt x="1983868" y="1364742"/>
                      <a:pt x="1973486" y="1359218"/>
                    </a:cubicBezTo>
                    <a:cubicBezTo>
                      <a:pt x="1958435" y="1351121"/>
                      <a:pt x="1945292" y="1338929"/>
                      <a:pt x="1926146" y="1342168"/>
                    </a:cubicBezTo>
                    <a:cubicBezTo>
                      <a:pt x="1909286" y="1345025"/>
                      <a:pt x="1894047" y="1339025"/>
                      <a:pt x="1878616" y="1333310"/>
                    </a:cubicBezTo>
                    <a:cubicBezTo>
                      <a:pt x="1867281" y="1329119"/>
                      <a:pt x="1855948" y="1324832"/>
                      <a:pt x="1844231" y="1322165"/>
                    </a:cubicBezTo>
                    <a:cubicBezTo>
                      <a:pt x="1830324" y="1319022"/>
                      <a:pt x="1814608" y="1320356"/>
                      <a:pt x="1802225" y="1314545"/>
                    </a:cubicBezTo>
                    <a:cubicBezTo>
                      <a:pt x="1789271" y="1308449"/>
                      <a:pt x="1778509" y="1312545"/>
                      <a:pt x="1766983" y="1314260"/>
                    </a:cubicBezTo>
                    <a:cubicBezTo>
                      <a:pt x="1748600" y="1316927"/>
                      <a:pt x="1730311" y="1321880"/>
                      <a:pt x="1711738" y="1315593"/>
                    </a:cubicBezTo>
                    <a:cubicBezTo>
                      <a:pt x="1689164" y="1307973"/>
                      <a:pt x="1666780" y="1299782"/>
                      <a:pt x="1644111" y="1292543"/>
                    </a:cubicBezTo>
                    <a:cubicBezTo>
                      <a:pt x="1635347" y="1289780"/>
                      <a:pt x="1625919" y="1288637"/>
                      <a:pt x="1616774" y="1287399"/>
                    </a:cubicBezTo>
                    <a:cubicBezTo>
                      <a:pt x="1608107" y="1286351"/>
                      <a:pt x="1597725" y="1289018"/>
                      <a:pt x="1591056" y="1285018"/>
                    </a:cubicBezTo>
                    <a:cubicBezTo>
                      <a:pt x="1573911" y="1274731"/>
                      <a:pt x="1556291" y="1269683"/>
                      <a:pt x="1536478" y="1269683"/>
                    </a:cubicBezTo>
                    <a:cubicBezTo>
                      <a:pt x="1529048" y="1269683"/>
                      <a:pt x="1521809" y="1265396"/>
                      <a:pt x="1514285" y="1264634"/>
                    </a:cubicBezTo>
                    <a:cubicBezTo>
                      <a:pt x="1503997" y="1263682"/>
                      <a:pt x="1492186" y="1261110"/>
                      <a:pt x="1483233" y="1264730"/>
                    </a:cubicBezTo>
                    <a:cubicBezTo>
                      <a:pt x="1462183" y="1273302"/>
                      <a:pt x="1445134" y="1266158"/>
                      <a:pt x="1426750" y="1257681"/>
                    </a:cubicBezTo>
                    <a:cubicBezTo>
                      <a:pt x="1408652" y="1249299"/>
                      <a:pt x="1389602" y="1242632"/>
                      <a:pt x="1370362" y="1237107"/>
                    </a:cubicBezTo>
                    <a:cubicBezTo>
                      <a:pt x="1363123" y="1235107"/>
                      <a:pt x="1354456" y="1238441"/>
                      <a:pt x="1346454" y="1239107"/>
                    </a:cubicBezTo>
                    <a:cubicBezTo>
                      <a:pt x="1343596" y="1239298"/>
                      <a:pt x="1340453" y="1239584"/>
                      <a:pt x="1337882" y="1238631"/>
                    </a:cubicBezTo>
                    <a:cubicBezTo>
                      <a:pt x="1313022" y="1229487"/>
                      <a:pt x="1287780" y="1222534"/>
                      <a:pt x="1260825" y="1227296"/>
                    </a:cubicBezTo>
                    <a:cubicBezTo>
                      <a:pt x="1258349" y="1227773"/>
                      <a:pt x="1255586" y="1226725"/>
                      <a:pt x="1253109" y="1226058"/>
                    </a:cubicBezTo>
                    <a:cubicBezTo>
                      <a:pt x="1241012" y="1222629"/>
                      <a:pt x="1229201" y="1217200"/>
                      <a:pt x="1216915" y="1215962"/>
                    </a:cubicBezTo>
                    <a:cubicBezTo>
                      <a:pt x="1186625" y="1212914"/>
                      <a:pt x="1156146" y="1211675"/>
                      <a:pt x="1125664" y="1209675"/>
                    </a:cubicBezTo>
                    <a:cubicBezTo>
                      <a:pt x="1123759" y="1209580"/>
                      <a:pt x="1121759" y="1209580"/>
                      <a:pt x="1120045" y="1208913"/>
                    </a:cubicBezTo>
                    <a:cubicBezTo>
                      <a:pt x="1108805" y="1204817"/>
                      <a:pt x="1098995" y="1206151"/>
                      <a:pt x="1089469" y="1213961"/>
                    </a:cubicBezTo>
                    <a:cubicBezTo>
                      <a:pt x="1085278" y="1217390"/>
                      <a:pt x="1079563" y="1219200"/>
                      <a:pt x="1074325" y="1221105"/>
                    </a:cubicBezTo>
                    <a:cubicBezTo>
                      <a:pt x="1066609" y="1223963"/>
                      <a:pt x="1058704" y="1226725"/>
                      <a:pt x="1050703" y="1228535"/>
                    </a:cubicBezTo>
                    <a:cubicBezTo>
                      <a:pt x="1042797" y="1230249"/>
                      <a:pt x="1034320" y="1232630"/>
                      <a:pt x="1026700" y="1231297"/>
                    </a:cubicBezTo>
                    <a:cubicBezTo>
                      <a:pt x="1012984" y="1228916"/>
                      <a:pt x="999934" y="1223582"/>
                      <a:pt x="986409" y="1220057"/>
                    </a:cubicBezTo>
                    <a:cubicBezTo>
                      <a:pt x="981742" y="1218819"/>
                      <a:pt x="976598" y="1219010"/>
                      <a:pt x="971741" y="1218914"/>
                    </a:cubicBezTo>
                    <a:cubicBezTo>
                      <a:pt x="960596" y="1218629"/>
                      <a:pt x="949166" y="1221391"/>
                      <a:pt x="939070" y="1213485"/>
                    </a:cubicBezTo>
                    <a:cubicBezTo>
                      <a:pt x="929736" y="1206056"/>
                      <a:pt x="920305" y="1208246"/>
                      <a:pt x="910495" y="1213866"/>
                    </a:cubicBezTo>
                    <a:cubicBezTo>
                      <a:pt x="903446" y="1217867"/>
                      <a:pt x="895446" y="1221010"/>
                      <a:pt x="887540" y="1222534"/>
                    </a:cubicBezTo>
                    <a:cubicBezTo>
                      <a:pt x="876681" y="1224629"/>
                      <a:pt x="865918" y="1225487"/>
                      <a:pt x="854202" y="1224248"/>
                    </a:cubicBezTo>
                    <a:cubicBezTo>
                      <a:pt x="845915" y="1223391"/>
                      <a:pt x="839152" y="1223010"/>
                      <a:pt x="832675" y="1217962"/>
                    </a:cubicBezTo>
                    <a:cubicBezTo>
                      <a:pt x="831628" y="1217200"/>
                      <a:pt x="829723" y="1217009"/>
                      <a:pt x="828294" y="1217105"/>
                    </a:cubicBezTo>
                    <a:cubicBezTo>
                      <a:pt x="809530" y="1218724"/>
                      <a:pt x="790956" y="1217867"/>
                      <a:pt x="772001" y="1216723"/>
                    </a:cubicBezTo>
                    <a:cubicBezTo>
                      <a:pt x="747904" y="1215200"/>
                      <a:pt x="722566" y="1219676"/>
                      <a:pt x="701707" y="1235678"/>
                    </a:cubicBezTo>
                    <a:cubicBezTo>
                      <a:pt x="698659" y="1238060"/>
                      <a:pt x="694087" y="1239107"/>
                      <a:pt x="690086" y="1239679"/>
                    </a:cubicBezTo>
                    <a:cubicBezTo>
                      <a:pt x="671227" y="1242155"/>
                      <a:pt x="652272" y="1243870"/>
                      <a:pt x="633412" y="1246632"/>
                    </a:cubicBezTo>
                    <a:cubicBezTo>
                      <a:pt x="623125" y="1248156"/>
                      <a:pt x="612362" y="1249490"/>
                      <a:pt x="603028" y="1253681"/>
                    </a:cubicBezTo>
                    <a:cubicBezTo>
                      <a:pt x="593885" y="1257776"/>
                      <a:pt x="586549" y="1262634"/>
                      <a:pt x="581120" y="1254062"/>
                    </a:cubicBezTo>
                    <a:cubicBezTo>
                      <a:pt x="571406" y="1258634"/>
                      <a:pt x="562927" y="1262444"/>
                      <a:pt x="554642" y="1266539"/>
                    </a:cubicBezTo>
                    <a:cubicBezTo>
                      <a:pt x="551593" y="1268063"/>
                      <a:pt x="549021" y="1270540"/>
                      <a:pt x="545973" y="1271969"/>
                    </a:cubicBezTo>
                    <a:cubicBezTo>
                      <a:pt x="542734" y="1273493"/>
                      <a:pt x="539115" y="1274445"/>
                      <a:pt x="535591" y="1275207"/>
                    </a:cubicBezTo>
                    <a:cubicBezTo>
                      <a:pt x="519874" y="1278636"/>
                      <a:pt x="504158" y="1281779"/>
                      <a:pt x="488538" y="1285494"/>
                    </a:cubicBezTo>
                    <a:cubicBezTo>
                      <a:pt x="485489" y="1286256"/>
                      <a:pt x="482917" y="1289304"/>
                      <a:pt x="480155" y="1291304"/>
                    </a:cubicBezTo>
                    <a:cubicBezTo>
                      <a:pt x="478345" y="1292638"/>
                      <a:pt x="476536" y="1294638"/>
                      <a:pt x="474535" y="1294924"/>
                    </a:cubicBezTo>
                    <a:cubicBezTo>
                      <a:pt x="459295" y="1297210"/>
                      <a:pt x="444151" y="1299877"/>
                      <a:pt x="428816" y="1301020"/>
                    </a:cubicBezTo>
                    <a:cubicBezTo>
                      <a:pt x="415957" y="1301972"/>
                      <a:pt x="403574" y="1301687"/>
                      <a:pt x="400241" y="1318260"/>
                    </a:cubicBezTo>
                    <a:cubicBezTo>
                      <a:pt x="399669" y="1321118"/>
                      <a:pt x="395573" y="1324166"/>
                      <a:pt x="392431" y="1325594"/>
                    </a:cubicBezTo>
                    <a:cubicBezTo>
                      <a:pt x="383477" y="1329690"/>
                      <a:pt x="373951" y="1332452"/>
                      <a:pt x="365093" y="1336643"/>
                    </a:cubicBezTo>
                    <a:cubicBezTo>
                      <a:pt x="336042" y="1350645"/>
                      <a:pt x="305658" y="1359503"/>
                      <a:pt x="273177" y="1357884"/>
                    </a:cubicBezTo>
                    <a:cubicBezTo>
                      <a:pt x="263081" y="1357408"/>
                      <a:pt x="253270" y="1352264"/>
                      <a:pt x="246888" y="1350359"/>
                    </a:cubicBezTo>
                    <a:cubicBezTo>
                      <a:pt x="228506" y="1357884"/>
                      <a:pt x="213075" y="1365123"/>
                      <a:pt x="196977" y="1370552"/>
                    </a:cubicBezTo>
                    <a:cubicBezTo>
                      <a:pt x="182785" y="1375410"/>
                      <a:pt x="167926" y="1378458"/>
                      <a:pt x="153352" y="1381982"/>
                    </a:cubicBezTo>
                    <a:cubicBezTo>
                      <a:pt x="148018" y="1383316"/>
                      <a:pt x="142589" y="1384078"/>
                      <a:pt x="137160" y="1384745"/>
                    </a:cubicBezTo>
                    <a:cubicBezTo>
                      <a:pt x="120206" y="1386840"/>
                      <a:pt x="102489" y="1381792"/>
                      <a:pt x="85917" y="1389793"/>
                    </a:cubicBezTo>
                    <a:cubicBezTo>
                      <a:pt x="77248" y="1393984"/>
                      <a:pt x="68675" y="1399032"/>
                      <a:pt x="59532" y="1401223"/>
                    </a:cubicBezTo>
                    <a:cubicBezTo>
                      <a:pt x="49721" y="1403604"/>
                      <a:pt x="40124" y="1407319"/>
                      <a:pt x="30325" y="1409974"/>
                    </a:cubicBezTo>
                    <a:lnTo>
                      <a:pt x="0" y="1412360"/>
                    </a:lnTo>
                    <a:lnTo>
                      <a:pt x="0" y="1058622"/>
                    </a:lnTo>
                    <a:lnTo>
                      <a:pt x="17145" y="1060228"/>
                    </a:lnTo>
                    <a:cubicBezTo>
                      <a:pt x="26480" y="1061561"/>
                      <a:pt x="35528" y="1066133"/>
                      <a:pt x="44672" y="1066324"/>
                    </a:cubicBezTo>
                    <a:cubicBezTo>
                      <a:pt x="59055" y="1066610"/>
                      <a:pt x="71819" y="1068419"/>
                      <a:pt x="84677" y="1076230"/>
                    </a:cubicBezTo>
                    <a:cubicBezTo>
                      <a:pt x="104108" y="1087946"/>
                      <a:pt x="120110" y="1082993"/>
                      <a:pt x="132017" y="1064990"/>
                    </a:cubicBezTo>
                    <a:cubicBezTo>
                      <a:pt x="133255" y="1063181"/>
                      <a:pt x="134874" y="1060799"/>
                      <a:pt x="136779" y="1060323"/>
                    </a:cubicBezTo>
                    <a:cubicBezTo>
                      <a:pt x="153639" y="1056132"/>
                      <a:pt x="170974" y="1048131"/>
                      <a:pt x="187547" y="1049179"/>
                    </a:cubicBezTo>
                    <a:cubicBezTo>
                      <a:pt x="216789" y="1051084"/>
                      <a:pt x="244316" y="1048798"/>
                      <a:pt x="270891" y="1036415"/>
                    </a:cubicBezTo>
                    <a:cubicBezTo>
                      <a:pt x="272510" y="1035653"/>
                      <a:pt x="274987" y="1034891"/>
                      <a:pt x="276320" y="1035558"/>
                    </a:cubicBezTo>
                    <a:cubicBezTo>
                      <a:pt x="292322" y="1043845"/>
                      <a:pt x="309848" y="1050417"/>
                      <a:pt x="323755" y="1061561"/>
                    </a:cubicBezTo>
                    <a:cubicBezTo>
                      <a:pt x="336995" y="1072134"/>
                      <a:pt x="352997" y="1072229"/>
                      <a:pt x="361855" y="1057942"/>
                    </a:cubicBezTo>
                    <a:cubicBezTo>
                      <a:pt x="366236" y="1050893"/>
                      <a:pt x="372332" y="1042702"/>
                      <a:pt x="379571" y="1039939"/>
                    </a:cubicBezTo>
                    <a:cubicBezTo>
                      <a:pt x="395954" y="1033653"/>
                      <a:pt x="413481" y="1030414"/>
                      <a:pt x="430530" y="1025747"/>
                    </a:cubicBezTo>
                    <a:cubicBezTo>
                      <a:pt x="451581" y="1020032"/>
                      <a:pt x="472345" y="1020032"/>
                      <a:pt x="493300" y="1027176"/>
                    </a:cubicBezTo>
                    <a:cubicBezTo>
                      <a:pt x="508064" y="1032224"/>
                      <a:pt x="523113" y="1032224"/>
                      <a:pt x="537782" y="1025366"/>
                    </a:cubicBezTo>
                    <a:cubicBezTo>
                      <a:pt x="545687" y="1021652"/>
                      <a:pt x="553784" y="1017842"/>
                      <a:pt x="562166" y="1015746"/>
                    </a:cubicBezTo>
                    <a:cubicBezTo>
                      <a:pt x="567595" y="1014412"/>
                      <a:pt x="573881" y="1015651"/>
                      <a:pt x="579596" y="1016699"/>
                    </a:cubicBezTo>
                    <a:cubicBezTo>
                      <a:pt x="590645" y="1018794"/>
                      <a:pt x="602075" y="1025176"/>
                      <a:pt x="612362" y="1023557"/>
                    </a:cubicBezTo>
                    <a:cubicBezTo>
                      <a:pt x="647891" y="1017842"/>
                      <a:pt x="681419" y="1031272"/>
                      <a:pt x="716090" y="1031653"/>
                    </a:cubicBezTo>
                    <a:cubicBezTo>
                      <a:pt x="731806" y="1031843"/>
                      <a:pt x="747332" y="1034891"/>
                      <a:pt x="758381" y="1018985"/>
                    </a:cubicBezTo>
                    <a:cubicBezTo>
                      <a:pt x="759809" y="1016889"/>
                      <a:pt x="766763" y="1018032"/>
                      <a:pt x="771049" y="1018699"/>
                    </a:cubicBezTo>
                    <a:cubicBezTo>
                      <a:pt x="780574" y="1020128"/>
                      <a:pt x="790004" y="1023747"/>
                      <a:pt x="799433" y="1023652"/>
                    </a:cubicBezTo>
                    <a:cubicBezTo>
                      <a:pt x="818960" y="1023557"/>
                      <a:pt x="838581" y="1022033"/>
                      <a:pt x="858012" y="1020318"/>
                    </a:cubicBezTo>
                    <a:cubicBezTo>
                      <a:pt x="865346" y="1019651"/>
                      <a:pt x="872395" y="1017080"/>
                      <a:pt x="879634" y="1015270"/>
                    </a:cubicBezTo>
                    <a:cubicBezTo>
                      <a:pt x="883634" y="1014222"/>
                      <a:pt x="887921" y="1011460"/>
                      <a:pt x="891635" y="1012031"/>
                    </a:cubicBezTo>
                    <a:cubicBezTo>
                      <a:pt x="913162" y="1015365"/>
                      <a:pt x="932879" y="1007174"/>
                      <a:pt x="953262" y="1003078"/>
                    </a:cubicBezTo>
                    <a:cubicBezTo>
                      <a:pt x="962692" y="1001173"/>
                      <a:pt x="971550" y="996601"/>
                      <a:pt x="980694" y="993458"/>
                    </a:cubicBezTo>
                    <a:cubicBezTo>
                      <a:pt x="983075" y="992600"/>
                      <a:pt x="985742" y="991838"/>
                      <a:pt x="988124" y="992029"/>
                    </a:cubicBezTo>
                    <a:cubicBezTo>
                      <a:pt x="1001744" y="993172"/>
                      <a:pt x="1015270" y="994791"/>
                      <a:pt x="1028795" y="996029"/>
                    </a:cubicBezTo>
                    <a:cubicBezTo>
                      <a:pt x="1041083" y="997172"/>
                      <a:pt x="1053465" y="997553"/>
                      <a:pt x="1059275" y="1011555"/>
                    </a:cubicBezTo>
                    <a:cubicBezTo>
                      <a:pt x="1060133" y="1013746"/>
                      <a:pt x="1062990" y="1015365"/>
                      <a:pt x="1065181" y="1016794"/>
                    </a:cubicBezTo>
                    <a:cubicBezTo>
                      <a:pt x="1098995" y="1038797"/>
                      <a:pt x="1117092" y="1038225"/>
                      <a:pt x="1150144" y="1014984"/>
                    </a:cubicBezTo>
                    <a:cubicBezTo>
                      <a:pt x="1153573" y="1012603"/>
                      <a:pt x="1160907" y="1010888"/>
                      <a:pt x="1163193" y="1012793"/>
                    </a:cubicBezTo>
                    <a:cubicBezTo>
                      <a:pt x="1182624" y="1028605"/>
                      <a:pt x="1203865" y="1026890"/>
                      <a:pt x="1226249" y="1021937"/>
                    </a:cubicBezTo>
                    <a:cubicBezTo>
                      <a:pt x="1232059" y="1020604"/>
                      <a:pt x="1240251" y="1020604"/>
                      <a:pt x="1244632" y="1023747"/>
                    </a:cubicBezTo>
                    <a:cubicBezTo>
                      <a:pt x="1265492" y="1038320"/>
                      <a:pt x="1287876" y="1036225"/>
                      <a:pt x="1310545" y="1031939"/>
                    </a:cubicBezTo>
                    <a:cubicBezTo>
                      <a:pt x="1314069" y="1031272"/>
                      <a:pt x="1318356" y="1027652"/>
                      <a:pt x="1319879" y="1024319"/>
                    </a:cubicBezTo>
                    <a:cubicBezTo>
                      <a:pt x="1325309" y="1012508"/>
                      <a:pt x="1335501" y="1008507"/>
                      <a:pt x="1346740" y="1005173"/>
                    </a:cubicBezTo>
                    <a:cubicBezTo>
                      <a:pt x="1364457" y="999744"/>
                      <a:pt x="1381887" y="993362"/>
                      <a:pt x="1399699" y="988219"/>
                    </a:cubicBezTo>
                    <a:cubicBezTo>
                      <a:pt x="1404081" y="986981"/>
                      <a:pt x="1409510" y="987743"/>
                      <a:pt x="1414082" y="989171"/>
                    </a:cubicBezTo>
                    <a:cubicBezTo>
                      <a:pt x="1429703" y="994029"/>
                      <a:pt x="1439609" y="1006221"/>
                      <a:pt x="1450467" y="1017461"/>
                    </a:cubicBezTo>
                    <a:cubicBezTo>
                      <a:pt x="1455230" y="1022414"/>
                      <a:pt x="1461802" y="1025938"/>
                      <a:pt x="1468184" y="1028795"/>
                    </a:cubicBezTo>
                    <a:cubicBezTo>
                      <a:pt x="1484757" y="1036130"/>
                      <a:pt x="1501712" y="1042702"/>
                      <a:pt x="1518476" y="1049655"/>
                    </a:cubicBezTo>
                    <a:cubicBezTo>
                      <a:pt x="1520095" y="1050322"/>
                      <a:pt x="1521428" y="1052036"/>
                      <a:pt x="1522667" y="1053465"/>
                    </a:cubicBezTo>
                    <a:cubicBezTo>
                      <a:pt x="1535049" y="1068515"/>
                      <a:pt x="1547336" y="1083659"/>
                      <a:pt x="1559814" y="1098709"/>
                    </a:cubicBezTo>
                    <a:cubicBezTo>
                      <a:pt x="1562195" y="1101566"/>
                      <a:pt x="1565625" y="1103662"/>
                      <a:pt x="1568196" y="1106424"/>
                    </a:cubicBezTo>
                    <a:cubicBezTo>
                      <a:pt x="1571816" y="1110234"/>
                      <a:pt x="1576388" y="1113854"/>
                      <a:pt x="1578293" y="1118426"/>
                    </a:cubicBezTo>
                    <a:cubicBezTo>
                      <a:pt x="1584198" y="1132808"/>
                      <a:pt x="1595533" y="1139000"/>
                      <a:pt x="1609820" y="1141667"/>
                    </a:cubicBezTo>
                    <a:cubicBezTo>
                      <a:pt x="1622870" y="1144143"/>
                      <a:pt x="1635919" y="1146239"/>
                      <a:pt x="1648873" y="1149096"/>
                    </a:cubicBezTo>
                    <a:cubicBezTo>
                      <a:pt x="1664684" y="1152525"/>
                      <a:pt x="1680401" y="1156240"/>
                      <a:pt x="1696022" y="1160431"/>
                    </a:cubicBezTo>
                    <a:cubicBezTo>
                      <a:pt x="1702784" y="1162241"/>
                      <a:pt x="1709928" y="1164336"/>
                      <a:pt x="1715739" y="1168051"/>
                    </a:cubicBezTo>
                    <a:cubicBezTo>
                      <a:pt x="1732026" y="1178338"/>
                      <a:pt x="1749457" y="1185291"/>
                      <a:pt x="1768602" y="1182529"/>
                    </a:cubicBezTo>
                    <a:cubicBezTo>
                      <a:pt x="1783937" y="1180338"/>
                      <a:pt x="1796796" y="1185958"/>
                      <a:pt x="1806321" y="1194721"/>
                    </a:cubicBezTo>
                    <a:cubicBezTo>
                      <a:pt x="1823657" y="1210628"/>
                      <a:pt x="1842230" y="1207008"/>
                      <a:pt x="1860709" y="1201865"/>
                    </a:cubicBezTo>
                    <a:cubicBezTo>
                      <a:pt x="1870234" y="1199198"/>
                      <a:pt x="1878044" y="1199579"/>
                      <a:pt x="1887093" y="1202150"/>
                    </a:cubicBezTo>
                    <a:cubicBezTo>
                      <a:pt x="1908048" y="1208151"/>
                      <a:pt x="1922050" y="1224439"/>
                      <a:pt x="1935575" y="1238726"/>
                    </a:cubicBezTo>
                    <a:cubicBezTo>
                      <a:pt x="1947101" y="1250918"/>
                      <a:pt x="1960055" y="1257776"/>
                      <a:pt x="1974247" y="1262920"/>
                    </a:cubicBezTo>
                    <a:cubicBezTo>
                      <a:pt x="1992154" y="1269492"/>
                      <a:pt x="2006346" y="1267016"/>
                      <a:pt x="2014919" y="1251204"/>
                    </a:cubicBezTo>
                    <a:cubicBezTo>
                      <a:pt x="2017300" y="1246727"/>
                      <a:pt x="2021491" y="1241488"/>
                      <a:pt x="2025968" y="1240155"/>
                    </a:cubicBezTo>
                    <a:cubicBezTo>
                      <a:pt x="2047589" y="1233488"/>
                      <a:pt x="2069497" y="1223772"/>
                      <a:pt x="2092643" y="1229678"/>
                    </a:cubicBezTo>
                    <a:cubicBezTo>
                      <a:pt x="2124647" y="1237774"/>
                      <a:pt x="2155889" y="1237298"/>
                      <a:pt x="2187893" y="1229297"/>
                    </a:cubicBezTo>
                    <a:cubicBezTo>
                      <a:pt x="2239804" y="1216343"/>
                      <a:pt x="2291715" y="1202627"/>
                      <a:pt x="2346294" y="1205484"/>
                    </a:cubicBezTo>
                    <a:cubicBezTo>
                      <a:pt x="2355342" y="1205960"/>
                      <a:pt x="2366105" y="1200150"/>
                      <a:pt x="2373916" y="1194435"/>
                    </a:cubicBezTo>
                    <a:cubicBezTo>
                      <a:pt x="2388870" y="1183577"/>
                      <a:pt x="2388203" y="1182719"/>
                      <a:pt x="2404967" y="1191673"/>
                    </a:cubicBezTo>
                    <a:cubicBezTo>
                      <a:pt x="2408968" y="1193864"/>
                      <a:pt x="2413921" y="1195197"/>
                      <a:pt x="2416874" y="1198436"/>
                    </a:cubicBezTo>
                    <a:cubicBezTo>
                      <a:pt x="2431923" y="1214914"/>
                      <a:pt x="2450497" y="1210913"/>
                      <a:pt x="2468975" y="1208532"/>
                    </a:cubicBezTo>
                    <a:cubicBezTo>
                      <a:pt x="2472214" y="1208056"/>
                      <a:pt x="2476119" y="1207389"/>
                      <a:pt x="2478882" y="1208723"/>
                    </a:cubicBezTo>
                    <a:cubicBezTo>
                      <a:pt x="2491359" y="1214723"/>
                      <a:pt x="2501932" y="1212628"/>
                      <a:pt x="2512791" y="1204436"/>
                    </a:cubicBezTo>
                    <a:cubicBezTo>
                      <a:pt x="2522220" y="1197388"/>
                      <a:pt x="2533079" y="1193197"/>
                      <a:pt x="2544223" y="1201960"/>
                    </a:cubicBezTo>
                    <a:cubicBezTo>
                      <a:pt x="2568988" y="1221391"/>
                      <a:pt x="2595467" y="1222343"/>
                      <a:pt x="2623471" y="1210056"/>
                    </a:cubicBezTo>
                    <a:cubicBezTo>
                      <a:pt x="2643473" y="1201293"/>
                      <a:pt x="2663190" y="1199293"/>
                      <a:pt x="2684241" y="1208151"/>
                    </a:cubicBezTo>
                    <a:cubicBezTo>
                      <a:pt x="2692337" y="1211580"/>
                      <a:pt x="2702814" y="1209294"/>
                      <a:pt x="2712244" y="1210056"/>
                    </a:cubicBezTo>
                    <a:cubicBezTo>
                      <a:pt x="2717578" y="1210437"/>
                      <a:pt x="2723484" y="1210532"/>
                      <a:pt x="2728055" y="1212914"/>
                    </a:cubicBezTo>
                    <a:cubicBezTo>
                      <a:pt x="2740248" y="1219010"/>
                      <a:pt x="2751582" y="1226820"/>
                      <a:pt x="2763869" y="1232821"/>
                    </a:cubicBezTo>
                    <a:cubicBezTo>
                      <a:pt x="2769775" y="1235678"/>
                      <a:pt x="2776823" y="1237202"/>
                      <a:pt x="2783491" y="1237298"/>
                    </a:cubicBezTo>
                    <a:cubicBezTo>
                      <a:pt x="2803208" y="1237774"/>
                      <a:pt x="2822925" y="1237774"/>
                      <a:pt x="2842546" y="1236917"/>
                    </a:cubicBezTo>
                    <a:cubicBezTo>
                      <a:pt x="2874931" y="1235583"/>
                      <a:pt x="2907792" y="1235297"/>
                      <a:pt x="2931128" y="1206913"/>
                    </a:cubicBezTo>
                    <a:cubicBezTo>
                      <a:pt x="2933034" y="1204627"/>
                      <a:pt x="2937129" y="1203293"/>
                      <a:pt x="2940368" y="1202912"/>
                    </a:cubicBezTo>
                    <a:cubicBezTo>
                      <a:pt x="2955322" y="1201103"/>
                      <a:pt x="2970657" y="1200912"/>
                      <a:pt x="2985421" y="1197959"/>
                    </a:cubicBezTo>
                    <a:cubicBezTo>
                      <a:pt x="2997232" y="1195578"/>
                      <a:pt x="3007043" y="1196340"/>
                      <a:pt x="3015996" y="1204722"/>
                    </a:cubicBezTo>
                    <a:cubicBezTo>
                      <a:pt x="3027712" y="1215771"/>
                      <a:pt x="3042000" y="1222248"/>
                      <a:pt x="3057621" y="1218724"/>
                    </a:cubicBezTo>
                    <a:cubicBezTo>
                      <a:pt x="3073241" y="1215295"/>
                      <a:pt x="3083528" y="1222724"/>
                      <a:pt x="3095054" y="1230440"/>
                    </a:cubicBezTo>
                    <a:cubicBezTo>
                      <a:pt x="3103436" y="1236059"/>
                      <a:pt x="3112961" y="1243108"/>
                      <a:pt x="3122295" y="1243679"/>
                    </a:cubicBezTo>
                    <a:cubicBezTo>
                      <a:pt x="3143441" y="1244917"/>
                      <a:pt x="3161634" y="1264539"/>
                      <a:pt x="3184589" y="1253395"/>
                    </a:cubicBezTo>
                    <a:cubicBezTo>
                      <a:pt x="3186113" y="1252633"/>
                      <a:pt x="3188875" y="1254538"/>
                      <a:pt x="3191066" y="1255014"/>
                    </a:cubicBezTo>
                    <a:cubicBezTo>
                      <a:pt x="3208592" y="1258634"/>
                      <a:pt x="3225070" y="1255109"/>
                      <a:pt x="3237929" y="1243203"/>
                    </a:cubicBezTo>
                    <a:cubicBezTo>
                      <a:pt x="3254788" y="1227677"/>
                      <a:pt x="3273457" y="1226153"/>
                      <a:pt x="3294221" y="1231202"/>
                    </a:cubicBezTo>
                    <a:cubicBezTo>
                      <a:pt x="3300889" y="1232821"/>
                      <a:pt x="3307557" y="1233964"/>
                      <a:pt x="3314319" y="1235297"/>
                    </a:cubicBezTo>
                    <a:cubicBezTo>
                      <a:pt x="3323463" y="1237202"/>
                      <a:pt x="3332703" y="1239203"/>
                      <a:pt x="3341846" y="1241108"/>
                    </a:cubicBezTo>
                    <a:cubicBezTo>
                      <a:pt x="3350705" y="1243013"/>
                      <a:pt x="3360516" y="1246251"/>
                      <a:pt x="3367373" y="1238060"/>
                    </a:cubicBezTo>
                    <a:cubicBezTo>
                      <a:pt x="3373279" y="1231011"/>
                      <a:pt x="3377470" y="1231678"/>
                      <a:pt x="3382899" y="1237774"/>
                    </a:cubicBezTo>
                    <a:cubicBezTo>
                      <a:pt x="3401759" y="1259110"/>
                      <a:pt x="3424619" y="1272445"/>
                      <a:pt x="3453765" y="1273397"/>
                    </a:cubicBezTo>
                    <a:cubicBezTo>
                      <a:pt x="3459766" y="1273588"/>
                      <a:pt x="3465862" y="1274921"/>
                      <a:pt x="3471767" y="1276350"/>
                    </a:cubicBezTo>
                    <a:cubicBezTo>
                      <a:pt x="3475387" y="1277207"/>
                      <a:pt x="3479769" y="1278160"/>
                      <a:pt x="3481959" y="1280732"/>
                    </a:cubicBezTo>
                    <a:cubicBezTo>
                      <a:pt x="3499009" y="1300353"/>
                      <a:pt x="3520250" y="1313974"/>
                      <a:pt x="3543396" y="1324928"/>
                    </a:cubicBezTo>
                    <a:cubicBezTo>
                      <a:pt x="3551682" y="1328833"/>
                      <a:pt x="3560541" y="1332738"/>
                      <a:pt x="3569494" y="1333881"/>
                    </a:cubicBezTo>
                    <a:cubicBezTo>
                      <a:pt x="3578828" y="1335024"/>
                      <a:pt x="3588639" y="1333119"/>
                      <a:pt x="3598164" y="1332071"/>
                    </a:cubicBezTo>
                    <a:cubicBezTo>
                      <a:pt x="3603784" y="1331500"/>
                      <a:pt x="3610261" y="1331595"/>
                      <a:pt x="3614738" y="1328833"/>
                    </a:cubicBezTo>
                    <a:cubicBezTo>
                      <a:pt x="3628930" y="1320165"/>
                      <a:pt x="3642646" y="1310831"/>
                      <a:pt x="3655886" y="1300734"/>
                    </a:cubicBezTo>
                    <a:cubicBezTo>
                      <a:pt x="3667221" y="1292066"/>
                      <a:pt x="3669507" y="1290828"/>
                      <a:pt x="3679317" y="1301687"/>
                    </a:cubicBezTo>
                    <a:cubicBezTo>
                      <a:pt x="3689414" y="1312831"/>
                      <a:pt x="3701987" y="1318641"/>
                      <a:pt x="3715893" y="1321022"/>
                    </a:cubicBezTo>
                    <a:cubicBezTo>
                      <a:pt x="3737896" y="1324737"/>
                      <a:pt x="3760089" y="1327880"/>
                      <a:pt x="3782282" y="1329690"/>
                    </a:cubicBezTo>
                    <a:cubicBezTo>
                      <a:pt x="3802380" y="1331309"/>
                      <a:pt x="3812000" y="1322546"/>
                      <a:pt x="3816001" y="1302639"/>
                    </a:cubicBezTo>
                    <a:cubicBezTo>
                      <a:pt x="3818287" y="1291590"/>
                      <a:pt x="3821240" y="1279588"/>
                      <a:pt x="3833431" y="1276636"/>
                    </a:cubicBezTo>
                    <a:cubicBezTo>
                      <a:pt x="3853339" y="1271873"/>
                      <a:pt x="3874008" y="1269778"/>
                      <a:pt x="3883819" y="1246442"/>
                    </a:cubicBezTo>
                    <a:cubicBezTo>
                      <a:pt x="3889248" y="1251585"/>
                      <a:pt x="3892582" y="1254633"/>
                      <a:pt x="3895821" y="1257681"/>
                    </a:cubicBezTo>
                    <a:cubicBezTo>
                      <a:pt x="3904774" y="1266158"/>
                      <a:pt x="3923347" y="1269778"/>
                      <a:pt x="3932778" y="1262444"/>
                    </a:cubicBezTo>
                    <a:cubicBezTo>
                      <a:pt x="3946684" y="1251776"/>
                      <a:pt x="3959448" y="1253776"/>
                      <a:pt x="3972782" y="1262063"/>
                    </a:cubicBezTo>
                    <a:cubicBezTo>
                      <a:pt x="3995071" y="1275779"/>
                      <a:pt x="4019931" y="1272635"/>
                      <a:pt x="4042505" y="1267111"/>
                    </a:cubicBezTo>
                    <a:cubicBezTo>
                      <a:pt x="4059555" y="1263015"/>
                      <a:pt x="4077748" y="1255490"/>
                      <a:pt x="4088892" y="1238250"/>
                    </a:cubicBezTo>
                    <a:cubicBezTo>
                      <a:pt x="4092416" y="1232726"/>
                      <a:pt x="4100322" y="1229963"/>
                      <a:pt x="4106609" y="1226344"/>
                    </a:cubicBezTo>
                    <a:cubicBezTo>
                      <a:pt x="4111848" y="1223391"/>
                      <a:pt x="4117372" y="1220629"/>
                      <a:pt x="4123182" y="1218724"/>
                    </a:cubicBezTo>
                    <a:cubicBezTo>
                      <a:pt x="4129373" y="1216628"/>
                      <a:pt x="4136232" y="1213580"/>
                      <a:pt x="4142328" y="1214438"/>
                    </a:cubicBezTo>
                    <a:cubicBezTo>
                      <a:pt x="4160806" y="1216914"/>
                      <a:pt x="4175475" y="1212056"/>
                      <a:pt x="4188524" y="1198245"/>
                    </a:cubicBezTo>
                    <a:cubicBezTo>
                      <a:pt x="4195287" y="1191101"/>
                      <a:pt x="4205288" y="1182434"/>
                      <a:pt x="4213860" y="1182338"/>
                    </a:cubicBezTo>
                    <a:cubicBezTo>
                      <a:pt x="4234720" y="1182053"/>
                      <a:pt x="4252055" y="1175195"/>
                      <a:pt x="4270820" y="1167003"/>
                    </a:cubicBezTo>
                    <a:cubicBezTo>
                      <a:pt x="4282916" y="1161764"/>
                      <a:pt x="4296632" y="1158145"/>
                      <a:pt x="4309587" y="1153287"/>
                    </a:cubicBezTo>
                    <a:cubicBezTo>
                      <a:pt x="4324731" y="1147572"/>
                      <a:pt x="4341210" y="1145477"/>
                      <a:pt x="4350449" y="1129665"/>
                    </a:cubicBezTo>
                    <a:cubicBezTo>
                      <a:pt x="4351496" y="1127951"/>
                      <a:pt x="4354640" y="1127665"/>
                      <a:pt x="4356164" y="1126046"/>
                    </a:cubicBezTo>
                    <a:cubicBezTo>
                      <a:pt x="4361021" y="1121093"/>
                      <a:pt x="4367308" y="1116521"/>
                      <a:pt x="4369880" y="1110520"/>
                    </a:cubicBezTo>
                    <a:cubicBezTo>
                      <a:pt x="4377309" y="1092994"/>
                      <a:pt x="4383119" y="1074896"/>
                      <a:pt x="4389787" y="1057085"/>
                    </a:cubicBezTo>
                    <a:cubicBezTo>
                      <a:pt x="4391216" y="1053275"/>
                      <a:pt x="4392549" y="1048417"/>
                      <a:pt x="4395502" y="1046226"/>
                    </a:cubicBezTo>
                    <a:cubicBezTo>
                      <a:pt x="4412552" y="1033653"/>
                      <a:pt x="4429888" y="1021556"/>
                      <a:pt x="4447413" y="1009650"/>
                    </a:cubicBezTo>
                    <a:cubicBezTo>
                      <a:pt x="4454462" y="1004887"/>
                      <a:pt x="4460367" y="1007555"/>
                      <a:pt x="4466654" y="1013079"/>
                    </a:cubicBezTo>
                    <a:cubicBezTo>
                      <a:pt x="4472750" y="1018318"/>
                      <a:pt x="4480275" y="1023747"/>
                      <a:pt x="4487894" y="1025081"/>
                    </a:cubicBezTo>
                    <a:cubicBezTo>
                      <a:pt x="4503135" y="1027652"/>
                      <a:pt x="4518946" y="1028224"/>
                      <a:pt x="4534472" y="1028224"/>
                    </a:cubicBezTo>
                    <a:cubicBezTo>
                      <a:pt x="4540282" y="1028224"/>
                      <a:pt x="4546473" y="1024795"/>
                      <a:pt x="4551903" y="1022033"/>
                    </a:cubicBezTo>
                    <a:cubicBezTo>
                      <a:pt x="4562189" y="1016794"/>
                      <a:pt x="4571714" y="1009745"/>
                      <a:pt x="4582382" y="1005364"/>
                    </a:cubicBezTo>
                    <a:cubicBezTo>
                      <a:pt x="4594765" y="1000316"/>
                      <a:pt x="4602194" y="992219"/>
                      <a:pt x="4605909" y="979551"/>
                    </a:cubicBezTo>
                    <a:cubicBezTo>
                      <a:pt x="4611434" y="960692"/>
                      <a:pt x="4624579" y="947547"/>
                      <a:pt x="4640104" y="936879"/>
                    </a:cubicBezTo>
                    <a:cubicBezTo>
                      <a:pt x="4659821" y="923258"/>
                      <a:pt x="4683348" y="923925"/>
                      <a:pt x="4705731" y="920591"/>
                    </a:cubicBezTo>
                    <a:cubicBezTo>
                      <a:pt x="4714304" y="919353"/>
                      <a:pt x="4723162" y="918305"/>
                      <a:pt x="4730973" y="915162"/>
                    </a:cubicBezTo>
                    <a:cubicBezTo>
                      <a:pt x="4760595" y="903351"/>
                      <a:pt x="4790218" y="892112"/>
                      <a:pt x="4822794" y="892397"/>
                    </a:cubicBezTo>
                    <a:cubicBezTo>
                      <a:pt x="4825460" y="892397"/>
                      <a:pt x="4828128" y="892112"/>
                      <a:pt x="4830794" y="891635"/>
                    </a:cubicBezTo>
                    <a:cubicBezTo>
                      <a:pt x="4853940" y="887730"/>
                      <a:pt x="4877848" y="886206"/>
                      <a:pt x="4894421" y="865442"/>
                    </a:cubicBezTo>
                    <a:cubicBezTo>
                      <a:pt x="4897469" y="861632"/>
                      <a:pt x="4904422" y="860489"/>
                      <a:pt x="4909756" y="858964"/>
                    </a:cubicBezTo>
                    <a:cubicBezTo>
                      <a:pt x="4918996" y="856488"/>
                      <a:pt x="4925188" y="851440"/>
                      <a:pt x="4928521" y="842391"/>
                    </a:cubicBezTo>
                    <a:cubicBezTo>
                      <a:pt x="4934141" y="826770"/>
                      <a:pt x="4940808" y="811435"/>
                      <a:pt x="4945857" y="795623"/>
                    </a:cubicBezTo>
                    <a:cubicBezTo>
                      <a:pt x="4949381" y="784765"/>
                      <a:pt x="4955953" y="778764"/>
                      <a:pt x="4966145" y="774287"/>
                    </a:cubicBezTo>
                    <a:cubicBezTo>
                      <a:pt x="4971860" y="771811"/>
                      <a:pt x="4976813" y="766382"/>
                      <a:pt x="4980909" y="761333"/>
                    </a:cubicBezTo>
                    <a:cubicBezTo>
                      <a:pt x="4985862" y="755237"/>
                      <a:pt x="4988433" y="747141"/>
                      <a:pt x="4993862" y="741712"/>
                    </a:cubicBezTo>
                    <a:cubicBezTo>
                      <a:pt x="5007102" y="728186"/>
                      <a:pt x="5011198" y="713232"/>
                      <a:pt x="5006816" y="694754"/>
                    </a:cubicBezTo>
                    <a:cubicBezTo>
                      <a:pt x="5002911" y="678371"/>
                      <a:pt x="5013198" y="656463"/>
                      <a:pt x="5026724" y="653129"/>
                    </a:cubicBezTo>
                    <a:cubicBezTo>
                      <a:pt x="5041678" y="649414"/>
                      <a:pt x="5051965" y="640271"/>
                      <a:pt x="5062538" y="630079"/>
                    </a:cubicBezTo>
                    <a:cubicBezTo>
                      <a:pt x="5068443" y="624364"/>
                      <a:pt x="5076730" y="619411"/>
                      <a:pt x="5084731" y="617982"/>
                    </a:cubicBezTo>
                    <a:cubicBezTo>
                      <a:pt x="5115116" y="612458"/>
                      <a:pt x="5143786" y="619220"/>
                      <a:pt x="5172647" y="630174"/>
                    </a:cubicBezTo>
                    <a:cubicBezTo>
                      <a:pt x="5191506" y="637318"/>
                      <a:pt x="5212461" y="639223"/>
                      <a:pt x="5232654" y="642080"/>
                    </a:cubicBezTo>
                    <a:cubicBezTo>
                      <a:pt x="5238941" y="642937"/>
                      <a:pt x="5246942" y="641033"/>
                      <a:pt x="5252371" y="637508"/>
                    </a:cubicBezTo>
                    <a:cubicBezTo>
                      <a:pt x="5271421" y="625316"/>
                      <a:pt x="5290376" y="612743"/>
                      <a:pt x="5308092" y="598646"/>
                    </a:cubicBezTo>
                    <a:cubicBezTo>
                      <a:pt x="5324571" y="585407"/>
                      <a:pt x="5343144" y="579882"/>
                      <a:pt x="5363147" y="581311"/>
                    </a:cubicBezTo>
                    <a:cubicBezTo>
                      <a:pt x="5377720" y="582359"/>
                      <a:pt x="5390864" y="579977"/>
                      <a:pt x="5404580" y="576358"/>
                    </a:cubicBezTo>
                    <a:cubicBezTo>
                      <a:pt x="5416010" y="573310"/>
                      <a:pt x="5428583" y="571214"/>
                      <a:pt x="5440203" y="572548"/>
                    </a:cubicBezTo>
                    <a:cubicBezTo>
                      <a:pt x="5456491" y="574453"/>
                      <a:pt x="5469922" y="571691"/>
                      <a:pt x="5482971" y="561880"/>
                    </a:cubicBezTo>
                    <a:cubicBezTo>
                      <a:pt x="5489924" y="556641"/>
                      <a:pt x="5498878" y="553879"/>
                      <a:pt x="5507165" y="550259"/>
                    </a:cubicBezTo>
                    <a:cubicBezTo>
                      <a:pt x="5519928" y="544640"/>
                      <a:pt x="5533168" y="539877"/>
                      <a:pt x="5545645" y="533591"/>
                    </a:cubicBezTo>
                    <a:cubicBezTo>
                      <a:pt x="5559076" y="526923"/>
                      <a:pt x="5571363" y="517684"/>
                      <a:pt x="5585079" y="511969"/>
                    </a:cubicBezTo>
                    <a:cubicBezTo>
                      <a:pt x="5599843" y="505778"/>
                      <a:pt x="5609368" y="496348"/>
                      <a:pt x="5615368" y="481679"/>
                    </a:cubicBezTo>
                    <a:cubicBezTo>
                      <a:pt x="5619179" y="472440"/>
                      <a:pt x="5624417" y="462629"/>
                      <a:pt x="5631656" y="456152"/>
                    </a:cubicBezTo>
                    <a:cubicBezTo>
                      <a:pt x="5646611" y="442913"/>
                      <a:pt x="5664136" y="432625"/>
                      <a:pt x="5679377" y="419576"/>
                    </a:cubicBezTo>
                    <a:cubicBezTo>
                      <a:pt x="5700808" y="401288"/>
                      <a:pt x="5720620" y="381857"/>
                      <a:pt x="5722525" y="350615"/>
                    </a:cubicBezTo>
                    <a:cubicBezTo>
                      <a:pt x="5723572" y="333375"/>
                      <a:pt x="5732716" y="326041"/>
                      <a:pt x="5749576" y="321945"/>
                    </a:cubicBezTo>
                    <a:cubicBezTo>
                      <a:pt x="5755195" y="320612"/>
                      <a:pt x="5763197" y="318040"/>
                      <a:pt x="5764911" y="313849"/>
                    </a:cubicBezTo>
                    <a:cubicBezTo>
                      <a:pt x="5770054" y="301371"/>
                      <a:pt x="5780722" y="298895"/>
                      <a:pt x="5791009" y="293942"/>
                    </a:cubicBezTo>
                    <a:cubicBezTo>
                      <a:pt x="5797201" y="290989"/>
                      <a:pt x="5804821" y="285179"/>
                      <a:pt x="5806440" y="279178"/>
                    </a:cubicBezTo>
                    <a:cubicBezTo>
                      <a:pt x="5813107" y="254889"/>
                      <a:pt x="5831395" y="240602"/>
                      <a:pt x="5848636" y="224885"/>
                    </a:cubicBezTo>
                    <a:cubicBezTo>
                      <a:pt x="5853684" y="220218"/>
                      <a:pt x="5859113" y="214884"/>
                      <a:pt x="5861590" y="208788"/>
                    </a:cubicBezTo>
                    <a:cubicBezTo>
                      <a:pt x="5866829" y="195643"/>
                      <a:pt x="5874639" y="186118"/>
                      <a:pt x="5888355" y="181166"/>
                    </a:cubicBezTo>
                    <a:cubicBezTo>
                      <a:pt x="5892736" y="179642"/>
                      <a:pt x="5896737" y="176117"/>
                      <a:pt x="5900071" y="172784"/>
                    </a:cubicBezTo>
                    <a:cubicBezTo>
                      <a:pt x="5907215" y="165545"/>
                      <a:pt x="5913215" y="157067"/>
                      <a:pt x="5920740" y="150305"/>
                    </a:cubicBezTo>
                    <a:cubicBezTo>
                      <a:pt x="5939885" y="132874"/>
                      <a:pt x="5958840" y="115729"/>
                      <a:pt x="5969985" y="91345"/>
                    </a:cubicBezTo>
                    <a:cubicBezTo>
                      <a:pt x="5975413" y="79439"/>
                      <a:pt x="5981605" y="66485"/>
                      <a:pt x="5991130" y="58293"/>
                    </a:cubicBezTo>
                    <a:cubicBezTo>
                      <a:pt x="6003227" y="47911"/>
                      <a:pt x="6019133" y="42005"/>
                      <a:pt x="6033325" y="33909"/>
                    </a:cubicBezTo>
                    <a:cubicBezTo>
                      <a:pt x="6040469" y="29813"/>
                      <a:pt x="6047137" y="24860"/>
                      <a:pt x="6054376" y="20955"/>
                    </a:cubicBezTo>
                    <a:cubicBezTo>
                      <a:pt x="6067234" y="14097"/>
                      <a:pt x="6080379" y="7715"/>
                      <a:pt x="6095524" y="0"/>
                    </a:cubicBezTo>
                    <a:close/>
                  </a:path>
                </a:pathLst>
              </a:custGeom>
              <a:blipFill>
                <a:blip r:embed="rId2">
                  <a:alphaModFix amt="57000"/>
                </a:blip>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sp>
        <p:nvSpPr>
          <p:cNvPr id="2" name="Title 1">
            <a:extLst>
              <a:ext uri="{FF2B5EF4-FFF2-40B4-BE49-F238E27FC236}">
                <a16:creationId xmlns:a16="http://schemas.microsoft.com/office/drawing/2014/main" id="{A74B05CC-35DB-0500-79C2-7702A8BAA96E}"/>
              </a:ext>
            </a:extLst>
          </p:cNvPr>
          <p:cNvSpPr>
            <a:spLocks noGrp="1"/>
          </p:cNvSpPr>
          <p:nvPr>
            <p:ph type="ctrTitle"/>
          </p:nvPr>
        </p:nvSpPr>
        <p:spPr>
          <a:xfrm>
            <a:off x="838199" y="1120676"/>
            <a:ext cx="9691479" cy="2308324"/>
          </a:xfrm>
        </p:spPr>
        <p:txBody>
          <a:bodyPr>
            <a:normAutofit/>
          </a:bodyPr>
          <a:lstStyle/>
          <a:p>
            <a:pPr algn="l"/>
            <a:r>
              <a:rPr lang="en-US" sz="7200" dirty="0">
                <a:solidFill>
                  <a:schemeClr val="bg1"/>
                </a:solidFill>
              </a:rPr>
              <a:t>COM Hijacking Voodoo</a:t>
            </a:r>
          </a:p>
        </p:txBody>
      </p:sp>
      <p:sp>
        <p:nvSpPr>
          <p:cNvPr id="3" name="Subtitle 2">
            <a:extLst>
              <a:ext uri="{FF2B5EF4-FFF2-40B4-BE49-F238E27FC236}">
                <a16:creationId xmlns:a16="http://schemas.microsoft.com/office/drawing/2014/main" id="{390AB0A3-7FB2-DE9D-CD9C-72F41BA7E103}"/>
              </a:ext>
            </a:extLst>
          </p:cNvPr>
          <p:cNvSpPr>
            <a:spLocks noGrp="1"/>
          </p:cNvSpPr>
          <p:nvPr>
            <p:ph type="subTitle" idx="1"/>
          </p:nvPr>
        </p:nvSpPr>
        <p:spPr>
          <a:xfrm>
            <a:off x="835024" y="3809998"/>
            <a:ext cx="7335309" cy="1397001"/>
          </a:xfrm>
        </p:spPr>
        <p:txBody>
          <a:bodyPr>
            <a:normAutofit/>
          </a:bodyPr>
          <a:lstStyle/>
          <a:p>
            <a:pPr algn="l"/>
            <a:r>
              <a:rPr lang="en-US" sz="1800" dirty="0">
                <a:solidFill>
                  <a:schemeClr val="bg1"/>
                </a:solidFill>
              </a:rPr>
              <a:t>Tradecraft, Detection Blind Spot &amp; The COM-Hunter</a:t>
            </a:r>
          </a:p>
          <a:p>
            <a:pPr algn="l"/>
            <a:endParaRPr lang="en-US" sz="1800" dirty="0">
              <a:solidFill>
                <a:schemeClr val="bg1"/>
              </a:solidFill>
            </a:endParaRPr>
          </a:p>
          <a:p>
            <a:pPr algn="l"/>
            <a:r>
              <a:rPr lang="en-US" sz="1800" dirty="0">
                <a:solidFill>
                  <a:schemeClr val="bg1"/>
                </a:solidFill>
              </a:rPr>
              <a:t>Nikos Vourdas, 2026</a:t>
            </a:r>
          </a:p>
          <a:p>
            <a:pPr algn="l"/>
            <a:endParaRPr lang="en-US" sz="1800" dirty="0">
              <a:solidFill>
                <a:schemeClr val="bg1"/>
              </a:solidFill>
            </a:endParaRPr>
          </a:p>
        </p:txBody>
      </p:sp>
      <p:pic>
        <p:nvPicPr>
          <p:cNvPr id="5" name="Picture 4">
            <a:extLst>
              <a:ext uri="{FF2B5EF4-FFF2-40B4-BE49-F238E27FC236}">
                <a16:creationId xmlns:a16="http://schemas.microsoft.com/office/drawing/2014/main" id="{D542C14E-F113-60AE-B0A4-0285A5FD44BF}"/>
              </a:ext>
            </a:extLst>
          </p:cNvPr>
          <p:cNvPicPr>
            <a:picLocks noChangeAspect="1"/>
          </p:cNvPicPr>
          <p:nvPr/>
        </p:nvPicPr>
        <p:blipFill>
          <a:blip r:embed="rId3"/>
          <a:stretch>
            <a:fillRect/>
          </a:stretch>
        </p:blipFill>
        <p:spPr>
          <a:xfrm>
            <a:off x="10248461" y="4720998"/>
            <a:ext cx="2035223" cy="2035223"/>
          </a:xfrm>
          <a:prstGeom prst="rect">
            <a:avLst/>
          </a:prstGeom>
        </p:spPr>
      </p:pic>
      <p:pic>
        <p:nvPicPr>
          <p:cNvPr id="7" name="Picture 6">
            <a:extLst>
              <a:ext uri="{FF2B5EF4-FFF2-40B4-BE49-F238E27FC236}">
                <a16:creationId xmlns:a16="http://schemas.microsoft.com/office/drawing/2014/main" id="{C1E0FF92-248A-8DBF-2A87-9A8591095085}"/>
              </a:ext>
            </a:extLst>
          </p:cNvPr>
          <p:cNvPicPr>
            <a:picLocks noChangeAspect="1"/>
          </p:cNvPicPr>
          <p:nvPr/>
        </p:nvPicPr>
        <p:blipFill>
          <a:blip r:embed="rId4"/>
          <a:stretch>
            <a:fillRect/>
          </a:stretch>
        </p:blipFill>
        <p:spPr>
          <a:xfrm>
            <a:off x="10529678" y="0"/>
            <a:ext cx="1648245" cy="1650821"/>
          </a:xfrm>
          <a:prstGeom prst="rect">
            <a:avLst/>
          </a:prstGeom>
        </p:spPr>
      </p:pic>
    </p:spTree>
    <p:extLst>
      <p:ext uri="{BB962C8B-B14F-4D97-AF65-F5344CB8AC3E}">
        <p14:creationId xmlns:p14="http://schemas.microsoft.com/office/powerpoint/2010/main" val="202032840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0" name="Rectangle 39">
            <a:extLst>
              <a:ext uri="{FF2B5EF4-FFF2-40B4-BE49-F238E27FC236}">
                <a16:creationId xmlns:a16="http://schemas.microsoft.com/office/drawing/2014/main" id="{5FEF463D-EE6B-46FF-B7C7-74B09A96C8A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a:extLst>
              <a:ext uri="{FF2B5EF4-FFF2-40B4-BE49-F238E27FC236}">
                <a16:creationId xmlns:a16="http://schemas.microsoft.com/office/drawing/2014/main" id="{11A27B3A-460C-4100-99B5-817F25979F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827089" y="1498602"/>
            <a:ext cx="4403345" cy="3940174"/>
            <a:chOff x="827089" y="1498602"/>
            <a:chExt cx="4403345" cy="3940174"/>
          </a:xfrm>
          <a:effectLst>
            <a:outerShdw blurRad="381000" dist="152400" dir="5400000" algn="ctr" rotWithShape="0">
              <a:srgbClr val="000000">
                <a:alpha val="10000"/>
              </a:srgbClr>
            </a:outerShdw>
          </a:effectLst>
        </p:grpSpPr>
        <p:sp>
          <p:nvSpPr>
            <p:cNvPr id="43" name="Freeform: Shape 35">
              <a:extLst>
                <a:ext uri="{FF2B5EF4-FFF2-40B4-BE49-F238E27FC236}">
                  <a16:creationId xmlns:a16="http://schemas.microsoft.com/office/drawing/2014/main" id="{35450488-7F33-43E4-B4DA-CAB50A1CC3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7089" y="1498602"/>
              <a:ext cx="4403345" cy="3940174"/>
            </a:xfrm>
            <a:custGeom>
              <a:avLst/>
              <a:gdLst>
                <a:gd name="connsiteX0" fmla="*/ 0 w 5260975"/>
                <a:gd name="connsiteY0" fmla="*/ 0 h 4707593"/>
                <a:gd name="connsiteX1" fmla="*/ 5260975 w 5260975"/>
                <a:gd name="connsiteY1" fmla="*/ 0 h 4707593"/>
                <a:gd name="connsiteX2" fmla="*/ 5260975 w 5260975"/>
                <a:gd name="connsiteY2" fmla="*/ 3296937 h 4707593"/>
                <a:gd name="connsiteX3" fmla="*/ 5260975 w 5260975"/>
                <a:gd name="connsiteY3" fmla="*/ 3518571 h 4707593"/>
                <a:gd name="connsiteX4" fmla="*/ 5226504 w 5260975"/>
                <a:gd name="connsiteY4" fmla="*/ 3534000 h 4707593"/>
                <a:gd name="connsiteX5" fmla="*/ 5206341 w 5260975"/>
                <a:gd name="connsiteY5" fmla="*/ 3542065 h 4707593"/>
                <a:gd name="connsiteX6" fmla="*/ 5123287 w 5260975"/>
                <a:gd name="connsiteY6" fmla="*/ 3594010 h 4707593"/>
                <a:gd name="connsiteX7" fmla="*/ 5048107 w 5260975"/>
                <a:gd name="connsiteY7" fmla="*/ 3658244 h 4707593"/>
                <a:gd name="connsiteX8" fmla="*/ 4992899 w 5260975"/>
                <a:gd name="connsiteY8" fmla="*/ 3734479 h 4707593"/>
                <a:gd name="connsiteX9" fmla="*/ 4977440 w 5260975"/>
                <a:gd name="connsiteY9" fmla="*/ 3752627 h 4707593"/>
                <a:gd name="connsiteX10" fmla="*/ 4935194 w 5260975"/>
                <a:gd name="connsiteY10" fmla="*/ 3775382 h 4707593"/>
                <a:gd name="connsiteX11" fmla="*/ 4897844 w 5260975"/>
                <a:gd name="connsiteY11" fmla="*/ 3792472 h 4707593"/>
                <a:gd name="connsiteX12" fmla="*/ 4870767 w 5260975"/>
                <a:gd name="connsiteY12" fmla="*/ 3811388 h 4707593"/>
                <a:gd name="connsiteX13" fmla="*/ 4847917 w 5260975"/>
                <a:gd name="connsiteY13" fmla="*/ 3828767 h 4707593"/>
                <a:gd name="connsiteX14" fmla="*/ 4796163 w 5260975"/>
                <a:gd name="connsiteY14" fmla="*/ 3873702 h 4707593"/>
                <a:gd name="connsiteX15" fmla="*/ 4738843 w 5260975"/>
                <a:gd name="connsiteY15" fmla="*/ 3911628 h 4707593"/>
                <a:gd name="connsiteX16" fmla="*/ 4692755 w 5260975"/>
                <a:gd name="connsiteY16" fmla="*/ 3958099 h 4707593"/>
                <a:gd name="connsiteX17" fmla="*/ 4673744 w 5260975"/>
                <a:gd name="connsiteY17" fmla="*/ 3983255 h 4707593"/>
                <a:gd name="connsiteX18" fmla="*/ 4633801 w 5260975"/>
                <a:gd name="connsiteY18" fmla="*/ 4000442 h 4707593"/>
                <a:gd name="connsiteX19" fmla="*/ 4590499 w 5260975"/>
                <a:gd name="connsiteY19" fmla="*/ 4027326 h 4707593"/>
                <a:gd name="connsiteX20" fmla="*/ 4559773 w 5260975"/>
                <a:gd name="connsiteY20" fmla="*/ 4054018 h 4707593"/>
                <a:gd name="connsiteX21" fmla="*/ 4536059 w 5260975"/>
                <a:gd name="connsiteY21" fmla="*/ 4071877 h 4707593"/>
                <a:gd name="connsiteX22" fmla="*/ 4502550 w 5260975"/>
                <a:gd name="connsiteY22" fmla="*/ 4089832 h 4707593"/>
                <a:gd name="connsiteX23" fmla="*/ 4468944 w 5260975"/>
                <a:gd name="connsiteY23" fmla="*/ 4113356 h 4707593"/>
                <a:gd name="connsiteX24" fmla="*/ 4452623 w 5260975"/>
                <a:gd name="connsiteY24" fmla="*/ 4127854 h 4707593"/>
                <a:gd name="connsiteX25" fmla="*/ 4421032 w 5260975"/>
                <a:gd name="connsiteY25" fmla="*/ 4151953 h 4707593"/>
                <a:gd name="connsiteX26" fmla="*/ 4388483 w 5260975"/>
                <a:gd name="connsiteY26" fmla="*/ 4174421 h 4707593"/>
                <a:gd name="connsiteX27" fmla="*/ 4327321 w 5260975"/>
                <a:gd name="connsiteY27" fmla="*/ 4200153 h 4707593"/>
                <a:gd name="connsiteX28" fmla="*/ 4271633 w 5260975"/>
                <a:gd name="connsiteY28" fmla="*/ 4237983 h 4707593"/>
                <a:gd name="connsiteX29" fmla="*/ 4227465 w 5260975"/>
                <a:gd name="connsiteY29" fmla="*/ 4265635 h 4707593"/>
                <a:gd name="connsiteX30" fmla="*/ 4201733 w 5260975"/>
                <a:gd name="connsiteY30" fmla="*/ 4283783 h 4707593"/>
                <a:gd name="connsiteX31" fmla="*/ 4154494 w 5260975"/>
                <a:gd name="connsiteY31" fmla="*/ 4324301 h 4707593"/>
                <a:gd name="connsiteX32" fmla="*/ 4081234 w 5260975"/>
                <a:gd name="connsiteY32" fmla="*/ 4366931 h 4707593"/>
                <a:gd name="connsiteX33" fmla="*/ 4036971 w 5260975"/>
                <a:gd name="connsiteY33" fmla="*/ 4389975 h 4707593"/>
                <a:gd name="connsiteX34" fmla="*/ 3941725 w 5260975"/>
                <a:gd name="connsiteY34" fmla="*/ 4424733 h 4707593"/>
                <a:gd name="connsiteX35" fmla="*/ 3910999 w 5260975"/>
                <a:gd name="connsiteY35" fmla="*/ 4437119 h 4707593"/>
                <a:gd name="connsiteX36" fmla="*/ 3875859 w 5260975"/>
                <a:gd name="connsiteY36" fmla="*/ 4445280 h 4707593"/>
                <a:gd name="connsiteX37" fmla="*/ 3819401 w 5260975"/>
                <a:gd name="connsiteY37" fmla="*/ 4464579 h 4707593"/>
                <a:gd name="connsiteX38" fmla="*/ 3709176 w 5260975"/>
                <a:gd name="connsiteY38" fmla="*/ 4497800 h 4707593"/>
                <a:gd name="connsiteX39" fmla="*/ 3684981 w 5260975"/>
                <a:gd name="connsiteY39" fmla="*/ 4502889 h 4707593"/>
                <a:gd name="connsiteX40" fmla="*/ 3623338 w 5260975"/>
                <a:gd name="connsiteY40" fmla="*/ 4524300 h 4707593"/>
                <a:gd name="connsiteX41" fmla="*/ 3586373 w 5260975"/>
                <a:gd name="connsiteY41" fmla="*/ 4538702 h 4707593"/>
                <a:gd name="connsiteX42" fmla="*/ 3555743 w 5260975"/>
                <a:gd name="connsiteY42" fmla="*/ 4546960 h 4707593"/>
                <a:gd name="connsiteX43" fmla="*/ 3528667 w 5260975"/>
                <a:gd name="connsiteY43" fmla="*/ 4550801 h 4707593"/>
                <a:gd name="connsiteX44" fmla="*/ 3457424 w 5260975"/>
                <a:gd name="connsiteY44" fmla="*/ 4569811 h 4707593"/>
                <a:gd name="connsiteX45" fmla="*/ 3429003 w 5260975"/>
                <a:gd name="connsiteY45" fmla="*/ 4577301 h 4707593"/>
                <a:gd name="connsiteX46" fmla="*/ 3355264 w 5260975"/>
                <a:gd name="connsiteY46" fmla="*/ 4603033 h 4707593"/>
                <a:gd name="connsiteX47" fmla="*/ 3292757 w 5260975"/>
                <a:gd name="connsiteY47" fmla="*/ 4620027 h 4707593"/>
                <a:gd name="connsiteX48" fmla="*/ 3266643 w 5260975"/>
                <a:gd name="connsiteY48" fmla="*/ 4628188 h 4707593"/>
                <a:gd name="connsiteX49" fmla="*/ 3206921 w 5260975"/>
                <a:gd name="connsiteY49" fmla="*/ 4641823 h 4707593"/>
                <a:gd name="connsiteX50" fmla="*/ 3173123 w 5260975"/>
                <a:gd name="connsiteY50" fmla="*/ 4651425 h 4707593"/>
                <a:gd name="connsiteX51" fmla="*/ 3090646 w 5260975"/>
                <a:gd name="connsiteY51" fmla="*/ 4662274 h 4707593"/>
                <a:gd name="connsiteX52" fmla="*/ 3005480 w 5260975"/>
                <a:gd name="connsiteY52" fmla="*/ 4672739 h 4707593"/>
                <a:gd name="connsiteX53" fmla="*/ 2958721 w 5260975"/>
                <a:gd name="connsiteY53" fmla="*/ 4676196 h 4707593"/>
                <a:gd name="connsiteX54" fmla="*/ 2917915 w 5260975"/>
                <a:gd name="connsiteY54" fmla="*/ 4681670 h 4707593"/>
                <a:gd name="connsiteX55" fmla="*/ 2882389 w 5260975"/>
                <a:gd name="connsiteY55" fmla="*/ 4685126 h 4707593"/>
                <a:gd name="connsiteX56" fmla="*/ 2825837 w 5260975"/>
                <a:gd name="connsiteY56" fmla="*/ 4692135 h 4707593"/>
                <a:gd name="connsiteX57" fmla="*/ 2802313 w 5260975"/>
                <a:gd name="connsiteY57" fmla="*/ 4693960 h 4707593"/>
                <a:gd name="connsiteX58" fmla="*/ 2746816 w 5260975"/>
                <a:gd name="connsiteY58" fmla="*/ 4693863 h 4707593"/>
                <a:gd name="connsiteX59" fmla="*/ 2727517 w 5260975"/>
                <a:gd name="connsiteY59" fmla="*/ 4692903 h 4707593"/>
                <a:gd name="connsiteX60" fmla="*/ 2690359 w 5260975"/>
                <a:gd name="connsiteY60" fmla="*/ 4680997 h 4707593"/>
                <a:gd name="connsiteX61" fmla="*/ 2685943 w 5260975"/>
                <a:gd name="connsiteY61" fmla="*/ 4680133 h 4707593"/>
                <a:gd name="connsiteX62" fmla="*/ 2661554 w 5260975"/>
                <a:gd name="connsiteY62" fmla="*/ 4675428 h 4707593"/>
                <a:gd name="connsiteX63" fmla="*/ 2648208 w 5260975"/>
                <a:gd name="connsiteY63" fmla="*/ 4673892 h 4707593"/>
                <a:gd name="connsiteX64" fmla="*/ 2597512 w 5260975"/>
                <a:gd name="connsiteY64" fmla="*/ 4664099 h 4707593"/>
                <a:gd name="connsiteX65" fmla="*/ 2568324 w 5260975"/>
                <a:gd name="connsiteY65" fmla="*/ 4659490 h 4707593"/>
                <a:gd name="connsiteX66" fmla="*/ 2544704 w 5260975"/>
                <a:gd name="connsiteY66" fmla="*/ 4660162 h 4707593"/>
                <a:gd name="connsiteX67" fmla="*/ 2503225 w 5260975"/>
                <a:gd name="connsiteY67" fmla="*/ 4661026 h 4707593"/>
                <a:gd name="connsiteX68" fmla="*/ 2489975 w 5260975"/>
                <a:gd name="connsiteY68" fmla="*/ 4663235 h 4707593"/>
                <a:gd name="connsiteX69" fmla="*/ 2430061 w 5260975"/>
                <a:gd name="connsiteY69" fmla="*/ 4656897 h 4707593"/>
                <a:gd name="connsiteX70" fmla="*/ 2395880 w 5260975"/>
                <a:gd name="connsiteY70" fmla="*/ 4656417 h 4707593"/>
                <a:gd name="connsiteX71" fmla="*/ 2357378 w 5260975"/>
                <a:gd name="connsiteY71" fmla="*/ 4648544 h 4707593"/>
                <a:gd name="connsiteX72" fmla="*/ 2346145 w 5260975"/>
                <a:gd name="connsiteY72" fmla="*/ 4648928 h 4707593"/>
                <a:gd name="connsiteX73" fmla="*/ 2333567 w 5260975"/>
                <a:gd name="connsiteY73" fmla="*/ 4649600 h 4707593"/>
                <a:gd name="connsiteX74" fmla="*/ 2294968 w 5260975"/>
                <a:gd name="connsiteY74" fmla="*/ 4650177 h 4707593"/>
                <a:gd name="connsiteX75" fmla="*/ 2271540 w 5260975"/>
                <a:gd name="connsiteY75" fmla="*/ 4653057 h 4707593"/>
                <a:gd name="connsiteX76" fmla="*/ 2226895 w 5260975"/>
                <a:gd name="connsiteY76" fmla="*/ 4651329 h 4707593"/>
                <a:gd name="connsiteX77" fmla="*/ 2210379 w 5260975"/>
                <a:gd name="connsiteY77" fmla="*/ 4653825 h 4707593"/>
                <a:gd name="connsiteX78" fmla="*/ 2168613 w 5260975"/>
                <a:gd name="connsiteY78" fmla="*/ 4654113 h 4707593"/>
                <a:gd name="connsiteX79" fmla="*/ 2131167 w 5260975"/>
                <a:gd name="connsiteY79" fmla="*/ 4652673 h 4707593"/>
                <a:gd name="connsiteX80" fmla="*/ 2095065 w 5260975"/>
                <a:gd name="connsiteY80" fmla="*/ 4653441 h 4707593"/>
                <a:gd name="connsiteX81" fmla="*/ 2069237 w 5260975"/>
                <a:gd name="connsiteY81" fmla="*/ 4656609 h 4707593"/>
                <a:gd name="connsiteX82" fmla="*/ 2041201 w 5260975"/>
                <a:gd name="connsiteY82" fmla="*/ 4658529 h 4707593"/>
                <a:gd name="connsiteX83" fmla="*/ 1963909 w 5260975"/>
                <a:gd name="connsiteY83" fmla="*/ 4669955 h 4707593"/>
                <a:gd name="connsiteX84" fmla="*/ 1949603 w 5260975"/>
                <a:gd name="connsiteY84" fmla="*/ 4667171 h 4707593"/>
                <a:gd name="connsiteX85" fmla="*/ 1868373 w 5260975"/>
                <a:gd name="connsiteY85" fmla="*/ 4664578 h 4707593"/>
                <a:gd name="connsiteX86" fmla="*/ 1850707 w 5260975"/>
                <a:gd name="connsiteY86" fmla="*/ 4664771 h 4707593"/>
                <a:gd name="connsiteX87" fmla="*/ 1803275 w 5260975"/>
                <a:gd name="connsiteY87" fmla="*/ 4653441 h 4707593"/>
                <a:gd name="connsiteX88" fmla="*/ 1730112 w 5260975"/>
                <a:gd name="connsiteY88" fmla="*/ 4671396 h 4707593"/>
                <a:gd name="connsiteX89" fmla="*/ 1661652 w 5260975"/>
                <a:gd name="connsiteY89" fmla="*/ 4693863 h 4707593"/>
                <a:gd name="connsiteX90" fmla="*/ 1653011 w 5260975"/>
                <a:gd name="connsiteY90" fmla="*/ 4696744 h 4707593"/>
                <a:gd name="connsiteX91" fmla="*/ 1628431 w 5260975"/>
                <a:gd name="connsiteY91" fmla="*/ 4701641 h 4707593"/>
                <a:gd name="connsiteX92" fmla="*/ 1597995 w 5260975"/>
                <a:gd name="connsiteY92" fmla="*/ 4703369 h 4707593"/>
                <a:gd name="connsiteX93" fmla="*/ 1559396 w 5260975"/>
                <a:gd name="connsiteY93" fmla="*/ 4707593 h 4707593"/>
                <a:gd name="connsiteX94" fmla="*/ 1528480 w 5260975"/>
                <a:gd name="connsiteY94" fmla="*/ 4702312 h 4707593"/>
                <a:gd name="connsiteX95" fmla="*/ 1485272 w 5260975"/>
                <a:gd name="connsiteY95" fmla="*/ 4694439 h 4707593"/>
                <a:gd name="connsiteX96" fmla="*/ 1444562 w 5260975"/>
                <a:gd name="connsiteY96" fmla="*/ 4686950 h 4707593"/>
                <a:gd name="connsiteX97" fmla="*/ 1431696 w 5260975"/>
                <a:gd name="connsiteY97" fmla="*/ 4695783 h 4707593"/>
                <a:gd name="connsiteX98" fmla="*/ 1411821 w 5260975"/>
                <a:gd name="connsiteY98" fmla="*/ 4703464 h 4707593"/>
                <a:gd name="connsiteX99" fmla="*/ 1389738 w 5260975"/>
                <a:gd name="connsiteY99" fmla="*/ 4694247 h 4707593"/>
                <a:gd name="connsiteX100" fmla="*/ 1338081 w 5260975"/>
                <a:gd name="connsiteY100" fmla="*/ 4675141 h 4707593"/>
                <a:gd name="connsiteX101" fmla="*/ 1305436 w 5260975"/>
                <a:gd name="connsiteY101" fmla="*/ 4674276 h 4707593"/>
                <a:gd name="connsiteX102" fmla="*/ 1234481 w 5260975"/>
                <a:gd name="connsiteY102" fmla="*/ 4666115 h 4707593"/>
                <a:gd name="connsiteX103" fmla="*/ 1188106 w 5260975"/>
                <a:gd name="connsiteY103" fmla="*/ 4654497 h 4707593"/>
                <a:gd name="connsiteX104" fmla="*/ 1154790 w 5260975"/>
                <a:gd name="connsiteY104" fmla="*/ 4641343 h 4707593"/>
                <a:gd name="connsiteX105" fmla="*/ 1107069 w 5260975"/>
                <a:gd name="connsiteY105" fmla="*/ 4624156 h 4707593"/>
                <a:gd name="connsiteX106" fmla="*/ 1059158 w 5260975"/>
                <a:gd name="connsiteY106" fmla="*/ 4615227 h 4707593"/>
                <a:gd name="connsiteX107" fmla="*/ 1024496 w 5260975"/>
                <a:gd name="connsiteY107" fmla="*/ 4603993 h 4707593"/>
                <a:gd name="connsiteX108" fmla="*/ 982153 w 5260975"/>
                <a:gd name="connsiteY108" fmla="*/ 4596311 h 4707593"/>
                <a:gd name="connsiteX109" fmla="*/ 946628 w 5260975"/>
                <a:gd name="connsiteY109" fmla="*/ 4596024 h 4707593"/>
                <a:gd name="connsiteX110" fmla="*/ 890939 w 5260975"/>
                <a:gd name="connsiteY110" fmla="*/ 4597368 h 4707593"/>
                <a:gd name="connsiteX111" fmla="*/ 822769 w 5260975"/>
                <a:gd name="connsiteY111" fmla="*/ 4574133 h 4707593"/>
                <a:gd name="connsiteX112" fmla="*/ 795212 w 5260975"/>
                <a:gd name="connsiteY112" fmla="*/ 4568947 h 4707593"/>
                <a:gd name="connsiteX113" fmla="*/ 769288 w 5260975"/>
                <a:gd name="connsiteY113" fmla="*/ 4566547 h 4707593"/>
                <a:gd name="connsiteX114" fmla="*/ 714271 w 5260975"/>
                <a:gd name="connsiteY114" fmla="*/ 4551089 h 4707593"/>
                <a:gd name="connsiteX115" fmla="*/ 691900 w 5260975"/>
                <a:gd name="connsiteY115" fmla="*/ 4545999 h 4707593"/>
                <a:gd name="connsiteX116" fmla="*/ 660598 w 5260975"/>
                <a:gd name="connsiteY116" fmla="*/ 4546096 h 4707593"/>
                <a:gd name="connsiteX117" fmla="*/ 603662 w 5260975"/>
                <a:gd name="connsiteY117" fmla="*/ 4538991 h 4707593"/>
                <a:gd name="connsiteX118" fmla="*/ 546821 w 5260975"/>
                <a:gd name="connsiteY118" fmla="*/ 4518251 h 4707593"/>
                <a:gd name="connsiteX119" fmla="*/ 522721 w 5260975"/>
                <a:gd name="connsiteY119" fmla="*/ 4520267 h 4707593"/>
                <a:gd name="connsiteX120" fmla="*/ 514080 w 5260975"/>
                <a:gd name="connsiteY120" fmla="*/ 4519788 h 4707593"/>
                <a:gd name="connsiteX121" fmla="*/ 436404 w 5260975"/>
                <a:gd name="connsiteY121" fmla="*/ 4508361 h 4707593"/>
                <a:gd name="connsiteX122" fmla="*/ 428626 w 5260975"/>
                <a:gd name="connsiteY122" fmla="*/ 4507114 h 4707593"/>
                <a:gd name="connsiteX123" fmla="*/ 392141 w 5260975"/>
                <a:gd name="connsiteY123" fmla="*/ 4496936 h 4707593"/>
                <a:gd name="connsiteX124" fmla="*/ 300157 w 5260975"/>
                <a:gd name="connsiteY124" fmla="*/ 4490599 h 4707593"/>
                <a:gd name="connsiteX125" fmla="*/ 294493 w 5260975"/>
                <a:gd name="connsiteY125" fmla="*/ 4489831 h 4707593"/>
                <a:gd name="connsiteX126" fmla="*/ 263671 w 5260975"/>
                <a:gd name="connsiteY126" fmla="*/ 4494919 h 4707593"/>
                <a:gd name="connsiteX127" fmla="*/ 248406 w 5260975"/>
                <a:gd name="connsiteY127" fmla="*/ 4502121 h 4707593"/>
                <a:gd name="connsiteX128" fmla="*/ 224594 w 5260975"/>
                <a:gd name="connsiteY128" fmla="*/ 4509610 h 4707593"/>
                <a:gd name="connsiteX129" fmla="*/ 200398 w 5260975"/>
                <a:gd name="connsiteY129" fmla="*/ 4512395 h 4707593"/>
                <a:gd name="connsiteX130" fmla="*/ 159783 w 5260975"/>
                <a:gd name="connsiteY130" fmla="*/ 4501064 h 4707593"/>
                <a:gd name="connsiteX131" fmla="*/ 144997 w 5260975"/>
                <a:gd name="connsiteY131" fmla="*/ 4499912 h 4707593"/>
                <a:gd name="connsiteX132" fmla="*/ 112064 w 5260975"/>
                <a:gd name="connsiteY132" fmla="*/ 4494440 h 4707593"/>
                <a:gd name="connsiteX133" fmla="*/ 83259 w 5260975"/>
                <a:gd name="connsiteY133" fmla="*/ 4494824 h 4707593"/>
                <a:gd name="connsiteX134" fmla="*/ 60120 w 5260975"/>
                <a:gd name="connsiteY134" fmla="*/ 4503561 h 4707593"/>
                <a:gd name="connsiteX135" fmla="*/ 26514 w 5260975"/>
                <a:gd name="connsiteY135" fmla="*/ 4505289 h 4707593"/>
                <a:gd name="connsiteX136" fmla="*/ 4814 w 5260975"/>
                <a:gd name="connsiteY136" fmla="*/ 4498952 h 4707593"/>
                <a:gd name="connsiteX137" fmla="*/ 398 w 5260975"/>
                <a:gd name="connsiteY137" fmla="*/ 4498089 h 4707593"/>
                <a:gd name="connsiteX138" fmla="*/ 0 w 5260975"/>
                <a:gd name="connsiteY138" fmla="*/ 4498087 h 470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260975" h="4707593">
                  <a:moveTo>
                    <a:pt x="0" y="0"/>
                  </a:moveTo>
                  <a:lnTo>
                    <a:pt x="5260975" y="0"/>
                  </a:lnTo>
                  <a:lnTo>
                    <a:pt x="5260975" y="3296937"/>
                  </a:lnTo>
                  <a:lnTo>
                    <a:pt x="5260975" y="3518571"/>
                  </a:lnTo>
                  <a:lnTo>
                    <a:pt x="5226504" y="3534000"/>
                  </a:lnTo>
                  <a:cubicBezTo>
                    <a:pt x="5219783" y="3536785"/>
                    <a:pt x="5212389" y="3538321"/>
                    <a:pt x="5206341" y="3542065"/>
                  </a:cubicBezTo>
                  <a:cubicBezTo>
                    <a:pt x="5178495" y="3559156"/>
                    <a:pt x="5151515" y="3577591"/>
                    <a:pt x="5123287" y="3594010"/>
                  </a:cubicBezTo>
                  <a:cubicBezTo>
                    <a:pt x="5094195" y="3611004"/>
                    <a:pt x="5068175" y="3631071"/>
                    <a:pt x="5048107" y="3658244"/>
                  </a:cubicBezTo>
                  <a:cubicBezTo>
                    <a:pt x="5029480" y="3683496"/>
                    <a:pt x="5011429" y="3709131"/>
                    <a:pt x="4992899" y="3734479"/>
                  </a:cubicBezTo>
                  <a:cubicBezTo>
                    <a:pt x="4988194" y="3740912"/>
                    <a:pt x="4983874" y="3748498"/>
                    <a:pt x="4977440" y="3752627"/>
                  </a:cubicBezTo>
                  <a:cubicBezTo>
                    <a:pt x="4964094" y="3761268"/>
                    <a:pt x="4949500" y="3768277"/>
                    <a:pt x="4935194" y="3775382"/>
                  </a:cubicBezTo>
                  <a:cubicBezTo>
                    <a:pt x="4922903" y="3781431"/>
                    <a:pt x="4909846" y="3785943"/>
                    <a:pt x="4897844" y="3792472"/>
                  </a:cubicBezTo>
                  <a:cubicBezTo>
                    <a:pt x="4888243" y="3797658"/>
                    <a:pt x="4879697" y="3804859"/>
                    <a:pt x="4870767" y="3811388"/>
                  </a:cubicBezTo>
                  <a:cubicBezTo>
                    <a:pt x="4862990" y="3817052"/>
                    <a:pt x="4854445" y="3821949"/>
                    <a:pt x="4847917" y="3828767"/>
                  </a:cubicBezTo>
                  <a:cubicBezTo>
                    <a:pt x="4831977" y="3845281"/>
                    <a:pt x="4815942" y="3861508"/>
                    <a:pt x="4796163" y="3873702"/>
                  </a:cubicBezTo>
                  <a:cubicBezTo>
                    <a:pt x="4776672" y="3885799"/>
                    <a:pt x="4758237" y="3899338"/>
                    <a:pt x="4738843" y="3911628"/>
                  </a:cubicBezTo>
                  <a:cubicBezTo>
                    <a:pt x="4719831" y="3923630"/>
                    <a:pt x="4702645" y="3936783"/>
                    <a:pt x="4692755" y="3958099"/>
                  </a:cubicBezTo>
                  <a:cubicBezTo>
                    <a:pt x="4688339" y="3967508"/>
                    <a:pt x="4682097" y="3977782"/>
                    <a:pt x="4673744" y="3983255"/>
                  </a:cubicBezTo>
                  <a:cubicBezTo>
                    <a:pt x="4661838" y="3991032"/>
                    <a:pt x="4646764" y="3993817"/>
                    <a:pt x="4633801" y="4000442"/>
                  </a:cubicBezTo>
                  <a:cubicBezTo>
                    <a:pt x="4618535" y="4008219"/>
                    <a:pt x="4600869" y="4014940"/>
                    <a:pt x="4590499" y="4027326"/>
                  </a:cubicBezTo>
                  <a:cubicBezTo>
                    <a:pt x="4581281" y="4038368"/>
                    <a:pt x="4571968" y="4047009"/>
                    <a:pt x="4559773" y="4054018"/>
                  </a:cubicBezTo>
                  <a:cubicBezTo>
                    <a:pt x="4551229" y="4058915"/>
                    <a:pt x="4544892" y="4067844"/>
                    <a:pt x="4536059" y="4071877"/>
                  </a:cubicBezTo>
                  <a:cubicBezTo>
                    <a:pt x="4524442" y="4077254"/>
                    <a:pt x="4512727" y="4081479"/>
                    <a:pt x="4502550" y="4089832"/>
                  </a:cubicBezTo>
                  <a:cubicBezTo>
                    <a:pt x="4491987" y="4098473"/>
                    <a:pt x="4479986" y="4105290"/>
                    <a:pt x="4468944" y="4113356"/>
                  </a:cubicBezTo>
                  <a:cubicBezTo>
                    <a:pt x="4463087" y="4117676"/>
                    <a:pt x="4458286" y="4123341"/>
                    <a:pt x="4452623" y="4127854"/>
                  </a:cubicBezTo>
                  <a:cubicBezTo>
                    <a:pt x="4442252" y="4136111"/>
                    <a:pt x="4431690" y="4144176"/>
                    <a:pt x="4421032" y="4151953"/>
                  </a:cubicBezTo>
                  <a:cubicBezTo>
                    <a:pt x="4410375" y="4159731"/>
                    <a:pt x="4400197" y="4168756"/>
                    <a:pt x="4388483" y="4174421"/>
                  </a:cubicBezTo>
                  <a:cubicBezTo>
                    <a:pt x="4368513" y="4184023"/>
                    <a:pt x="4346717" y="4189784"/>
                    <a:pt x="4327321" y="4200153"/>
                  </a:cubicBezTo>
                  <a:cubicBezTo>
                    <a:pt x="4307639" y="4210714"/>
                    <a:pt x="4289107" y="4223965"/>
                    <a:pt x="4271633" y="4237983"/>
                  </a:cubicBezTo>
                  <a:cubicBezTo>
                    <a:pt x="4257807" y="4249025"/>
                    <a:pt x="4244845" y="4259971"/>
                    <a:pt x="4227465" y="4265635"/>
                  </a:cubicBezTo>
                  <a:cubicBezTo>
                    <a:pt x="4217768" y="4268804"/>
                    <a:pt x="4207591" y="4275717"/>
                    <a:pt x="4201733" y="4283783"/>
                  </a:cubicBezTo>
                  <a:cubicBezTo>
                    <a:pt x="4189059" y="4301353"/>
                    <a:pt x="4172833" y="4313739"/>
                    <a:pt x="4154494" y="4324301"/>
                  </a:cubicBezTo>
                  <a:cubicBezTo>
                    <a:pt x="4130010" y="4338511"/>
                    <a:pt x="4105814" y="4353009"/>
                    <a:pt x="4081234" y="4366931"/>
                  </a:cubicBezTo>
                  <a:cubicBezTo>
                    <a:pt x="4066737" y="4375189"/>
                    <a:pt x="4052335" y="4383926"/>
                    <a:pt x="4036971" y="4389975"/>
                  </a:cubicBezTo>
                  <a:cubicBezTo>
                    <a:pt x="4005575" y="4402457"/>
                    <a:pt x="3973410" y="4413114"/>
                    <a:pt x="3941725" y="4424733"/>
                  </a:cubicBezTo>
                  <a:cubicBezTo>
                    <a:pt x="3931355" y="4428477"/>
                    <a:pt x="3921561" y="4433854"/>
                    <a:pt x="3910999" y="4437119"/>
                  </a:cubicBezTo>
                  <a:cubicBezTo>
                    <a:pt x="3899573" y="4440671"/>
                    <a:pt x="3887285" y="4441727"/>
                    <a:pt x="3875859" y="4445280"/>
                  </a:cubicBezTo>
                  <a:cubicBezTo>
                    <a:pt x="3856847" y="4451136"/>
                    <a:pt x="3838412" y="4458626"/>
                    <a:pt x="3819401" y="4464579"/>
                  </a:cubicBezTo>
                  <a:cubicBezTo>
                    <a:pt x="3782723" y="4476005"/>
                    <a:pt x="3745949" y="4486951"/>
                    <a:pt x="3709176" y="4497800"/>
                  </a:cubicBezTo>
                  <a:cubicBezTo>
                    <a:pt x="3701303" y="4500105"/>
                    <a:pt x="3692757" y="4500393"/>
                    <a:pt x="3684981" y="4502889"/>
                  </a:cubicBezTo>
                  <a:cubicBezTo>
                    <a:pt x="3664337" y="4509610"/>
                    <a:pt x="3643789" y="4516907"/>
                    <a:pt x="3623338" y="4524300"/>
                  </a:cubicBezTo>
                  <a:cubicBezTo>
                    <a:pt x="3610953" y="4528813"/>
                    <a:pt x="3598854" y="4534382"/>
                    <a:pt x="3586373" y="4538702"/>
                  </a:cubicBezTo>
                  <a:cubicBezTo>
                    <a:pt x="3576387" y="4542159"/>
                    <a:pt x="3566113" y="4544847"/>
                    <a:pt x="3555743" y="4546960"/>
                  </a:cubicBezTo>
                  <a:cubicBezTo>
                    <a:pt x="3546814" y="4548785"/>
                    <a:pt x="3537501" y="4548592"/>
                    <a:pt x="3528667" y="4550801"/>
                  </a:cubicBezTo>
                  <a:cubicBezTo>
                    <a:pt x="3504759" y="4556753"/>
                    <a:pt x="3481140" y="4563475"/>
                    <a:pt x="3457424" y="4569811"/>
                  </a:cubicBezTo>
                  <a:cubicBezTo>
                    <a:pt x="3447919" y="4572308"/>
                    <a:pt x="3438221" y="4574133"/>
                    <a:pt x="3429003" y="4577301"/>
                  </a:cubicBezTo>
                  <a:cubicBezTo>
                    <a:pt x="3404327" y="4585654"/>
                    <a:pt x="3380036" y="4595159"/>
                    <a:pt x="3355264" y="4603033"/>
                  </a:cubicBezTo>
                  <a:cubicBezTo>
                    <a:pt x="3334717" y="4609562"/>
                    <a:pt x="3313593" y="4614266"/>
                    <a:pt x="3292757" y="4620027"/>
                  </a:cubicBezTo>
                  <a:cubicBezTo>
                    <a:pt x="3283924" y="4622524"/>
                    <a:pt x="3275475" y="4626077"/>
                    <a:pt x="3266643" y="4628188"/>
                  </a:cubicBezTo>
                  <a:cubicBezTo>
                    <a:pt x="3246863" y="4632990"/>
                    <a:pt x="3226796" y="4637022"/>
                    <a:pt x="3206921" y="4641823"/>
                  </a:cubicBezTo>
                  <a:cubicBezTo>
                    <a:pt x="3195590" y="4644607"/>
                    <a:pt x="3184645" y="4649600"/>
                    <a:pt x="3173123" y="4651425"/>
                  </a:cubicBezTo>
                  <a:cubicBezTo>
                    <a:pt x="3145759" y="4655745"/>
                    <a:pt x="3118203" y="4658817"/>
                    <a:pt x="3090646" y="4662274"/>
                  </a:cubicBezTo>
                  <a:cubicBezTo>
                    <a:pt x="3062227" y="4665826"/>
                    <a:pt x="3033902" y="4669571"/>
                    <a:pt x="3005480" y="4672739"/>
                  </a:cubicBezTo>
                  <a:cubicBezTo>
                    <a:pt x="2989926" y="4674372"/>
                    <a:pt x="2974275" y="4674660"/>
                    <a:pt x="2958721" y="4676196"/>
                  </a:cubicBezTo>
                  <a:cubicBezTo>
                    <a:pt x="2945087" y="4677541"/>
                    <a:pt x="2931549" y="4680037"/>
                    <a:pt x="2917915" y="4681670"/>
                  </a:cubicBezTo>
                  <a:cubicBezTo>
                    <a:pt x="2906105" y="4683013"/>
                    <a:pt x="2894199" y="4683781"/>
                    <a:pt x="2882389" y="4685126"/>
                  </a:cubicBezTo>
                  <a:cubicBezTo>
                    <a:pt x="2863475" y="4687334"/>
                    <a:pt x="2844655" y="4689831"/>
                    <a:pt x="2825837" y="4692135"/>
                  </a:cubicBezTo>
                  <a:cubicBezTo>
                    <a:pt x="2817964" y="4692999"/>
                    <a:pt x="2809706" y="4695399"/>
                    <a:pt x="2802313" y="4693960"/>
                  </a:cubicBezTo>
                  <a:cubicBezTo>
                    <a:pt x="2783686" y="4690310"/>
                    <a:pt x="2765347" y="4691367"/>
                    <a:pt x="2746816" y="4693863"/>
                  </a:cubicBezTo>
                  <a:cubicBezTo>
                    <a:pt x="2740479" y="4694728"/>
                    <a:pt x="2733662" y="4694535"/>
                    <a:pt x="2727517" y="4692903"/>
                  </a:cubicBezTo>
                  <a:cubicBezTo>
                    <a:pt x="2714939" y="4689638"/>
                    <a:pt x="2702745" y="4685029"/>
                    <a:pt x="2690359" y="4680997"/>
                  </a:cubicBezTo>
                  <a:cubicBezTo>
                    <a:pt x="2689014" y="4680517"/>
                    <a:pt x="2687382" y="4680421"/>
                    <a:pt x="2685943" y="4680133"/>
                  </a:cubicBezTo>
                  <a:cubicBezTo>
                    <a:pt x="2677781" y="4678500"/>
                    <a:pt x="2669717" y="4676868"/>
                    <a:pt x="2661554" y="4675428"/>
                  </a:cubicBezTo>
                  <a:cubicBezTo>
                    <a:pt x="2657138" y="4674660"/>
                    <a:pt x="2652625" y="4674564"/>
                    <a:pt x="2648208" y="4673892"/>
                  </a:cubicBezTo>
                  <a:cubicBezTo>
                    <a:pt x="2631118" y="4671203"/>
                    <a:pt x="2612299" y="4675716"/>
                    <a:pt x="2597512" y="4664099"/>
                  </a:cubicBezTo>
                  <a:cubicBezTo>
                    <a:pt x="2587911" y="4656609"/>
                    <a:pt x="2578597" y="4658338"/>
                    <a:pt x="2568324" y="4659490"/>
                  </a:cubicBezTo>
                  <a:cubicBezTo>
                    <a:pt x="2560547" y="4660354"/>
                    <a:pt x="2552577" y="4660065"/>
                    <a:pt x="2544704" y="4660162"/>
                  </a:cubicBezTo>
                  <a:cubicBezTo>
                    <a:pt x="2530878" y="4660449"/>
                    <a:pt x="2517052" y="4660546"/>
                    <a:pt x="2503225" y="4661026"/>
                  </a:cubicBezTo>
                  <a:cubicBezTo>
                    <a:pt x="2498808" y="4661218"/>
                    <a:pt x="2494297" y="4663619"/>
                    <a:pt x="2489975" y="4663235"/>
                  </a:cubicBezTo>
                  <a:cubicBezTo>
                    <a:pt x="2470004" y="4661410"/>
                    <a:pt x="2450033" y="4658529"/>
                    <a:pt x="2430061" y="4656897"/>
                  </a:cubicBezTo>
                  <a:cubicBezTo>
                    <a:pt x="2418732" y="4655938"/>
                    <a:pt x="2407114" y="4657761"/>
                    <a:pt x="2395880" y="4656417"/>
                  </a:cubicBezTo>
                  <a:cubicBezTo>
                    <a:pt x="2382919" y="4654881"/>
                    <a:pt x="2370245" y="4650945"/>
                    <a:pt x="2357378" y="4648544"/>
                  </a:cubicBezTo>
                  <a:cubicBezTo>
                    <a:pt x="2353826" y="4647872"/>
                    <a:pt x="2349889" y="4648736"/>
                    <a:pt x="2346145" y="4648928"/>
                  </a:cubicBezTo>
                  <a:cubicBezTo>
                    <a:pt x="2341920" y="4649120"/>
                    <a:pt x="2337791" y="4649504"/>
                    <a:pt x="2333567" y="4649600"/>
                  </a:cubicBezTo>
                  <a:cubicBezTo>
                    <a:pt x="2320700" y="4649793"/>
                    <a:pt x="2307835" y="4649504"/>
                    <a:pt x="2294968" y="4650177"/>
                  </a:cubicBezTo>
                  <a:cubicBezTo>
                    <a:pt x="2287095" y="4650561"/>
                    <a:pt x="2278839" y="4654497"/>
                    <a:pt x="2271540" y="4653057"/>
                  </a:cubicBezTo>
                  <a:cubicBezTo>
                    <a:pt x="2256659" y="4650272"/>
                    <a:pt x="2241776" y="4656513"/>
                    <a:pt x="2226895" y="4651329"/>
                  </a:cubicBezTo>
                  <a:cubicBezTo>
                    <a:pt x="2222285" y="4649793"/>
                    <a:pt x="2215948" y="4653633"/>
                    <a:pt x="2210379" y="4653825"/>
                  </a:cubicBezTo>
                  <a:cubicBezTo>
                    <a:pt x="2196457" y="4654305"/>
                    <a:pt x="2182535" y="4654209"/>
                    <a:pt x="2168613" y="4654113"/>
                  </a:cubicBezTo>
                  <a:cubicBezTo>
                    <a:pt x="2156131" y="4654017"/>
                    <a:pt x="2143168" y="4655361"/>
                    <a:pt x="2131167" y="4652673"/>
                  </a:cubicBezTo>
                  <a:cubicBezTo>
                    <a:pt x="2118588" y="4649793"/>
                    <a:pt x="2107259" y="4650177"/>
                    <a:pt x="2095065" y="4653441"/>
                  </a:cubicBezTo>
                  <a:cubicBezTo>
                    <a:pt x="2086711" y="4655649"/>
                    <a:pt x="2077878" y="4655938"/>
                    <a:pt x="2069237" y="4656609"/>
                  </a:cubicBezTo>
                  <a:cubicBezTo>
                    <a:pt x="2059924" y="4657377"/>
                    <a:pt x="2049650" y="4655361"/>
                    <a:pt x="2041201" y="4658529"/>
                  </a:cubicBezTo>
                  <a:cubicBezTo>
                    <a:pt x="2016044" y="4667939"/>
                    <a:pt x="1990216" y="4669955"/>
                    <a:pt x="1963909" y="4669955"/>
                  </a:cubicBezTo>
                  <a:cubicBezTo>
                    <a:pt x="1959107" y="4669955"/>
                    <a:pt x="1954210" y="4668612"/>
                    <a:pt x="1949603" y="4667171"/>
                  </a:cubicBezTo>
                  <a:cubicBezTo>
                    <a:pt x="1922717" y="4658529"/>
                    <a:pt x="1895737" y="4659297"/>
                    <a:pt x="1868373" y="4664578"/>
                  </a:cubicBezTo>
                  <a:cubicBezTo>
                    <a:pt x="1862708" y="4665731"/>
                    <a:pt x="1856372" y="4665923"/>
                    <a:pt x="1850707" y="4664771"/>
                  </a:cubicBezTo>
                  <a:cubicBezTo>
                    <a:pt x="1834768" y="4661410"/>
                    <a:pt x="1819309" y="4655841"/>
                    <a:pt x="1803275" y="4653441"/>
                  </a:cubicBezTo>
                  <a:cubicBezTo>
                    <a:pt x="1776775" y="4649504"/>
                    <a:pt x="1753828" y="4662754"/>
                    <a:pt x="1730112" y="4671396"/>
                  </a:cubicBezTo>
                  <a:cubicBezTo>
                    <a:pt x="1707548" y="4679557"/>
                    <a:pt x="1688345" y="4697992"/>
                    <a:pt x="1661652" y="4693863"/>
                  </a:cubicBezTo>
                  <a:cubicBezTo>
                    <a:pt x="1658965" y="4693479"/>
                    <a:pt x="1655988" y="4696071"/>
                    <a:pt x="1653011" y="4696744"/>
                  </a:cubicBezTo>
                  <a:cubicBezTo>
                    <a:pt x="1644850" y="4698568"/>
                    <a:pt x="1636689" y="4700776"/>
                    <a:pt x="1628431" y="4701641"/>
                  </a:cubicBezTo>
                  <a:cubicBezTo>
                    <a:pt x="1618350" y="4702793"/>
                    <a:pt x="1608076" y="4702409"/>
                    <a:pt x="1597995" y="4703369"/>
                  </a:cubicBezTo>
                  <a:cubicBezTo>
                    <a:pt x="1585032" y="4704521"/>
                    <a:pt x="1572263" y="4707593"/>
                    <a:pt x="1559396" y="4707593"/>
                  </a:cubicBezTo>
                  <a:cubicBezTo>
                    <a:pt x="1549026" y="4707593"/>
                    <a:pt x="1538753" y="4704041"/>
                    <a:pt x="1528480" y="4702312"/>
                  </a:cubicBezTo>
                  <a:cubicBezTo>
                    <a:pt x="1513981" y="4699912"/>
                    <a:pt x="1498042" y="4700584"/>
                    <a:pt x="1485272" y="4694439"/>
                  </a:cubicBezTo>
                  <a:cubicBezTo>
                    <a:pt x="1471639" y="4687910"/>
                    <a:pt x="1458676" y="4684934"/>
                    <a:pt x="1444562" y="4686950"/>
                  </a:cubicBezTo>
                  <a:cubicBezTo>
                    <a:pt x="1439857" y="4687622"/>
                    <a:pt x="1433808" y="4691655"/>
                    <a:pt x="1431696" y="4695783"/>
                  </a:cubicBezTo>
                  <a:cubicBezTo>
                    <a:pt x="1426991" y="4705001"/>
                    <a:pt x="1420559" y="4706634"/>
                    <a:pt x="1411821" y="4703464"/>
                  </a:cubicBezTo>
                  <a:cubicBezTo>
                    <a:pt x="1404236" y="4700776"/>
                    <a:pt x="1394922" y="4699432"/>
                    <a:pt x="1389738" y="4694247"/>
                  </a:cubicBezTo>
                  <a:cubicBezTo>
                    <a:pt x="1375047" y="4679557"/>
                    <a:pt x="1356324" y="4679077"/>
                    <a:pt x="1338081" y="4675141"/>
                  </a:cubicBezTo>
                  <a:cubicBezTo>
                    <a:pt x="1326945" y="4672739"/>
                    <a:pt x="1316574" y="4672644"/>
                    <a:pt x="1305436" y="4674276"/>
                  </a:cubicBezTo>
                  <a:cubicBezTo>
                    <a:pt x="1281241" y="4677925"/>
                    <a:pt x="1257717" y="4672739"/>
                    <a:pt x="1234481" y="4666115"/>
                  </a:cubicBezTo>
                  <a:cubicBezTo>
                    <a:pt x="1219118" y="4661698"/>
                    <a:pt x="1203372" y="4659010"/>
                    <a:pt x="1188106" y="4654497"/>
                  </a:cubicBezTo>
                  <a:cubicBezTo>
                    <a:pt x="1176680" y="4651041"/>
                    <a:pt x="1165255" y="4646912"/>
                    <a:pt x="1154790" y="4641343"/>
                  </a:cubicBezTo>
                  <a:cubicBezTo>
                    <a:pt x="1139618" y="4633181"/>
                    <a:pt x="1126369" y="4620891"/>
                    <a:pt x="1107069" y="4624156"/>
                  </a:cubicBezTo>
                  <a:cubicBezTo>
                    <a:pt x="1090074" y="4627036"/>
                    <a:pt x="1074713" y="4620988"/>
                    <a:pt x="1059158" y="4615227"/>
                  </a:cubicBezTo>
                  <a:cubicBezTo>
                    <a:pt x="1047732" y="4611002"/>
                    <a:pt x="1036308" y="4606681"/>
                    <a:pt x="1024496" y="4603993"/>
                  </a:cubicBezTo>
                  <a:cubicBezTo>
                    <a:pt x="1010478" y="4600824"/>
                    <a:pt x="994635" y="4602169"/>
                    <a:pt x="982153" y="4596311"/>
                  </a:cubicBezTo>
                  <a:cubicBezTo>
                    <a:pt x="969095" y="4590166"/>
                    <a:pt x="958246" y="4594295"/>
                    <a:pt x="946628" y="4596024"/>
                  </a:cubicBezTo>
                  <a:cubicBezTo>
                    <a:pt x="928097" y="4598712"/>
                    <a:pt x="909661" y="4603705"/>
                    <a:pt x="890939" y="4597368"/>
                  </a:cubicBezTo>
                  <a:cubicBezTo>
                    <a:pt x="868184" y="4589687"/>
                    <a:pt x="845620" y="4581430"/>
                    <a:pt x="822769" y="4574133"/>
                  </a:cubicBezTo>
                  <a:cubicBezTo>
                    <a:pt x="813934" y="4571347"/>
                    <a:pt x="804431" y="4570195"/>
                    <a:pt x="795212" y="4568947"/>
                  </a:cubicBezTo>
                  <a:cubicBezTo>
                    <a:pt x="786476" y="4567891"/>
                    <a:pt x="776010" y="4570579"/>
                    <a:pt x="769288" y="4566547"/>
                  </a:cubicBezTo>
                  <a:cubicBezTo>
                    <a:pt x="752005" y="4556178"/>
                    <a:pt x="734243" y="4551089"/>
                    <a:pt x="714271" y="4551089"/>
                  </a:cubicBezTo>
                  <a:cubicBezTo>
                    <a:pt x="706781" y="4551089"/>
                    <a:pt x="699484" y="4546768"/>
                    <a:pt x="691900" y="4545999"/>
                  </a:cubicBezTo>
                  <a:cubicBezTo>
                    <a:pt x="681529" y="4545040"/>
                    <a:pt x="669623" y="4542447"/>
                    <a:pt x="660598" y="4546096"/>
                  </a:cubicBezTo>
                  <a:cubicBezTo>
                    <a:pt x="639379" y="4554737"/>
                    <a:pt x="622193" y="4547536"/>
                    <a:pt x="603662" y="4538991"/>
                  </a:cubicBezTo>
                  <a:cubicBezTo>
                    <a:pt x="585418" y="4530541"/>
                    <a:pt x="566215" y="4523821"/>
                    <a:pt x="546821" y="4518251"/>
                  </a:cubicBezTo>
                  <a:cubicBezTo>
                    <a:pt x="539524" y="4516235"/>
                    <a:pt x="530787" y="4519596"/>
                    <a:pt x="522721" y="4520267"/>
                  </a:cubicBezTo>
                  <a:cubicBezTo>
                    <a:pt x="519840" y="4520460"/>
                    <a:pt x="516671" y="4520748"/>
                    <a:pt x="514080" y="4519788"/>
                  </a:cubicBezTo>
                  <a:cubicBezTo>
                    <a:pt x="489020" y="4510570"/>
                    <a:pt x="463575" y="4503561"/>
                    <a:pt x="436404" y="4508361"/>
                  </a:cubicBezTo>
                  <a:cubicBezTo>
                    <a:pt x="433908" y="4508842"/>
                    <a:pt x="431123" y="4507786"/>
                    <a:pt x="428626" y="4507114"/>
                  </a:cubicBezTo>
                  <a:cubicBezTo>
                    <a:pt x="416432" y="4503657"/>
                    <a:pt x="404526" y="4498184"/>
                    <a:pt x="392141" y="4496936"/>
                  </a:cubicBezTo>
                  <a:cubicBezTo>
                    <a:pt x="361608" y="4493864"/>
                    <a:pt x="330884" y="4492615"/>
                    <a:pt x="300157" y="4490599"/>
                  </a:cubicBezTo>
                  <a:cubicBezTo>
                    <a:pt x="298237" y="4490503"/>
                    <a:pt x="296221" y="4490503"/>
                    <a:pt x="294493" y="4489831"/>
                  </a:cubicBezTo>
                  <a:cubicBezTo>
                    <a:pt x="283163" y="4485702"/>
                    <a:pt x="273274" y="4487047"/>
                    <a:pt x="263671" y="4494919"/>
                  </a:cubicBezTo>
                  <a:cubicBezTo>
                    <a:pt x="259447" y="4498376"/>
                    <a:pt x="253686" y="4500200"/>
                    <a:pt x="248406" y="4502121"/>
                  </a:cubicBezTo>
                  <a:cubicBezTo>
                    <a:pt x="240628" y="4505002"/>
                    <a:pt x="232659" y="4507786"/>
                    <a:pt x="224594" y="4509610"/>
                  </a:cubicBezTo>
                  <a:cubicBezTo>
                    <a:pt x="216624" y="4511338"/>
                    <a:pt x="208079" y="4513738"/>
                    <a:pt x="200398" y="4512395"/>
                  </a:cubicBezTo>
                  <a:cubicBezTo>
                    <a:pt x="186572" y="4509994"/>
                    <a:pt x="173417" y="4504618"/>
                    <a:pt x="159783" y="4501064"/>
                  </a:cubicBezTo>
                  <a:cubicBezTo>
                    <a:pt x="155079" y="4499816"/>
                    <a:pt x="149893" y="4500009"/>
                    <a:pt x="144997" y="4499912"/>
                  </a:cubicBezTo>
                  <a:cubicBezTo>
                    <a:pt x="133763" y="4499625"/>
                    <a:pt x="122241" y="4502409"/>
                    <a:pt x="112064" y="4494440"/>
                  </a:cubicBezTo>
                  <a:cubicBezTo>
                    <a:pt x="102655" y="4486951"/>
                    <a:pt x="93148" y="4489158"/>
                    <a:pt x="83259" y="4494824"/>
                  </a:cubicBezTo>
                  <a:cubicBezTo>
                    <a:pt x="76154" y="4498857"/>
                    <a:pt x="68090" y="4502025"/>
                    <a:pt x="60120" y="4503561"/>
                  </a:cubicBezTo>
                  <a:cubicBezTo>
                    <a:pt x="49174" y="4505673"/>
                    <a:pt x="38324" y="4506538"/>
                    <a:pt x="26514" y="4505289"/>
                  </a:cubicBezTo>
                  <a:cubicBezTo>
                    <a:pt x="18161" y="4504425"/>
                    <a:pt x="11343" y="4504041"/>
                    <a:pt x="4814" y="4498952"/>
                  </a:cubicBezTo>
                  <a:cubicBezTo>
                    <a:pt x="3759" y="4498184"/>
                    <a:pt x="1839" y="4497992"/>
                    <a:pt x="398" y="4498089"/>
                  </a:cubicBezTo>
                  <a:lnTo>
                    <a:pt x="0" y="4498087"/>
                  </a:lnTo>
                  <a:close/>
                </a:path>
              </a:pathLst>
            </a:custGeom>
            <a:solidFill>
              <a:schemeClr val="tx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alpha val="14000"/>
                  </a:schemeClr>
                </a:solidFill>
              </a:endParaRPr>
            </a:p>
          </p:txBody>
        </p:sp>
        <p:sp>
          <p:nvSpPr>
            <p:cNvPr id="44" name="Freeform: Shape 36">
              <a:extLst>
                <a:ext uri="{FF2B5EF4-FFF2-40B4-BE49-F238E27FC236}">
                  <a16:creationId xmlns:a16="http://schemas.microsoft.com/office/drawing/2014/main" id="{EE5154B2-BEF9-4C08-B6B1-9DED9F17C4B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7089" y="1498602"/>
              <a:ext cx="4403345" cy="3940174"/>
            </a:xfrm>
            <a:custGeom>
              <a:avLst/>
              <a:gdLst>
                <a:gd name="connsiteX0" fmla="*/ 0 w 5260975"/>
                <a:gd name="connsiteY0" fmla="*/ 0 h 4707593"/>
                <a:gd name="connsiteX1" fmla="*/ 5260975 w 5260975"/>
                <a:gd name="connsiteY1" fmla="*/ 0 h 4707593"/>
                <a:gd name="connsiteX2" fmla="*/ 5260975 w 5260975"/>
                <a:gd name="connsiteY2" fmla="*/ 3296937 h 4707593"/>
                <a:gd name="connsiteX3" fmla="*/ 5260975 w 5260975"/>
                <a:gd name="connsiteY3" fmla="*/ 3518571 h 4707593"/>
                <a:gd name="connsiteX4" fmla="*/ 5226504 w 5260975"/>
                <a:gd name="connsiteY4" fmla="*/ 3534000 h 4707593"/>
                <a:gd name="connsiteX5" fmla="*/ 5206341 w 5260975"/>
                <a:gd name="connsiteY5" fmla="*/ 3542065 h 4707593"/>
                <a:gd name="connsiteX6" fmla="*/ 5123287 w 5260975"/>
                <a:gd name="connsiteY6" fmla="*/ 3594010 h 4707593"/>
                <a:gd name="connsiteX7" fmla="*/ 5048107 w 5260975"/>
                <a:gd name="connsiteY7" fmla="*/ 3658244 h 4707593"/>
                <a:gd name="connsiteX8" fmla="*/ 4992899 w 5260975"/>
                <a:gd name="connsiteY8" fmla="*/ 3734479 h 4707593"/>
                <a:gd name="connsiteX9" fmla="*/ 4977440 w 5260975"/>
                <a:gd name="connsiteY9" fmla="*/ 3752627 h 4707593"/>
                <a:gd name="connsiteX10" fmla="*/ 4935194 w 5260975"/>
                <a:gd name="connsiteY10" fmla="*/ 3775382 h 4707593"/>
                <a:gd name="connsiteX11" fmla="*/ 4897844 w 5260975"/>
                <a:gd name="connsiteY11" fmla="*/ 3792472 h 4707593"/>
                <a:gd name="connsiteX12" fmla="*/ 4870767 w 5260975"/>
                <a:gd name="connsiteY12" fmla="*/ 3811388 h 4707593"/>
                <a:gd name="connsiteX13" fmla="*/ 4847917 w 5260975"/>
                <a:gd name="connsiteY13" fmla="*/ 3828767 h 4707593"/>
                <a:gd name="connsiteX14" fmla="*/ 4796163 w 5260975"/>
                <a:gd name="connsiteY14" fmla="*/ 3873702 h 4707593"/>
                <a:gd name="connsiteX15" fmla="*/ 4738843 w 5260975"/>
                <a:gd name="connsiteY15" fmla="*/ 3911628 h 4707593"/>
                <a:gd name="connsiteX16" fmla="*/ 4692755 w 5260975"/>
                <a:gd name="connsiteY16" fmla="*/ 3958099 h 4707593"/>
                <a:gd name="connsiteX17" fmla="*/ 4673744 w 5260975"/>
                <a:gd name="connsiteY17" fmla="*/ 3983255 h 4707593"/>
                <a:gd name="connsiteX18" fmla="*/ 4633801 w 5260975"/>
                <a:gd name="connsiteY18" fmla="*/ 4000442 h 4707593"/>
                <a:gd name="connsiteX19" fmla="*/ 4590499 w 5260975"/>
                <a:gd name="connsiteY19" fmla="*/ 4027326 h 4707593"/>
                <a:gd name="connsiteX20" fmla="*/ 4559773 w 5260975"/>
                <a:gd name="connsiteY20" fmla="*/ 4054018 h 4707593"/>
                <a:gd name="connsiteX21" fmla="*/ 4536059 w 5260975"/>
                <a:gd name="connsiteY21" fmla="*/ 4071877 h 4707593"/>
                <a:gd name="connsiteX22" fmla="*/ 4502550 w 5260975"/>
                <a:gd name="connsiteY22" fmla="*/ 4089832 h 4707593"/>
                <a:gd name="connsiteX23" fmla="*/ 4468944 w 5260975"/>
                <a:gd name="connsiteY23" fmla="*/ 4113356 h 4707593"/>
                <a:gd name="connsiteX24" fmla="*/ 4452623 w 5260975"/>
                <a:gd name="connsiteY24" fmla="*/ 4127854 h 4707593"/>
                <a:gd name="connsiteX25" fmla="*/ 4421032 w 5260975"/>
                <a:gd name="connsiteY25" fmla="*/ 4151953 h 4707593"/>
                <a:gd name="connsiteX26" fmla="*/ 4388483 w 5260975"/>
                <a:gd name="connsiteY26" fmla="*/ 4174421 h 4707593"/>
                <a:gd name="connsiteX27" fmla="*/ 4327321 w 5260975"/>
                <a:gd name="connsiteY27" fmla="*/ 4200153 h 4707593"/>
                <a:gd name="connsiteX28" fmla="*/ 4271633 w 5260975"/>
                <a:gd name="connsiteY28" fmla="*/ 4237983 h 4707593"/>
                <a:gd name="connsiteX29" fmla="*/ 4227465 w 5260975"/>
                <a:gd name="connsiteY29" fmla="*/ 4265635 h 4707593"/>
                <a:gd name="connsiteX30" fmla="*/ 4201733 w 5260975"/>
                <a:gd name="connsiteY30" fmla="*/ 4283783 h 4707593"/>
                <a:gd name="connsiteX31" fmla="*/ 4154494 w 5260975"/>
                <a:gd name="connsiteY31" fmla="*/ 4324301 h 4707593"/>
                <a:gd name="connsiteX32" fmla="*/ 4081234 w 5260975"/>
                <a:gd name="connsiteY32" fmla="*/ 4366931 h 4707593"/>
                <a:gd name="connsiteX33" fmla="*/ 4036971 w 5260975"/>
                <a:gd name="connsiteY33" fmla="*/ 4389975 h 4707593"/>
                <a:gd name="connsiteX34" fmla="*/ 3941725 w 5260975"/>
                <a:gd name="connsiteY34" fmla="*/ 4424733 h 4707593"/>
                <a:gd name="connsiteX35" fmla="*/ 3910999 w 5260975"/>
                <a:gd name="connsiteY35" fmla="*/ 4437119 h 4707593"/>
                <a:gd name="connsiteX36" fmla="*/ 3875859 w 5260975"/>
                <a:gd name="connsiteY36" fmla="*/ 4445280 h 4707593"/>
                <a:gd name="connsiteX37" fmla="*/ 3819401 w 5260975"/>
                <a:gd name="connsiteY37" fmla="*/ 4464579 h 4707593"/>
                <a:gd name="connsiteX38" fmla="*/ 3709176 w 5260975"/>
                <a:gd name="connsiteY38" fmla="*/ 4497800 h 4707593"/>
                <a:gd name="connsiteX39" fmla="*/ 3684981 w 5260975"/>
                <a:gd name="connsiteY39" fmla="*/ 4502889 h 4707593"/>
                <a:gd name="connsiteX40" fmla="*/ 3623338 w 5260975"/>
                <a:gd name="connsiteY40" fmla="*/ 4524300 h 4707593"/>
                <a:gd name="connsiteX41" fmla="*/ 3586373 w 5260975"/>
                <a:gd name="connsiteY41" fmla="*/ 4538702 h 4707593"/>
                <a:gd name="connsiteX42" fmla="*/ 3555743 w 5260975"/>
                <a:gd name="connsiteY42" fmla="*/ 4546960 h 4707593"/>
                <a:gd name="connsiteX43" fmla="*/ 3528667 w 5260975"/>
                <a:gd name="connsiteY43" fmla="*/ 4550801 h 4707593"/>
                <a:gd name="connsiteX44" fmla="*/ 3457424 w 5260975"/>
                <a:gd name="connsiteY44" fmla="*/ 4569811 h 4707593"/>
                <a:gd name="connsiteX45" fmla="*/ 3429003 w 5260975"/>
                <a:gd name="connsiteY45" fmla="*/ 4577301 h 4707593"/>
                <a:gd name="connsiteX46" fmla="*/ 3355264 w 5260975"/>
                <a:gd name="connsiteY46" fmla="*/ 4603033 h 4707593"/>
                <a:gd name="connsiteX47" fmla="*/ 3292757 w 5260975"/>
                <a:gd name="connsiteY47" fmla="*/ 4620027 h 4707593"/>
                <a:gd name="connsiteX48" fmla="*/ 3266643 w 5260975"/>
                <a:gd name="connsiteY48" fmla="*/ 4628188 h 4707593"/>
                <a:gd name="connsiteX49" fmla="*/ 3206921 w 5260975"/>
                <a:gd name="connsiteY49" fmla="*/ 4641823 h 4707593"/>
                <a:gd name="connsiteX50" fmla="*/ 3173123 w 5260975"/>
                <a:gd name="connsiteY50" fmla="*/ 4651425 h 4707593"/>
                <a:gd name="connsiteX51" fmla="*/ 3090646 w 5260975"/>
                <a:gd name="connsiteY51" fmla="*/ 4662274 h 4707593"/>
                <a:gd name="connsiteX52" fmla="*/ 3005480 w 5260975"/>
                <a:gd name="connsiteY52" fmla="*/ 4672739 h 4707593"/>
                <a:gd name="connsiteX53" fmla="*/ 2958721 w 5260975"/>
                <a:gd name="connsiteY53" fmla="*/ 4676196 h 4707593"/>
                <a:gd name="connsiteX54" fmla="*/ 2917915 w 5260975"/>
                <a:gd name="connsiteY54" fmla="*/ 4681670 h 4707593"/>
                <a:gd name="connsiteX55" fmla="*/ 2882389 w 5260975"/>
                <a:gd name="connsiteY55" fmla="*/ 4685126 h 4707593"/>
                <a:gd name="connsiteX56" fmla="*/ 2825837 w 5260975"/>
                <a:gd name="connsiteY56" fmla="*/ 4692135 h 4707593"/>
                <a:gd name="connsiteX57" fmla="*/ 2802313 w 5260975"/>
                <a:gd name="connsiteY57" fmla="*/ 4693960 h 4707593"/>
                <a:gd name="connsiteX58" fmla="*/ 2746816 w 5260975"/>
                <a:gd name="connsiteY58" fmla="*/ 4693863 h 4707593"/>
                <a:gd name="connsiteX59" fmla="*/ 2727517 w 5260975"/>
                <a:gd name="connsiteY59" fmla="*/ 4692903 h 4707593"/>
                <a:gd name="connsiteX60" fmla="*/ 2690359 w 5260975"/>
                <a:gd name="connsiteY60" fmla="*/ 4680997 h 4707593"/>
                <a:gd name="connsiteX61" fmla="*/ 2685943 w 5260975"/>
                <a:gd name="connsiteY61" fmla="*/ 4680133 h 4707593"/>
                <a:gd name="connsiteX62" fmla="*/ 2661554 w 5260975"/>
                <a:gd name="connsiteY62" fmla="*/ 4675428 h 4707593"/>
                <a:gd name="connsiteX63" fmla="*/ 2648208 w 5260975"/>
                <a:gd name="connsiteY63" fmla="*/ 4673892 h 4707593"/>
                <a:gd name="connsiteX64" fmla="*/ 2597512 w 5260975"/>
                <a:gd name="connsiteY64" fmla="*/ 4664099 h 4707593"/>
                <a:gd name="connsiteX65" fmla="*/ 2568324 w 5260975"/>
                <a:gd name="connsiteY65" fmla="*/ 4659490 h 4707593"/>
                <a:gd name="connsiteX66" fmla="*/ 2544704 w 5260975"/>
                <a:gd name="connsiteY66" fmla="*/ 4660162 h 4707593"/>
                <a:gd name="connsiteX67" fmla="*/ 2503225 w 5260975"/>
                <a:gd name="connsiteY67" fmla="*/ 4661026 h 4707593"/>
                <a:gd name="connsiteX68" fmla="*/ 2489975 w 5260975"/>
                <a:gd name="connsiteY68" fmla="*/ 4663235 h 4707593"/>
                <a:gd name="connsiteX69" fmla="*/ 2430061 w 5260975"/>
                <a:gd name="connsiteY69" fmla="*/ 4656897 h 4707593"/>
                <a:gd name="connsiteX70" fmla="*/ 2395880 w 5260975"/>
                <a:gd name="connsiteY70" fmla="*/ 4656417 h 4707593"/>
                <a:gd name="connsiteX71" fmla="*/ 2357378 w 5260975"/>
                <a:gd name="connsiteY71" fmla="*/ 4648544 h 4707593"/>
                <a:gd name="connsiteX72" fmla="*/ 2346145 w 5260975"/>
                <a:gd name="connsiteY72" fmla="*/ 4648928 h 4707593"/>
                <a:gd name="connsiteX73" fmla="*/ 2333567 w 5260975"/>
                <a:gd name="connsiteY73" fmla="*/ 4649600 h 4707593"/>
                <a:gd name="connsiteX74" fmla="*/ 2294968 w 5260975"/>
                <a:gd name="connsiteY74" fmla="*/ 4650177 h 4707593"/>
                <a:gd name="connsiteX75" fmla="*/ 2271540 w 5260975"/>
                <a:gd name="connsiteY75" fmla="*/ 4653057 h 4707593"/>
                <a:gd name="connsiteX76" fmla="*/ 2226895 w 5260975"/>
                <a:gd name="connsiteY76" fmla="*/ 4651329 h 4707593"/>
                <a:gd name="connsiteX77" fmla="*/ 2210379 w 5260975"/>
                <a:gd name="connsiteY77" fmla="*/ 4653825 h 4707593"/>
                <a:gd name="connsiteX78" fmla="*/ 2168613 w 5260975"/>
                <a:gd name="connsiteY78" fmla="*/ 4654113 h 4707593"/>
                <a:gd name="connsiteX79" fmla="*/ 2131167 w 5260975"/>
                <a:gd name="connsiteY79" fmla="*/ 4652673 h 4707593"/>
                <a:gd name="connsiteX80" fmla="*/ 2095065 w 5260975"/>
                <a:gd name="connsiteY80" fmla="*/ 4653441 h 4707593"/>
                <a:gd name="connsiteX81" fmla="*/ 2069237 w 5260975"/>
                <a:gd name="connsiteY81" fmla="*/ 4656609 h 4707593"/>
                <a:gd name="connsiteX82" fmla="*/ 2041201 w 5260975"/>
                <a:gd name="connsiteY82" fmla="*/ 4658529 h 4707593"/>
                <a:gd name="connsiteX83" fmla="*/ 1963909 w 5260975"/>
                <a:gd name="connsiteY83" fmla="*/ 4669955 h 4707593"/>
                <a:gd name="connsiteX84" fmla="*/ 1949603 w 5260975"/>
                <a:gd name="connsiteY84" fmla="*/ 4667171 h 4707593"/>
                <a:gd name="connsiteX85" fmla="*/ 1868373 w 5260975"/>
                <a:gd name="connsiteY85" fmla="*/ 4664578 h 4707593"/>
                <a:gd name="connsiteX86" fmla="*/ 1850707 w 5260975"/>
                <a:gd name="connsiteY86" fmla="*/ 4664771 h 4707593"/>
                <a:gd name="connsiteX87" fmla="*/ 1803275 w 5260975"/>
                <a:gd name="connsiteY87" fmla="*/ 4653441 h 4707593"/>
                <a:gd name="connsiteX88" fmla="*/ 1730112 w 5260975"/>
                <a:gd name="connsiteY88" fmla="*/ 4671396 h 4707593"/>
                <a:gd name="connsiteX89" fmla="*/ 1661652 w 5260975"/>
                <a:gd name="connsiteY89" fmla="*/ 4693863 h 4707593"/>
                <a:gd name="connsiteX90" fmla="*/ 1653011 w 5260975"/>
                <a:gd name="connsiteY90" fmla="*/ 4696744 h 4707593"/>
                <a:gd name="connsiteX91" fmla="*/ 1628431 w 5260975"/>
                <a:gd name="connsiteY91" fmla="*/ 4701641 h 4707593"/>
                <a:gd name="connsiteX92" fmla="*/ 1597995 w 5260975"/>
                <a:gd name="connsiteY92" fmla="*/ 4703369 h 4707593"/>
                <a:gd name="connsiteX93" fmla="*/ 1559396 w 5260975"/>
                <a:gd name="connsiteY93" fmla="*/ 4707593 h 4707593"/>
                <a:gd name="connsiteX94" fmla="*/ 1528480 w 5260975"/>
                <a:gd name="connsiteY94" fmla="*/ 4702312 h 4707593"/>
                <a:gd name="connsiteX95" fmla="*/ 1485272 w 5260975"/>
                <a:gd name="connsiteY95" fmla="*/ 4694439 h 4707593"/>
                <a:gd name="connsiteX96" fmla="*/ 1444562 w 5260975"/>
                <a:gd name="connsiteY96" fmla="*/ 4686950 h 4707593"/>
                <a:gd name="connsiteX97" fmla="*/ 1431696 w 5260975"/>
                <a:gd name="connsiteY97" fmla="*/ 4695783 h 4707593"/>
                <a:gd name="connsiteX98" fmla="*/ 1411821 w 5260975"/>
                <a:gd name="connsiteY98" fmla="*/ 4703464 h 4707593"/>
                <a:gd name="connsiteX99" fmla="*/ 1389738 w 5260975"/>
                <a:gd name="connsiteY99" fmla="*/ 4694247 h 4707593"/>
                <a:gd name="connsiteX100" fmla="*/ 1338081 w 5260975"/>
                <a:gd name="connsiteY100" fmla="*/ 4675141 h 4707593"/>
                <a:gd name="connsiteX101" fmla="*/ 1305436 w 5260975"/>
                <a:gd name="connsiteY101" fmla="*/ 4674276 h 4707593"/>
                <a:gd name="connsiteX102" fmla="*/ 1234481 w 5260975"/>
                <a:gd name="connsiteY102" fmla="*/ 4666115 h 4707593"/>
                <a:gd name="connsiteX103" fmla="*/ 1188106 w 5260975"/>
                <a:gd name="connsiteY103" fmla="*/ 4654497 h 4707593"/>
                <a:gd name="connsiteX104" fmla="*/ 1154790 w 5260975"/>
                <a:gd name="connsiteY104" fmla="*/ 4641343 h 4707593"/>
                <a:gd name="connsiteX105" fmla="*/ 1107069 w 5260975"/>
                <a:gd name="connsiteY105" fmla="*/ 4624156 h 4707593"/>
                <a:gd name="connsiteX106" fmla="*/ 1059158 w 5260975"/>
                <a:gd name="connsiteY106" fmla="*/ 4615227 h 4707593"/>
                <a:gd name="connsiteX107" fmla="*/ 1024496 w 5260975"/>
                <a:gd name="connsiteY107" fmla="*/ 4603993 h 4707593"/>
                <a:gd name="connsiteX108" fmla="*/ 982153 w 5260975"/>
                <a:gd name="connsiteY108" fmla="*/ 4596311 h 4707593"/>
                <a:gd name="connsiteX109" fmla="*/ 946628 w 5260975"/>
                <a:gd name="connsiteY109" fmla="*/ 4596024 h 4707593"/>
                <a:gd name="connsiteX110" fmla="*/ 890939 w 5260975"/>
                <a:gd name="connsiteY110" fmla="*/ 4597368 h 4707593"/>
                <a:gd name="connsiteX111" fmla="*/ 822769 w 5260975"/>
                <a:gd name="connsiteY111" fmla="*/ 4574133 h 4707593"/>
                <a:gd name="connsiteX112" fmla="*/ 795212 w 5260975"/>
                <a:gd name="connsiteY112" fmla="*/ 4568947 h 4707593"/>
                <a:gd name="connsiteX113" fmla="*/ 769288 w 5260975"/>
                <a:gd name="connsiteY113" fmla="*/ 4566547 h 4707593"/>
                <a:gd name="connsiteX114" fmla="*/ 714271 w 5260975"/>
                <a:gd name="connsiteY114" fmla="*/ 4551089 h 4707593"/>
                <a:gd name="connsiteX115" fmla="*/ 691900 w 5260975"/>
                <a:gd name="connsiteY115" fmla="*/ 4545999 h 4707593"/>
                <a:gd name="connsiteX116" fmla="*/ 660598 w 5260975"/>
                <a:gd name="connsiteY116" fmla="*/ 4546096 h 4707593"/>
                <a:gd name="connsiteX117" fmla="*/ 603662 w 5260975"/>
                <a:gd name="connsiteY117" fmla="*/ 4538991 h 4707593"/>
                <a:gd name="connsiteX118" fmla="*/ 546821 w 5260975"/>
                <a:gd name="connsiteY118" fmla="*/ 4518251 h 4707593"/>
                <a:gd name="connsiteX119" fmla="*/ 522721 w 5260975"/>
                <a:gd name="connsiteY119" fmla="*/ 4520267 h 4707593"/>
                <a:gd name="connsiteX120" fmla="*/ 514080 w 5260975"/>
                <a:gd name="connsiteY120" fmla="*/ 4519788 h 4707593"/>
                <a:gd name="connsiteX121" fmla="*/ 436404 w 5260975"/>
                <a:gd name="connsiteY121" fmla="*/ 4508361 h 4707593"/>
                <a:gd name="connsiteX122" fmla="*/ 428626 w 5260975"/>
                <a:gd name="connsiteY122" fmla="*/ 4507114 h 4707593"/>
                <a:gd name="connsiteX123" fmla="*/ 392141 w 5260975"/>
                <a:gd name="connsiteY123" fmla="*/ 4496936 h 4707593"/>
                <a:gd name="connsiteX124" fmla="*/ 300157 w 5260975"/>
                <a:gd name="connsiteY124" fmla="*/ 4490599 h 4707593"/>
                <a:gd name="connsiteX125" fmla="*/ 294493 w 5260975"/>
                <a:gd name="connsiteY125" fmla="*/ 4489831 h 4707593"/>
                <a:gd name="connsiteX126" fmla="*/ 263671 w 5260975"/>
                <a:gd name="connsiteY126" fmla="*/ 4494919 h 4707593"/>
                <a:gd name="connsiteX127" fmla="*/ 248406 w 5260975"/>
                <a:gd name="connsiteY127" fmla="*/ 4502121 h 4707593"/>
                <a:gd name="connsiteX128" fmla="*/ 224594 w 5260975"/>
                <a:gd name="connsiteY128" fmla="*/ 4509610 h 4707593"/>
                <a:gd name="connsiteX129" fmla="*/ 200398 w 5260975"/>
                <a:gd name="connsiteY129" fmla="*/ 4512395 h 4707593"/>
                <a:gd name="connsiteX130" fmla="*/ 159783 w 5260975"/>
                <a:gd name="connsiteY130" fmla="*/ 4501064 h 4707593"/>
                <a:gd name="connsiteX131" fmla="*/ 144997 w 5260975"/>
                <a:gd name="connsiteY131" fmla="*/ 4499912 h 4707593"/>
                <a:gd name="connsiteX132" fmla="*/ 112064 w 5260975"/>
                <a:gd name="connsiteY132" fmla="*/ 4494440 h 4707593"/>
                <a:gd name="connsiteX133" fmla="*/ 83259 w 5260975"/>
                <a:gd name="connsiteY133" fmla="*/ 4494824 h 4707593"/>
                <a:gd name="connsiteX134" fmla="*/ 60120 w 5260975"/>
                <a:gd name="connsiteY134" fmla="*/ 4503561 h 4707593"/>
                <a:gd name="connsiteX135" fmla="*/ 26514 w 5260975"/>
                <a:gd name="connsiteY135" fmla="*/ 4505289 h 4707593"/>
                <a:gd name="connsiteX136" fmla="*/ 4814 w 5260975"/>
                <a:gd name="connsiteY136" fmla="*/ 4498952 h 4707593"/>
                <a:gd name="connsiteX137" fmla="*/ 398 w 5260975"/>
                <a:gd name="connsiteY137" fmla="*/ 4498089 h 4707593"/>
                <a:gd name="connsiteX138" fmla="*/ 0 w 5260975"/>
                <a:gd name="connsiteY138" fmla="*/ 4498087 h 470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260975" h="4707593">
                  <a:moveTo>
                    <a:pt x="0" y="0"/>
                  </a:moveTo>
                  <a:lnTo>
                    <a:pt x="5260975" y="0"/>
                  </a:lnTo>
                  <a:lnTo>
                    <a:pt x="5260975" y="3296937"/>
                  </a:lnTo>
                  <a:lnTo>
                    <a:pt x="5260975" y="3518571"/>
                  </a:lnTo>
                  <a:lnTo>
                    <a:pt x="5226504" y="3534000"/>
                  </a:lnTo>
                  <a:cubicBezTo>
                    <a:pt x="5219783" y="3536785"/>
                    <a:pt x="5212389" y="3538321"/>
                    <a:pt x="5206341" y="3542065"/>
                  </a:cubicBezTo>
                  <a:cubicBezTo>
                    <a:pt x="5178495" y="3559156"/>
                    <a:pt x="5151515" y="3577591"/>
                    <a:pt x="5123287" y="3594010"/>
                  </a:cubicBezTo>
                  <a:cubicBezTo>
                    <a:pt x="5094195" y="3611004"/>
                    <a:pt x="5068175" y="3631071"/>
                    <a:pt x="5048107" y="3658244"/>
                  </a:cubicBezTo>
                  <a:cubicBezTo>
                    <a:pt x="5029480" y="3683496"/>
                    <a:pt x="5011429" y="3709131"/>
                    <a:pt x="4992899" y="3734479"/>
                  </a:cubicBezTo>
                  <a:cubicBezTo>
                    <a:pt x="4988194" y="3740912"/>
                    <a:pt x="4983874" y="3748498"/>
                    <a:pt x="4977440" y="3752627"/>
                  </a:cubicBezTo>
                  <a:cubicBezTo>
                    <a:pt x="4964094" y="3761268"/>
                    <a:pt x="4949500" y="3768277"/>
                    <a:pt x="4935194" y="3775382"/>
                  </a:cubicBezTo>
                  <a:cubicBezTo>
                    <a:pt x="4922903" y="3781431"/>
                    <a:pt x="4909846" y="3785943"/>
                    <a:pt x="4897844" y="3792472"/>
                  </a:cubicBezTo>
                  <a:cubicBezTo>
                    <a:pt x="4888243" y="3797658"/>
                    <a:pt x="4879697" y="3804859"/>
                    <a:pt x="4870767" y="3811388"/>
                  </a:cubicBezTo>
                  <a:cubicBezTo>
                    <a:pt x="4862990" y="3817052"/>
                    <a:pt x="4854445" y="3821949"/>
                    <a:pt x="4847917" y="3828767"/>
                  </a:cubicBezTo>
                  <a:cubicBezTo>
                    <a:pt x="4831977" y="3845281"/>
                    <a:pt x="4815942" y="3861508"/>
                    <a:pt x="4796163" y="3873702"/>
                  </a:cubicBezTo>
                  <a:cubicBezTo>
                    <a:pt x="4776672" y="3885799"/>
                    <a:pt x="4758237" y="3899338"/>
                    <a:pt x="4738843" y="3911628"/>
                  </a:cubicBezTo>
                  <a:cubicBezTo>
                    <a:pt x="4719831" y="3923630"/>
                    <a:pt x="4702645" y="3936783"/>
                    <a:pt x="4692755" y="3958099"/>
                  </a:cubicBezTo>
                  <a:cubicBezTo>
                    <a:pt x="4688339" y="3967508"/>
                    <a:pt x="4682097" y="3977782"/>
                    <a:pt x="4673744" y="3983255"/>
                  </a:cubicBezTo>
                  <a:cubicBezTo>
                    <a:pt x="4661838" y="3991032"/>
                    <a:pt x="4646764" y="3993817"/>
                    <a:pt x="4633801" y="4000442"/>
                  </a:cubicBezTo>
                  <a:cubicBezTo>
                    <a:pt x="4618535" y="4008219"/>
                    <a:pt x="4600869" y="4014940"/>
                    <a:pt x="4590499" y="4027326"/>
                  </a:cubicBezTo>
                  <a:cubicBezTo>
                    <a:pt x="4581281" y="4038368"/>
                    <a:pt x="4571968" y="4047009"/>
                    <a:pt x="4559773" y="4054018"/>
                  </a:cubicBezTo>
                  <a:cubicBezTo>
                    <a:pt x="4551229" y="4058915"/>
                    <a:pt x="4544892" y="4067844"/>
                    <a:pt x="4536059" y="4071877"/>
                  </a:cubicBezTo>
                  <a:cubicBezTo>
                    <a:pt x="4524442" y="4077254"/>
                    <a:pt x="4512727" y="4081479"/>
                    <a:pt x="4502550" y="4089832"/>
                  </a:cubicBezTo>
                  <a:cubicBezTo>
                    <a:pt x="4491987" y="4098473"/>
                    <a:pt x="4479986" y="4105290"/>
                    <a:pt x="4468944" y="4113356"/>
                  </a:cubicBezTo>
                  <a:cubicBezTo>
                    <a:pt x="4463087" y="4117676"/>
                    <a:pt x="4458286" y="4123341"/>
                    <a:pt x="4452623" y="4127854"/>
                  </a:cubicBezTo>
                  <a:cubicBezTo>
                    <a:pt x="4442252" y="4136111"/>
                    <a:pt x="4431690" y="4144176"/>
                    <a:pt x="4421032" y="4151953"/>
                  </a:cubicBezTo>
                  <a:cubicBezTo>
                    <a:pt x="4410375" y="4159731"/>
                    <a:pt x="4400197" y="4168756"/>
                    <a:pt x="4388483" y="4174421"/>
                  </a:cubicBezTo>
                  <a:cubicBezTo>
                    <a:pt x="4368513" y="4184023"/>
                    <a:pt x="4346717" y="4189784"/>
                    <a:pt x="4327321" y="4200153"/>
                  </a:cubicBezTo>
                  <a:cubicBezTo>
                    <a:pt x="4307639" y="4210714"/>
                    <a:pt x="4289107" y="4223965"/>
                    <a:pt x="4271633" y="4237983"/>
                  </a:cubicBezTo>
                  <a:cubicBezTo>
                    <a:pt x="4257807" y="4249025"/>
                    <a:pt x="4244845" y="4259971"/>
                    <a:pt x="4227465" y="4265635"/>
                  </a:cubicBezTo>
                  <a:cubicBezTo>
                    <a:pt x="4217768" y="4268804"/>
                    <a:pt x="4207591" y="4275717"/>
                    <a:pt x="4201733" y="4283783"/>
                  </a:cubicBezTo>
                  <a:cubicBezTo>
                    <a:pt x="4189059" y="4301353"/>
                    <a:pt x="4172833" y="4313739"/>
                    <a:pt x="4154494" y="4324301"/>
                  </a:cubicBezTo>
                  <a:cubicBezTo>
                    <a:pt x="4130010" y="4338511"/>
                    <a:pt x="4105814" y="4353009"/>
                    <a:pt x="4081234" y="4366931"/>
                  </a:cubicBezTo>
                  <a:cubicBezTo>
                    <a:pt x="4066737" y="4375189"/>
                    <a:pt x="4052335" y="4383926"/>
                    <a:pt x="4036971" y="4389975"/>
                  </a:cubicBezTo>
                  <a:cubicBezTo>
                    <a:pt x="4005575" y="4402457"/>
                    <a:pt x="3973410" y="4413114"/>
                    <a:pt x="3941725" y="4424733"/>
                  </a:cubicBezTo>
                  <a:cubicBezTo>
                    <a:pt x="3931355" y="4428477"/>
                    <a:pt x="3921561" y="4433854"/>
                    <a:pt x="3910999" y="4437119"/>
                  </a:cubicBezTo>
                  <a:cubicBezTo>
                    <a:pt x="3899573" y="4440671"/>
                    <a:pt x="3887285" y="4441727"/>
                    <a:pt x="3875859" y="4445280"/>
                  </a:cubicBezTo>
                  <a:cubicBezTo>
                    <a:pt x="3856847" y="4451136"/>
                    <a:pt x="3838412" y="4458626"/>
                    <a:pt x="3819401" y="4464579"/>
                  </a:cubicBezTo>
                  <a:cubicBezTo>
                    <a:pt x="3782723" y="4476005"/>
                    <a:pt x="3745949" y="4486951"/>
                    <a:pt x="3709176" y="4497800"/>
                  </a:cubicBezTo>
                  <a:cubicBezTo>
                    <a:pt x="3701303" y="4500105"/>
                    <a:pt x="3692757" y="4500393"/>
                    <a:pt x="3684981" y="4502889"/>
                  </a:cubicBezTo>
                  <a:cubicBezTo>
                    <a:pt x="3664337" y="4509610"/>
                    <a:pt x="3643789" y="4516907"/>
                    <a:pt x="3623338" y="4524300"/>
                  </a:cubicBezTo>
                  <a:cubicBezTo>
                    <a:pt x="3610953" y="4528813"/>
                    <a:pt x="3598854" y="4534382"/>
                    <a:pt x="3586373" y="4538702"/>
                  </a:cubicBezTo>
                  <a:cubicBezTo>
                    <a:pt x="3576387" y="4542159"/>
                    <a:pt x="3566113" y="4544847"/>
                    <a:pt x="3555743" y="4546960"/>
                  </a:cubicBezTo>
                  <a:cubicBezTo>
                    <a:pt x="3546814" y="4548785"/>
                    <a:pt x="3537501" y="4548592"/>
                    <a:pt x="3528667" y="4550801"/>
                  </a:cubicBezTo>
                  <a:cubicBezTo>
                    <a:pt x="3504759" y="4556753"/>
                    <a:pt x="3481140" y="4563475"/>
                    <a:pt x="3457424" y="4569811"/>
                  </a:cubicBezTo>
                  <a:cubicBezTo>
                    <a:pt x="3447919" y="4572308"/>
                    <a:pt x="3438221" y="4574133"/>
                    <a:pt x="3429003" y="4577301"/>
                  </a:cubicBezTo>
                  <a:cubicBezTo>
                    <a:pt x="3404327" y="4585654"/>
                    <a:pt x="3380036" y="4595159"/>
                    <a:pt x="3355264" y="4603033"/>
                  </a:cubicBezTo>
                  <a:cubicBezTo>
                    <a:pt x="3334717" y="4609562"/>
                    <a:pt x="3313593" y="4614266"/>
                    <a:pt x="3292757" y="4620027"/>
                  </a:cubicBezTo>
                  <a:cubicBezTo>
                    <a:pt x="3283924" y="4622524"/>
                    <a:pt x="3275475" y="4626077"/>
                    <a:pt x="3266643" y="4628188"/>
                  </a:cubicBezTo>
                  <a:cubicBezTo>
                    <a:pt x="3246863" y="4632990"/>
                    <a:pt x="3226796" y="4637022"/>
                    <a:pt x="3206921" y="4641823"/>
                  </a:cubicBezTo>
                  <a:cubicBezTo>
                    <a:pt x="3195590" y="4644607"/>
                    <a:pt x="3184645" y="4649600"/>
                    <a:pt x="3173123" y="4651425"/>
                  </a:cubicBezTo>
                  <a:cubicBezTo>
                    <a:pt x="3145759" y="4655745"/>
                    <a:pt x="3118203" y="4658817"/>
                    <a:pt x="3090646" y="4662274"/>
                  </a:cubicBezTo>
                  <a:cubicBezTo>
                    <a:pt x="3062227" y="4665826"/>
                    <a:pt x="3033902" y="4669571"/>
                    <a:pt x="3005480" y="4672739"/>
                  </a:cubicBezTo>
                  <a:cubicBezTo>
                    <a:pt x="2989926" y="4674372"/>
                    <a:pt x="2974275" y="4674660"/>
                    <a:pt x="2958721" y="4676196"/>
                  </a:cubicBezTo>
                  <a:cubicBezTo>
                    <a:pt x="2945087" y="4677541"/>
                    <a:pt x="2931549" y="4680037"/>
                    <a:pt x="2917915" y="4681670"/>
                  </a:cubicBezTo>
                  <a:cubicBezTo>
                    <a:pt x="2906105" y="4683013"/>
                    <a:pt x="2894199" y="4683781"/>
                    <a:pt x="2882389" y="4685126"/>
                  </a:cubicBezTo>
                  <a:cubicBezTo>
                    <a:pt x="2863475" y="4687334"/>
                    <a:pt x="2844655" y="4689831"/>
                    <a:pt x="2825837" y="4692135"/>
                  </a:cubicBezTo>
                  <a:cubicBezTo>
                    <a:pt x="2817964" y="4692999"/>
                    <a:pt x="2809706" y="4695399"/>
                    <a:pt x="2802313" y="4693960"/>
                  </a:cubicBezTo>
                  <a:cubicBezTo>
                    <a:pt x="2783686" y="4690310"/>
                    <a:pt x="2765347" y="4691367"/>
                    <a:pt x="2746816" y="4693863"/>
                  </a:cubicBezTo>
                  <a:cubicBezTo>
                    <a:pt x="2740479" y="4694728"/>
                    <a:pt x="2733662" y="4694535"/>
                    <a:pt x="2727517" y="4692903"/>
                  </a:cubicBezTo>
                  <a:cubicBezTo>
                    <a:pt x="2714939" y="4689638"/>
                    <a:pt x="2702745" y="4685029"/>
                    <a:pt x="2690359" y="4680997"/>
                  </a:cubicBezTo>
                  <a:cubicBezTo>
                    <a:pt x="2689014" y="4680517"/>
                    <a:pt x="2687382" y="4680421"/>
                    <a:pt x="2685943" y="4680133"/>
                  </a:cubicBezTo>
                  <a:cubicBezTo>
                    <a:pt x="2677781" y="4678500"/>
                    <a:pt x="2669717" y="4676868"/>
                    <a:pt x="2661554" y="4675428"/>
                  </a:cubicBezTo>
                  <a:cubicBezTo>
                    <a:pt x="2657138" y="4674660"/>
                    <a:pt x="2652625" y="4674564"/>
                    <a:pt x="2648208" y="4673892"/>
                  </a:cubicBezTo>
                  <a:cubicBezTo>
                    <a:pt x="2631118" y="4671203"/>
                    <a:pt x="2612299" y="4675716"/>
                    <a:pt x="2597512" y="4664099"/>
                  </a:cubicBezTo>
                  <a:cubicBezTo>
                    <a:pt x="2587911" y="4656609"/>
                    <a:pt x="2578597" y="4658338"/>
                    <a:pt x="2568324" y="4659490"/>
                  </a:cubicBezTo>
                  <a:cubicBezTo>
                    <a:pt x="2560547" y="4660354"/>
                    <a:pt x="2552577" y="4660065"/>
                    <a:pt x="2544704" y="4660162"/>
                  </a:cubicBezTo>
                  <a:cubicBezTo>
                    <a:pt x="2530878" y="4660449"/>
                    <a:pt x="2517052" y="4660546"/>
                    <a:pt x="2503225" y="4661026"/>
                  </a:cubicBezTo>
                  <a:cubicBezTo>
                    <a:pt x="2498808" y="4661218"/>
                    <a:pt x="2494297" y="4663619"/>
                    <a:pt x="2489975" y="4663235"/>
                  </a:cubicBezTo>
                  <a:cubicBezTo>
                    <a:pt x="2470004" y="4661410"/>
                    <a:pt x="2450033" y="4658529"/>
                    <a:pt x="2430061" y="4656897"/>
                  </a:cubicBezTo>
                  <a:cubicBezTo>
                    <a:pt x="2418732" y="4655938"/>
                    <a:pt x="2407114" y="4657761"/>
                    <a:pt x="2395880" y="4656417"/>
                  </a:cubicBezTo>
                  <a:cubicBezTo>
                    <a:pt x="2382919" y="4654881"/>
                    <a:pt x="2370245" y="4650945"/>
                    <a:pt x="2357378" y="4648544"/>
                  </a:cubicBezTo>
                  <a:cubicBezTo>
                    <a:pt x="2353826" y="4647872"/>
                    <a:pt x="2349889" y="4648736"/>
                    <a:pt x="2346145" y="4648928"/>
                  </a:cubicBezTo>
                  <a:cubicBezTo>
                    <a:pt x="2341920" y="4649120"/>
                    <a:pt x="2337791" y="4649504"/>
                    <a:pt x="2333567" y="4649600"/>
                  </a:cubicBezTo>
                  <a:cubicBezTo>
                    <a:pt x="2320700" y="4649793"/>
                    <a:pt x="2307835" y="4649504"/>
                    <a:pt x="2294968" y="4650177"/>
                  </a:cubicBezTo>
                  <a:cubicBezTo>
                    <a:pt x="2287095" y="4650561"/>
                    <a:pt x="2278839" y="4654497"/>
                    <a:pt x="2271540" y="4653057"/>
                  </a:cubicBezTo>
                  <a:cubicBezTo>
                    <a:pt x="2256659" y="4650272"/>
                    <a:pt x="2241776" y="4656513"/>
                    <a:pt x="2226895" y="4651329"/>
                  </a:cubicBezTo>
                  <a:cubicBezTo>
                    <a:pt x="2222285" y="4649793"/>
                    <a:pt x="2215948" y="4653633"/>
                    <a:pt x="2210379" y="4653825"/>
                  </a:cubicBezTo>
                  <a:cubicBezTo>
                    <a:pt x="2196457" y="4654305"/>
                    <a:pt x="2182535" y="4654209"/>
                    <a:pt x="2168613" y="4654113"/>
                  </a:cubicBezTo>
                  <a:cubicBezTo>
                    <a:pt x="2156131" y="4654017"/>
                    <a:pt x="2143168" y="4655361"/>
                    <a:pt x="2131167" y="4652673"/>
                  </a:cubicBezTo>
                  <a:cubicBezTo>
                    <a:pt x="2118588" y="4649793"/>
                    <a:pt x="2107259" y="4650177"/>
                    <a:pt x="2095065" y="4653441"/>
                  </a:cubicBezTo>
                  <a:cubicBezTo>
                    <a:pt x="2086711" y="4655649"/>
                    <a:pt x="2077878" y="4655938"/>
                    <a:pt x="2069237" y="4656609"/>
                  </a:cubicBezTo>
                  <a:cubicBezTo>
                    <a:pt x="2059924" y="4657377"/>
                    <a:pt x="2049650" y="4655361"/>
                    <a:pt x="2041201" y="4658529"/>
                  </a:cubicBezTo>
                  <a:cubicBezTo>
                    <a:pt x="2016044" y="4667939"/>
                    <a:pt x="1990216" y="4669955"/>
                    <a:pt x="1963909" y="4669955"/>
                  </a:cubicBezTo>
                  <a:cubicBezTo>
                    <a:pt x="1959107" y="4669955"/>
                    <a:pt x="1954210" y="4668612"/>
                    <a:pt x="1949603" y="4667171"/>
                  </a:cubicBezTo>
                  <a:cubicBezTo>
                    <a:pt x="1922717" y="4658529"/>
                    <a:pt x="1895737" y="4659297"/>
                    <a:pt x="1868373" y="4664578"/>
                  </a:cubicBezTo>
                  <a:cubicBezTo>
                    <a:pt x="1862708" y="4665731"/>
                    <a:pt x="1856372" y="4665923"/>
                    <a:pt x="1850707" y="4664771"/>
                  </a:cubicBezTo>
                  <a:cubicBezTo>
                    <a:pt x="1834768" y="4661410"/>
                    <a:pt x="1819309" y="4655841"/>
                    <a:pt x="1803275" y="4653441"/>
                  </a:cubicBezTo>
                  <a:cubicBezTo>
                    <a:pt x="1776775" y="4649504"/>
                    <a:pt x="1753828" y="4662754"/>
                    <a:pt x="1730112" y="4671396"/>
                  </a:cubicBezTo>
                  <a:cubicBezTo>
                    <a:pt x="1707548" y="4679557"/>
                    <a:pt x="1688345" y="4697992"/>
                    <a:pt x="1661652" y="4693863"/>
                  </a:cubicBezTo>
                  <a:cubicBezTo>
                    <a:pt x="1658965" y="4693479"/>
                    <a:pt x="1655988" y="4696071"/>
                    <a:pt x="1653011" y="4696744"/>
                  </a:cubicBezTo>
                  <a:cubicBezTo>
                    <a:pt x="1644850" y="4698568"/>
                    <a:pt x="1636689" y="4700776"/>
                    <a:pt x="1628431" y="4701641"/>
                  </a:cubicBezTo>
                  <a:cubicBezTo>
                    <a:pt x="1618350" y="4702793"/>
                    <a:pt x="1608076" y="4702409"/>
                    <a:pt x="1597995" y="4703369"/>
                  </a:cubicBezTo>
                  <a:cubicBezTo>
                    <a:pt x="1585032" y="4704521"/>
                    <a:pt x="1572263" y="4707593"/>
                    <a:pt x="1559396" y="4707593"/>
                  </a:cubicBezTo>
                  <a:cubicBezTo>
                    <a:pt x="1549026" y="4707593"/>
                    <a:pt x="1538753" y="4704041"/>
                    <a:pt x="1528480" y="4702312"/>
                  </a:cubicBezTo>
                  <a:cubicBezTo>
                    <a:pt x="1513981" y="4699912"/>
                    <a:pt x="1498042" y="4700584"/>
                    <a:pt x="1485272" y="4694439"/>
                  </a:cubicBezTo>
                  <a:cubicBezTo>
                    <a:pt x="1471639" y="4687910"/>
                    <a:pt x="1458676" y="4684934"/>
                    <a:pt x="1444562" y="4686950"/>
                  </a:cubicBezTo>
                  <a:cubicBezTo>
                    <a:pt x="1439857" y="4687622"/>
                    <a:pt x="1433808" y="4691655"/>
                    <a:pt x="1431696" y="4695783"/>
                  </a:cubicBezTo>
                  <a:cubicBezTo>
                    <a:pt x="1426991" y="4705001"/>
                    <a:pt x="1420559" y="4706634"/>
                    <a:pt x="1411821" y="4703464"/>
                  </a:cubicBezTo>
                  <a:cubicBezTo>
                    <a:pt x="1404236" y="4700776"/>
                    <a:pt x="1394922" y="4699432"/>
                    <a:pt x="1389738" y="4694247"/>
                  </a:cubicBezTo>
                  <a:cubicBezTo>
                    <a:pt x="1375047" y="4679557"/>
                    <a:pt x="1356324" y="4679077"/>
                    <a:pt x="1338081" y="4675141"/>
                  </a:cubicBezTo>
                  <a:cubicBezTo>
                    <a:pt x="1326945" y="4672739"/>
                    <a:pt x="1316574" y="4672644"/>
                    <a:pt x="1305436" y="4674276"/>
                  </a:cubicBezTo>
                  <a:cubicBezTo>
                    <a:pt x="1281241" y="4677925"/>
                    <a:pt x="1257717" y="4672739"/>
                    <a:pt x="1234481" y="4666115"/>
                  </a:cubicBezTo>
                  <a:cubicBezTo>
                    <a:pt x="1219118" y="4661698"/>
                    <a:pt x="1203372" y="4659010"/>
                    <a:pt x="1188106" y="4654497"/>
                  </a:cubicBezTo>
                  <a:cubicBezTo>
                    <a:pt x="1176680" y="4651041"/>
                    <a:pt x="1165255" y="4646912"/>
                    <a:pt x="1154790" y="4641343"/>
                  </a:cubicBezTo>
                  <a:cubicBezTo>
                    <a:pt x="1139618" y="4633181"/>
                    <a:pt x="1126369" y="4620891"/>
                    <a:pt x="1107069" y="4624156"/>
                  </a:cubicBezTo>
                  <a:cubicBezTo>
                    <a:pt x="1090074" y="4627036"/>
                    <a:pt x="1074713" y="4620988"/>
                    <a:pt x="1059158" y="4615227"/>
                  </a:cubicBezTo>
                  <a:cubicBezTo>
                    <a:pt x="1047732" y="4611002"/>
                    <a:pt x="1036308" y="4606681"/>
                    <a:pt x="1024496" y="4603993"/>
                  </a:cubicBezTo>
                  <a:cubicBezTo>
                    <a:pt x="1010478" y="4600824"/>
                    <a:pt x="994635" y="4602169"/>
                    <a:pt x="982153" y="4596311"/>
                  </a:cubicBezTo>
                  <a:cubicBezTo>
                    <a:pt x="969095" y="4590166"/>
                    <a:pt x="958246" y="4594295"/>
                    <a:pt x="946628" y="4596024"/>
                  </a:cubicBezTo>
                  <a:cubicBezTo>
                    <a:pt x="928097" y="4598712"/>
                    <a:pt x="909661" y="4603705"/>
                    <a:pt x="890939" y="4597368"/>
                  </a:cubicBezTo>
                  <a:cubicBezTo>
                    <a:pt x="868184" y="4589687"/>
                    <a:pt x="845620" y="4581430"/>
                    <a:pt x="822769" y="4574133"/>
                  </a:cubicBezTo>
                  <a:cubicBezTo>
                    <a:pt x="813934" y="4571347"/>
                    <a:pt x="804431" y="4570195"/>
                    <a:pt x="795212" y="4568947"/>
                  </a:cubicBezTo>
                  <a:cubicBezTo>
                    <a:pt x="786476" y="4567891"/>
                    <a:pt x="776010" y="4570579"/>
                    <a:pt x="769288" y="4566547"/>
                  </a:cubicBezTo>
                  <a:cubicBezTo>
                    <a:pt x="752005" y="4556178"/>
                    <a:pt x="734243" y="4551089"/>
                    <a:pt x="714271" y="4551089"/>
                  </a:cubicBezTo>
                  <a:cubicBezTo>
                    <a:pt x="706781" y="4551089"/>
                    <a:pt x="699484" y="4546768"/>
                    <a:pt x="691900" y="4545999"/>
                  </a:cubicBezTo>
                  <a:cubicBezTo>
                    <a:pt x="681529" y="4545040"/>
                    <a:pt x="669623" y="4542447"/>
                    <a:pt x="660598" y="4546096"/>
                  </a:cubicBezTo>
                  <a:cubicBezTo>
                    <a:pt x="639379" y="4554737"/>
                    <a:pt x="622193" y="4547536"/>
                    <a:pt x="603662" y="4538991"/>
                  </a:cubicBezTo>
                  <a:cubicBezTo>
                    <a:pt x="585418" y="4530541"/>
                    <a:pt x="566215" y="4523821"/>
                    <a:pt x="546821" y="4518251"/>
                  </a:cubicBezTo>
                  <a:cubicBezTo>
                    <a:pt x="539524" y="4516235"/>
                    <a:pt x="530787" y="4519596"/>
                    <a:pt x="522721" y="4520267"/>
                  </a:cubicBezTo>
                  <a:cubicBezTo>
                    <a:pt x="519840" y="4520460"/>
                    <a:pt x="516671" y="4520748"/>
                    <a:pt x="514080" y="4519788"/>
                  </a:cubicBezTo>
                  <a:cubicBezTo>
                    <a:pt x="489020" y="4510570"/>
                    <a:pt x="463575" y="4503561"/>
                    <a:pt x="436404" y="4508361"/>
                  </a:cubicBezTo>
                  <a:cubicBezTo>
                    <a:pt x="433908" y="4508842"/>
                    <a:pt x="431123" y="4507786"/>
                    <a:pt x="428626" y="4507114"/>
                  </a:cubicBezTo>
                  <a:cubicBezTo>
                    <a:pt x="416432" y="4503657"/>
                    <a:pt x="404526" y="4498184"/>
                    <a:pt x="392141" y="4496936"/>
                  </a:cubicBezTo>
                  <a:cubicBezTo>
                    <a:pt x="361608" y="4493864"/>
                    <a:pt x="330884" y="4492615"/>
                    <a:pt x="300157" y="4490599"/>
                  </a:cubicBezTo>
                  <a:cubicBezTo>
                    <a:pt x="298237" y="4490503"/>
                    <a:pt x="296221" y="4490503"/>
                    <a:pt x="294493" y="4489831"/>
                  </a:cubicBezTo>
                  <a:cubicBezTo>
                    <a:pt x="283163" y="4485702"/>
                    <a:pt x="273274" y="4487047"/>
                    <a:pt x="263671" y="4494919"/>
                  </a:cubicBezTo>
                  <a:cubicBezTo>
                    <a:pt x="259447" y="4498376"/>
                    <a:pt x="253686" y="4500200"/>
                    <a:pt x="248406" y="4502121"/>
                  </a:cubicBezTo>
                  <a:cubicBezTo>
                    <a:pt x="240628" y="4505002"/>
                    <a:pt x="232659" y="4507786"/>
                    <a:pt x="224594" y="4509610"/>
                  </a:cubicBezTo>
                  <a:cubicBezTo>
                    <a:pt x="216624" y="4511338"/>
                    <a:pt x="208079" y="4513738"/>
                    <a:pt x="200398" y="4512395"/>
                  </a:cubicBezTo>
                  <a:cubicBezTo>
                    <a:pt x="186572" y="4509994"/>
                    <a:pt x="173417" y="4504618"/>
                    <a:pt x="159783" y="4501064"/>
                  </a:cubicBezTo>
                  <a:cubicBezTo>
                    <a:pt x="155079" y="4499816"/>
                    <a:pt x="149893" y="4500009"/>
                    <a:pt x="144997" y="4499912"/>
                  </a:cubicBezTo>
                  <a:cubicBezTo>
                    <a:pt x="133763" y="4499625"/>
                    <a:pt x="122241" y="4502409"/>
                    <a:pt x="112064" y="4494440"/>
                  </a:cubicBezTo>
                  <a:cubicBezTo>
                    <a:pt x="102655" y="4486951"/>
                    <a:pt x="93148" y="4489158"/>
                    <a:pt x="83259" y="4494824"/>
                  </a:cubicBezTo>
                  <a:cubicBezTo>
                    <a:pt x="76154" y="4498857"/>
                    <a:pt x="68090" y="4502025"/>
                    <a:pt x="60120" y="4503561"/>
                  </a:cubicBezTo>
                  <a:cubicBezTo>
                    <a:pt x="49174" y="4505673"/>
                    <a:pt x="38324" y="4506538"/>
                    <a:pt x="26514" y="4505289"/>
                  </a:cubicBezTo>
                  <a:cubicBezTo>
                    <a:pt x="18161" y="4504425"/>
                    <a:pt x="11343" y="4504041"/>
                    <a:pt x="4814" y="4498952"/>
                  </a:cubicBezTo>
                  <a:cubicBezTo>
                    <a:pt x="3759" y="4498184"/>
                    <a:pt x="1839" y="4497992"/>
                    <a:pt x="398" y="4498089"/>
                  </a:cubicBezTo>
                  <a:lnTo>
                    <a:pt x="0" y="4498087"/>
                  </a:lnTo>
                  <a:close/>
                </a:path>
              </a:pathLst>
            </a:custGeom>
            <a:solidFill>
              <a:schemeClr val="bg1">
                <a:alpha val="86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alpha val="14000"/>
                  </a:schemeClr>
                </a:solidFill>
              </a:endParaRPr>
            </a:p>
          </p:txBody>
        </p:sp>
      </p:grpSp>
      <p:sp>
        <p:nvSpPr>
          <p:cNvPr id="2" name="Title 1">
            <a:extLst>
              <a:ext uri="{FF2B5EF4-FFF2-40B4-BE49-F238E27FC236}">
                <a16:creationId xmlns:a16="http://schemas.microsoft.com/office/drawing/2014/main" id="{276F789F-02D8-14EE-7FAD-6C7A6A89B558}"/>
              </a:ext>
            </a:extLst>
          </p:cNvPr>
          <p:cNvSpPr>
            <a:spLocks noGrp="1"/>
          </p:cNvSpPr>
          <p:nvPr>
            <p:ph type="title"/>
          </p:nvPr>
        </p:nvSpPr>
        <p:spPr>
          <a:xfrm>
            <a:off x="1268127" y="2023558"/>
            <a:ext cx="3521265" cy="2491292"/>
          </a:xfrm>
        </p:spPr>
        <p:txBody>
          <a:bodyPr anchor="t">
            <a:normAutofit/>
          </a:bodyPr>
          <a:lstStyle/>
          <a:p>
            <a:r>
              <a:rPr lang="en-US" sz="4000"/>
              <a:t>Disclaimer</a:t>
            </a:r>
          </a:p>
        </p:txBody>
      </p:sp>
      <p:sp>
        <p:nvSpPr>
          <p:cNvPr id="39" name="Freeform: Shape 38">
            <a:extLst>
              <a:ext uri="{FF2B5EF4-FFF2-40B4-BE49-F238E27FC236}">
                <a16:creationId xmlns:a16="http://schemas.microsoft.com/office/drawing/2014/main" id="{30B5ED20-499B-41E7-95BE-8BBD313145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088" y="4258080"/>
            <a:ext cx="4403345" cy="1180695"/>
          </a:xfrm>
          <a:custGeom>
            <a:avLst/>
            <a:gdLst>
              <a:gd name="connsiteX0" fmla="*/ 5260975 w 5260975"/>
              <a:gd name="connsiteY0" fmla="*/ 0 h 1410656"/>
              <a:gd name="connsiteX1" fmla="*/ 5260975 w 5260975"/>
              <a:gd name="connsiteY1" fmla="*/ 221634 h 1410656"/>
              <a:gd name="connsiteX2" fmla="*/ 5226503 w 5260975"/>
              <a:gd name="connsiteY2" fmla="*/ 237063 h 1410656"/>
              <a:gd name="connsiteX3" fmla="*/ 5206341 w 5260975"/>
              <a:gd name="connsiteY3" fmla="*/ 245128 h 1410656"/>
              <a:gd name="connsiteX4" fmla="*/ 5123287 w 5260975"/>
              <a:gd name="connsiteY4" fmla="*/ 297073 h 1410656"/>
              <a:gd name="connsiteX5" fmla="*/ 5048107 w 5260975"/>
              <a:gd name="connsiteY5" fmla="*/ 361307 h 1410656"/>
              <a:gd name="connsiteX6" fmla="*/ 4992899 w 5260975"/>
              <a:gd name="connsiteY6" fmla="*/ 437542 h 1410656"/>
              <a:gd name="connsiteX7" fmla="*/ 4977440 w 5260975"/>
              <a:gd name="connsiteY7" fmla="*/ 455690 h 1410656"/>
              <a:gd name="connsiteX8" fmla="*/ 4935193 w 5260975"/>
              <a:gd name="connsiteY8" fmla="*/ 478445 h 1410656"/>
              <a:gd name="connsiteX9" fmla="*/ 4897844 w 5260975"/>
              <a:gd name="connsiteY9" fmla="*/ 495535 h 1410656"/>
              <a:gd name="connsiteX10" fmla="*/ 4870767 w 5260975"/>
              <a:gd name="connsiteY10" fmla="*/ 514451 h 1410656"/>
              <a:gd name="connsiteX11" fmla="*/ 4847916 w 5260975"/>
              <a:gd name="connsiteY11" fmla="*/ 531830 h 1410656"/>
              <a:gd name="connsiteX12" fmla="*/ 4796163 w 5260975"/>
              <a:gd name="connsiteY12" fmla="*/ 576765 h 1410656"/>
              <a:gd name="connsiteX13" fmla="*/ 4738843 w 5260975"/>
              <a:gd name="connsiteY13" fmla="*/ 614691 h 1410656"/>
              <a:gd name="connsiteX14" fmla="*/ 4692755 w 5260975"/>
              <a:gd name="connsiteY14" fmla="*/ 661162 h 1410656"/>
              <a:gd name="connsiteX15" fmla="*/ 4673744 w 5260975"/>
              <a:gd name="connsiteY15" fmla="*/ 686318 h 1410656"/>
              <a:gd name="connsiteX16" fmla="*/ 4633801 w 5260975"/>
              <a:gd name="connsiteY16" fmla="*/ 703505 h 1410656"/>
              <a:gd name="connsiteX17" fmla="*/ 4590499 w 5260975"/>
              <a:gd name="connsiteY17" fmla="*/ 730389 h 1410656"/>
              <a:gd name="connsiteX18" fmla="*/ 4559773 w 5260975"/>
              <a:gd name="connsiteY18" fmla="*/ 757081 h 1410656"/>
              <a:gd name="connsiteX19" fmla="*/ 4536059 w 5260975"/>
              <a:gd name="connsiteY19" fmla="*/ 774940 h 1410656"/>
              <a:gd name="connsiteX20" fmla="*/ 4502549 w 5260975"/>
              <a:gd name="connsiteY20" fmla="*/ 792895 h 1410656"/>
              <a:gd name="connsiteX21" fmla="*/ 4468944 w 5260975"/>
              <a:gd name="connsiteY21" fmla="*/ 816419 h 1410656"/>
              <a:gd name="connsiteX22" fmla="*/ 4452622 w 5260975"/>
              <a:gd name="connsiteY22" fmla="*/ 830917 h 1410656"/>
              <a:gd name="connsiteX23" fmla="*/ 4421032 w 5260975"/>
              <a:gd name="connsiteY23" fmla="*/ 855016 h 1410656"/>
              <a:gd name="connsiteX24" fmla="*/ 4388483 w 5260975"/>
              <a:gd name="connsiteY24" fmla="*/ 877484 h 1410656"/>
              <a:gd name="connsiteX25" fmla="*/ 4327321 w 5260975"/>
              <a:gd name="connsiteY25" fmla="*/ 903216 h 1410656"/>
              <a:gd name="connsiteX26" fmla="*/ 4271633 w 5260975"/>
              <a:gd name="connsiteY26" fmla="*/ 941046 h 1410656"/>
              <a:gd name="connsiteX27" fmla="*/ 4227465 w 5260975"/>
              <a:gd name="connsiteY27" fmla="*/ 968698 h 1410656"/>
              <a:gd name="connsiteX28" fmla="*/ 4201733 w 5260975"/>
              <a:gd name="connsiteY28" fmla="*/ 986846 h 1410656"/>
              <a:gd name="connsiteX29" fmla="*/ 4154494 w 5260975"/>
              <a:gd name="connsiteY29" fmla="*/ 1027364 h 1410656"/>
              <a:gd name="connsiteX30" fmla="*/ 4081234 w 5260975"/>
              <a:gd name="connsiteY30" fmla="*/ 1069994 h 1410656"/>
              <a:gd name="connsiteX31" fmla="*/ 4036971 w 5260975"/>
              <a:gd name="connsiteY31" fmla="*/ 1093038 h 1410656"/>
              <a:gd name="connsiteX32" fmla="*/ 3941725 w 5260975"/>
              <a:gd name="connsiteY32" fmla="*/ 1127796 h 1410656"/>
              <a:gd name="connsiteX33" fmla="*/ 3910999 w 5260975"/>
              <a:gd name="connsiteY33" fmla="*/ 1140182 h 1410656"/>
              <a:gd name="connsiteX34" fmla="*/ 3875859 w 5260975"/>
              <a:gd name="connsiteY34" fmla="*/ 1148343 h 1410656"/>
              <a:gd name="connsiteX35" fmla="*/ 3819401 w 5260975"/>
              <a:gd name="connsiteY35" fmla="*/ 1167642 h 1410656"/>
              <a:gd name="connsiteX36" fmla="*/ 3709176 w 5260975"/>
              <a:gd name="connsiteY36" fmla="*/ 1200863 h 1410656"/>
              <a:gd name="connsiteX37" fmla="*/ 3684981 w 5260975"/>
              <a:gd name="connsiteY37" fmla="*/ 1205952 h 1410656"/>
              <a:gd name="connsiteX38" fmla="*/ 3623338 w 5260975"/>
              <a:gd name="connsiteY38" fmla="*/ 1227363 h 1410656"/>
              <a:gd name="connsiteX39" fmla="*/ 3586373 w 5260975"/>
              <a:gd name="connsiteY39" fmla="*/ 1241765 h 1410656"/>
              <a:gd name="connsiteX40" fmla="*/ 3555743 w 5260975"/>
              <a:gd name="connsiteY40" fmla="*/ 1250023 h 1410656"/>
              <a:gd name="connsiteX41" fmla="*/ 3528667 w 5260975"/>
              <a:gd name="connsiteY41" fmla="*/ 1253864 h 1410656"/>
              <a:gd name="connsiteX42" fmla="*/ 3457424 w 5260975"/>
              <a:gd name="connsiteY42" fmla="*/ 1272874 h 1410656"/>
              <a:gd name="connsiteX43" fmla="*/ 3429003 w 5260975"/>
              <a:gd name="connsiteY43" fmla="*/ 1280364 h 1410656"/>
              <a:gd name="connsiteX44" fmla="*/ 3355264 w 5260975"/>
              <a:gd name="connsiteY44" fmla="*/ 1306096 h 1410656"/>
              <a:gd name="connsiteX45" fmla="*/ 3292757 w 5260975"/>
              <a:gd name="connsiteY45" fmla="*/ 1323090 h 1410656"/>
              <a:gd name="connsiteX46" fmla="*/ 3266643 w 5260975"/>
              <a:gd name="connsiteY46" fmla="*/ 1331251 h 1410656"/>
              <a:gd name="connsiteX47" fmla="*/ 3206921 w 5260975"/>
              <a:gd name="connsiteY47" fmla="*/ 1344886 h 1410656"/>
              <a:gd name="connsiteX48" fmla="*/ 3173123 w 5260975"/>
              <a:gd name="connsiteY48" fmla="*/ 1354488 h 1410656"/>
              <a:gd name="connsiteX49" fmla="*/ 3090646 w 5260975"/>
              <a:gd name="connsiteY49" fmla="*/ 1365337 h 1410656"/>
              <a:gd name="connsiteX50" fmla="*/ 3005480 w 5260975"/>
              <a:gd name="connsiteY50" fmla="*/ 1375802 h 1410656"/>
              <a:gd name="connsiteX51" fmla="*/ 2958721 w 5260975"/>
              <a:gd name="connsiteY51" fmla="*/ 1379259 h 1410656"/>
              <a:gd name="connsiteX52" fmla="*/ 2917915 w 5260975"/>
              <a:gd name="connsiteY52" fmla="*/ 1384733 h 1410656"/>
              <a:gd name="connsiteX53" fmla="*/ 2882389 w 5260975"/>
              <a:gd name="connsiteY53" fmla="*/ 1388189 h 1410656"/>
              <a:gd name="connsiteX54" fmla="*/ 2825837 w 5260975"/>
              <a:gd name="connsiteY54" fmla="*/ 1395198 h 1410656"/>
              <a:gd name="connsiteX55" fmla="*/ 2802313 w 5260975"/>
              <a:gd name="connsiteY55" fmla="*/ 1397023 h 1410656"/>
              <a:gd name="connsiteX56" fmla="*/ 2746816 w 5260975"/>
              <a:gd name="connsiteY56" fmla="*/ 1396926 h 1410656"/>
              <a:gd name="connsiteX57" fmla="*/ 2727517 w 5260975"/>
              <a:gd name="connsiteY57" fmla="*/ 1395966 h 1410656"/>
              <a:gd name="connsiteX58" fmla="*/ 2690359 w 5260975"/>
              <a:gd name="connsiteY58" fmla="*/ 1384060 h 1410656"/>
              <a:gd name="connsiteX59" fmla="*/ 2685943 w 5260975"/>
              <a:gd name="connsiteY59" fmla="*/ 1383196 h 1410656"/>
              <a:gd name="connsiteX60" fmla="*/ 2661554 w 5260975"/>
              <a:gd name="connsiteY60" fmla="*/ 1378491 h 1410656"/>
              <a:gd name="connsiteX61" fmla="*/ 2648208 w 5260975"/>
              <a:gd name="connsiteY61" fmla="*/ 1376955 h 1410656"/>
              <a:gd name="connsiteX62" fmla="*/ 2597512 w 5260975"/>
              <a:gd name="connsiteY62" fmla="*/ 1367162 h 1410656"/>
              <a:gd name="connsiteX63" fmla="*/ 2568324 w 5260975"/>
              <a:gd name="connsiteY63" fmla="*/ 1362553 h 1410656"/>
              <a:gd name="connsiteX64" fmla="*/ 2544704 w 5260975"/>
              <a:gd name="connsiteY64" fmla="*/ 1363225 h 1410656"/>
              <a:gd name="connsiteX65" fmla="*/ 2503225 w 5260975"/>
              <a:gd name="connsiteY65" fmla="*/ 1364089 h 1410656"/>
              <a:gd name="connsiteX66" fmla="*/ 2489975 w 5260975"/>
              <a:gd name="connsiteY66" fmla="*/ 1366298 h 1410656"/>
              <a:gd name="connsiteX67" fmla="*/ 2430061 w 5260975"/>
              <a:gd name="connsiteY67" fmla="*/ 1359960 h 1410656"/>
              <a:gd name="connsiteX68" fmla="*/ 2395880 w 5260975"/>
              <a:gd name="connsiteY68" fmla="*/ 1359480 h 1410656"/>
              <a:gd name="connsiteX69" fmla="*/ 2357378 w 5260975"/>
              <a:gd name="connsiteY69" fmla="*/ 1351607 h 1410656"/>
              <a:gd name="connsiteX70" fmla="*/ 2346145 w 5260975"/>
              <a:gd name="connsiteY70" fmla="*/ 1351991 h 1410656"/>
              <a:gd name="connsiteX71" fmla="*/ 2333567 w 5260975"/>
              <a:gd name="connsiteY71" fmla="*/ 1352663 h 1410656"/>
              <a:gd name="connsiteX72" fmla="*/ 2294968 w 5260975"/>
              <a:gd name="connsiteY72" fmla="*/ 1353240 h 1410656"/>
              <a:gd name="connsiteX73" fmla="*/ 2271540 w 5260975"/>
              <a:gd name="connsiteY73" fmla="*/ 1356120 h 1410656"/>
              <a:gd name="connsiteX74" fmla="*/ 2226895 w 5260975"/>
              <a:gd name="connsiteY74" fmla="*/ 1354392 h 1410656"/>
              <a:gd name="connsiteX75" fmla="*/ 2210379 w 5260975"/>
              <a:gd name="connsiteY75" fmla="*/ 1356888 h 1410656"/>
              <a:gd name="connsiteX76" fmla="*/ 2168613 w 5260975"/>
              <a:gd name="connsiteY76" fmla="*/ 1357176 h 1410656"/>
              <a:gd name="connsiteX77" fmla="*/ 2131167 w 5260975"/>
              <a:gd name="connsiteY77" fmla="*/ 1355736 h 1410656"/>
              <a:gd name="connsiteX78" fmla="*/ 2095065 w 5260975"/>
              <a:gd name="connsiteY78" fmla="*/ 1356504 h 1410656"/>
              <a:gd name="connsiteX79" fmla="*/ 2069237 w 5260975"/>
              <a:gd name="connsiteY79" fmla="*/ 1359672 h 1410656"/>
              <a:gd name="connsiteX80" fmla="*/ 2041201 w 5260975"/>
              <a:gd name="connsiteY80" fmla="*/ 1361592 h 1410656"/>
              <a:gd name="connsiteX81" fmla="*/ 1963909 w 5260975"/>
              <a:gd name="connsiteY81" fmla="*/ 1373018 h 1410656"/>
              <a:gd name="connsiteX82" fmla="*/ 1949603 w 5260975"/>
              <a:gd name="connsiteY82" fmla="*/ 1370234 h 1410656"/>
              <a:gd name="connsiteX83" fmla="*/ 1868373 w 5260975"/>
              <a:gd name="connsiteY83" fmla="*/ 1367641 h 1410656"/>
              <a:gd name="connsiteX84" fmla="*/ 1850707 w 5260975"/>
              <a:gd name="connsiteY84" fmla="*/ 1367834 h 1410656"/>
              <a:gd name="connsiteX85" fmla="*/ 1803275 w 5260975"/>
              <a:gd name="connsiteY85" fmla="*/ 1356504 h 1410656"/>
              <a:gd name="connsiteX86" fmla="*/ 1730112 w 5260975"/>
              <a:gd name="connsiteY86" fmla="*/ 1374459 h 1410656"/>
              <a:gd name="connsiteX87" fmla="*/ 1661652 w 5260975"/>
              <a:gd name="connsiteY87" fmla="*/ 1396926 h 1410656"/>
              <a:gd name="connsiteX88" fmla="*/ 1653011 w 5260975"/>
              <a:gd name="connsiteY88" fmla="*/ 1399807 h 1410656"/>
              <a:gd name="connsiteX89" fmla="*/ 1628431 w 5260975"/>
              <a:gd name="connsiteY89" fmla="*/ 1404704 h 1410656"/>
              <a:gd name="connsiteX90" fmla="*/ 1597995 w 5260975"/>
              <a:gd name="connsiteY90" fmla="*/ 1406432 h 1410656"/>
              <a:gd name="connsiteX91" fmla="*/ 1559396 w 5260975"/>
              <a:gd name="connsiteY91" fmla="*/ 1410656 h 1410656"/>
              <a:gd name="connsiteX92" fmla="*/ 1528480 w 5260975"/>
              <a:gd name="connsiteY92" fmla="*/ 1405375 h 1410656"/>
              <a:gd name="connsiteX93" fmla="*/ 1485272 w 5260975"/>
              <a:gd name="connsiteY93" fmla="*/ 1397502 h 1410656"/>
              <a:gd name="connsiteX94" fmla="*/ 1444562 w 5260975"/>
              <a:gd name="connsiteY94" fmla="*/ 1390013 h 1410656"/>
              <a:gd name="connsiteX95" fmla="*/ 1431696 w 5260975"/>
              <a:gd name="connsiteY95" fmla="*/ 1398846 h 1410656"/>
              <a:gd name="connsiteX96" fmla="*/ 1411821 w 5260975"/>
              <a:gd name="connsiteY96" fmla="*/ 1406527 h 1410656"/>
              <a:gd name="connsiteX97" fmla="*/ 1389738 w 5260975"/>
              <a:gd name="connsiteY97" fmla="*/ 1397310 h 1410656"/>
              <a:gd name="connsiteX98" fmla="*/ 1338081 w 5260975"/>
              <a:gd name="connsiteY98" fmla="*/ 1378204 h 1410656"/>
              <a:gd name="connsiteX99" fmla="*/ 1305436 w 5260975"/>
              <a:gd name="connsiteY99" fmla="*/ 1377339 h 1410656"/>
              <a:gd name="connsiteX100" fmla="*/ 1234481 w 5260975"/>
              <a:gd name="connsiteY100" fmla="*/ 1369178 h 1410656"/>
              <a:gd name="connsiteX101" fmla="*/ 1188106 w 5260975"/>
              <a:gd name="connsiteY101" fmla="*/ 1357560 h 1410656"/>
              <a:gd name="connsiteX102" fmla="*/ 1154790 w 5260975"/>
              <a:gd name="connsiteY102" fmla="*/ 1344406 h 1410656"/>
              <a:gd name="connsiteX103" fmla="*/ 1107069 w 5260975"/>
              <a:gd name="connsiteY103" fmla="*/ 1327219 h 1410656"/>
              <a:gd name="connsiteX104" fmla="*/ 1059158 w 5260975"/>
              <a:gd name="connsiteY104" fmla="*/ 1318290 h 1410656"/>
              <a:gd name="connsiteX105" fmla="*/ 1024496 w 5260975"/>
              <a:gd name="connsiteY105" fmla="*/ 1307056 h 1410656"/>
              <a:gd name="connsiteX106" fmla="*/ 982153 w 5260975"/>
              <a:gd name="connsiteY106" fmla="*/ 1299374 h 1410656"/>
              <a:gd name="connsiteX107" fmla="*/ 946628 w 5260975"/>
              <a:gd name="connsiteY107" fmla="*/ 1299087 h 1410656"/>
              <a:gd name="connsiteX108" fmla="*/ 890939 w 5260975"/>
              <a:gd name="connsiteY108" fmla="*/ 1300431 h 1410656"/>
              <a:gd name="connsiteX109" fmla="*/ 822769 w 5260975"/>
              <a:gd name="connsiteY109" fmla="*/ 1277196 h 1410656"/>
              <a:gd name="connsiteX110" fmla="*/ 795212 w 5260975"/>
              <a:gd name="connsiteY110" fmla="*/ 1272010 h 1410656"/>
              <a:gd name="connsiteX111" fmla="*/ 769288 w 5260975"/>
              <a:gd name="connsiteY111" fmla="*/ 1269610 h 1410656"/>
              <a:gd name="connsiteX112" fmla="*/ 714271 w 5260975"/>
              <a:gd name="connsiteY112" fmla="*/ 1254152 h 1410656"/>
              <a:gd name="connsiteX113" fmla="*/ 691900 w 5260975"/>
              <a:gd name="connsiteY113" fmla="*/ 1249062 h 1410656"/>
              <a:gd name="connsiteX114" fmla="*/ 660598 w 5260975"/>
              <a:gd name="connsiteY114" fmla="*/ 1249159 h 1410656"/>
              <a:gd name="connsiteX115" fmla="*/ 603662 w 5260975"/>
              <a:gd name="connsiteY115" fmla="*/ 1242054 h 1410656"/>
              <a:gd name="connsiteX116" fmla="*/ 546821 w 5260975"/>
              <a:gd name="connsiteY116" fmla="*/ 1221314 h 1410656"/>
              <a:gd name="connsiteX117" fmla="*/ 522721 w 5260975"/>
              <a:gd name="connsiteY117" fmla="*/ 1223330 h 1410656"/>
              <a:gd name="connsiteX118" fmla="*/ 514080 w 5260975"/>
              <a:gd name="connsiteY118" fmla="*/ 1222851 h 1410656"/>
              <a:gd name="connsiteX119" fmla="*/ 436404 w 5260975"/>
              <a:gd name="connsiteY119" fmla="*/ 1211424 h 1410656"/>
              <a:gd name="connsiteX120" fmla="*/ 428626 w 5260975"/>
              <a:gd name="connsiteY120" fmla="*/ 1210177 h 1410656"/>
              <a:gd name="connsiteX121" fmla="*/ 392141 w 5260975"/>
              <a:gd name="connsiteY121" fmla="*/ 1199999 h 1410656"/>
              <a:gd name="connsiteX122" fmla="*/ 300157 w 5260975"/>
              <a:gd name="connsiteY122" fmla="*/ 1193662 h 1410656"/>
              <a:gd name="connsiteX123" fmla="*/ 294493 w 5260975"/>
              <a:gd name="connsiteY123" fmla="*/ 1192894 h 1410656"/>
              <a:gd name="connsiteX124" fmla="*/ 263671 w 5260975"/>
              <a:gd name="connsiteY124" fmla="*/ 1197982 h 1410656"/>
              <a:gd name="connsiteX125" fmla="*/ 248406 w 5260975"/>
              <a:gd name="connsiteY125" fmla="*/ 1205184 h 1410656"/>
              <a:gd name="connsiteX126" fmla="*/ 224594 w 5260975"/>
              <a:gd name="connsiteY126" fmla="*/ 1212673 h 1410656"/>
              <a:gd name="connsiteX127" fmla="*/ 200398 w 5260975"/>
              <a:gd name="connsiteY127" fmla="*/ 1215458 h 1410656"/>
              <a:gd name="connsiteX128" fmla="*/ 159783 w 5260975"/>
              <a:gd name="connsiteY128" fmla="*/ 1204127 h 1410656"/>
              <a:gd name="connsiteX129" fmla="*/ 144997 w 5260975"/>
              <a:gd name="connsiteY129" fmla="*/ 1202975 h 1410656"/>
              <a:gd name="connsiteX130" fmla="*/ 112064 w 5260975"/>
              <a:gd name="connsiteY130" fmla="*/ 1197503 h 1410656"/>
              <a:gd name="connsiteX131" fmla="*/ 83259 w 5260975"/>
              <a:gd name="connsiteY131" fmla="*/ 1197887 h 1410656"/>
              <a:gd name="connsiteX132" fmla="*/ 60120 w 5260975"/>
              <a:gd name="connsiteY132" fmla="*/ 1206624 h 1410656"/>
              <a:gd name="connsiteX133" fmla="*/ 26514 w 5260975"/>
              <a:gd name="connsiteY133" fmla="*/ 1208352 h 1410656"/>
              <a:gd name="connsiteX134" fmla="*/ 4814 w 5260975"/>
              <a:gd name="connsiteY134" fmla="*/ 1202015 h 1410656"/>
              <a:gd name="connsiteX135" fmla="*/ 398 w 5260975"/>
              <a:gd name="connsiteY135" fmla="*/ 1201152 h 1410656"/>
              <a:gd name="connsiteX136" fmla="*/ 0 w 5260975"/>
              <a:gd name="connsiteY136" fmla="*/ 1201150 h 1410656"/>
              <a:gd name="connsiteX137" fmla="*/ 0 w 5260975"/>
              <a:gd name="connsiteY137" fmla="*/ 1004512 h 1410656"/>
              <a:gd name="connsiteX138" fmla="*/ 30355 w 5260975"/>
              <a:gd name="connsiteY138" fmla="*/ 1002784 h 1410656"/>
              <a:gd name="connsiteX139" fmla="*/ 52151 w 5260975"/>
              <a:gd name="connsiteY139" fmla="*/ 997695 h 1410656"/>
              <a:gd name="connsiteX140" fmla="*/ 64248 w 5260975"/>
              <a:gd name="connsiteY140" fmla="*/ 994430 h 1410656"/>
              <a:gd name="connsiteX141" fmla="*/ 126370 w 5260975"/>
              <a:gd name="connsiteY141" fmla="*/ 985405 h 1410656"/>
              <a:gd name="connsiteX142" fmla="*/ 154022 w 5260975"/>
              <a:gd name="connsiteY142" fmla="*/ 975708 h 1410656"/>
              <a:gd name="connsiteX143" fmla="*/ 161512 w 5260975"/>
              <a:gd name="connsiteY143" fmla="*/ 974268 h 1410656"/>
              <a:gd name="connsiteX144" fmla="*/ 202510 w 5260975"/>
              <a:gd name="connsiteY144" fmla="*/ 978300 h 1410656"/>
              <a:gd name="connsiteX145" fmla="*/ 233235 w 5260975"/>
              <a:gd name="connsiteY145" fmla="*/ 993950 h 1410656"/>
              <a:gd name="connsiteX146" fmla="*/ 239188 w 5260975"/>
              <a:gd name="connsiteY146" fmla="*/ 999231 h 1410656"/>
              <a:gd name="connsiteX147" fmla="*/ 324834 w 5260975"/>
              <a:gd name="connsiteY147" fmla="*/ 997407 h 1410656"/>
              <a:gd name="connsiteX148" fmla="*/ 337987 w 5260975"/>
              <a:gd name="connsiteY148" fmla="*/ 995198 h 1410656"/>
              <a:gd name="connsiteX149" fmla="*/ 401550 w 5260975"/>
              <a:gd name="connsiteY149" fmla="*/ 1004416 h 1410656"/>
              <a:gd name="connsiteX150" fmla="*/ 420081 w 5260975"/>
              <a:gd name="connsiteY150" fmla="*/ 1006240 h 1410656"/>
              <a:gd name="connsiteX151" fmla="*/ 486523 w 5260975"/>
              <a:gd name="connsiteY151" fmla="*/ 1014498 h 1410656"/>
              <a:gd name="connsiteX152" fmla="*/ 495932 w 5260975"/>
              <a:gd name="connsiteY152" fmla="*/ 1006817 h 1410656"/>
              <a:gd name="connsiteX153" fmla="*/ 523009 w 5260975"/>
              <a:gd name="connsiteY153" fmla="*/ 987517 h 1410656"/>
              <a:gd name="connsiteX154" fmla="*/ 576393 w 5260975"/>
              <a:gd name="connsiteY154" fmla="*/ 970427 h 1410656"/>
              <a:gd name="connsiteX155" fmla="*/ 590892 w 5260975"/>
              <a:gd name="connsiteY155" fmla="*/ 971387 h 1410656"/>
              <a:gd name="connsiteX156" fmla="*/ 627569 w 5260975"/>
              <a:gd name="connsiteY156" fmla="*/ 999904 h 1410656"/>
              <a:gd name="connsiteX157" fmla="*/ 645429 w 5260975"/>
              <a:gd name="connsiteY157" fmla="*/ 1011329 h 1410656"/>
              <a:gd name="connsiteX158" fmla="*/ 696125 w 5260975"/>
              <a:gd name="connsiteY158" fmla="*/ 1032356 h 1410656"/>
              <a:gd name="connsiteX159" fmla="*/ 700349 w 5260975"/>
              <a:gd name="connsiteY159" fmla="*/ 1036197 h 1410656"/>
              <a:gd name="connsiteX160" fmla="*/ 737795 w 5260975"/>
              <a:gd name="connsiteY160" fmla="*/ 1081804 h 1410656"/>
              <a:gd name="connsiteX161" fmla="*/ 746244 w 5260975"/>
              <a:gd name="connsiteY161" fmla="*/ 1089581 h 1410656"/>
              <a:gd name="connsiteX162" fmla="*/ 756422 w 5260975"/>
              <a:gd name="connsiteY162" fmla="*/ 1101680 h 1410656"/>
              <a:gd name="connsiteX163" fmla="*/ 788202 w 5260975"/>
              <a:gd name="connsiteY163" fmla="*/ 1125108 h 1410656"/>
              <a:gd name="connsiteX164" fmla="*/ 827569 w 5260975"/>
              <a:gd name="connsiteY164" fmla="*/ 1132596 h 1410656"/>
              <a:gd name="connsiteX165" fmla="*/ 875097 w 5260975"/>
              <a:gd name="connsiteY165" fmla="*/ 1144022 h 1410656"/>
              <a:gd name="connsiteX166" fmla="*/ 894972 w 5260975"/>
              <a:gd name="connsiteY166" fmla="*/ 1151704 h 1410656"/>
              <a:gd name="connsiteX167" fmla="*/ 948260 w 5260975"/>
              <a:gd name="connsiteY167" fmla="*/ 1166298 h 1410656"/>
              <a:gd name="connsiteX168" fmla="*/ 986282 w 5260975"/>
              <a:gd name="connsiteY168" fmla="*/ 1178588 h 1410656"/>
              <a:gd name="connsiteX169" fmla="*/ 1041107 w 5260975"/>
              <a:gd name="connsiteY169" fmla="*/ 1185789 h 1410656"/>
              <a:gd name="connsiteX170" fmla="*/ 1067703 w 5260975"/>
              <a:gd name="connsiteY170" fmla="*/ 1186076 h 1410656"/>
              <a:gd name="connsiteX171" fmla="*/ 1116574 w 5260975"/>
              <a:gd name="connsiteY171" fmla="*/ 1222946 h 1410656"/>
              <a:gd name="connsiteX172" fmla="*/ 1155557 w 5260975"/>
              <a:gd name="connsiteY172" fmla="*/ 1247335 h 1410656"/>
              <a:gd name="connsiteX173" fmla="*/ 1196556 w 5260975"/>
              <a:gd name="connsiteY173" fmla="*/ 1235525 h 1410656"/>
              <a:gd name="connsiteX174" fmla="*/ 1207693 w 5260975"/>
              <a:gd name="connsiteY174" fmla="*/ 1224387 h 1410656"/>
              <a:gd name="connsiteX175" fmla="*/ 1274904 w 5260975"/>
              <a:gd name="connsiteY175" fmla="*/ 1213826 h 1410656"/>
              <a:gd name="connsiteX176" fmla="*/ 1370919 w 5260975"/>
              <a:gd name="connsiteY176" fmla="*/ 1213442 h 1410656"/>
              <a:gd name="connsiteX177" fmla="*/ 1530593 w 5260975"/>
              <a:gd name="connsiteY177" fmla="*/ 1189437 h 1410656"/>
              <a:gd name="connsiteX178" fmla="*/ 1558436 w 5260975"/>
              <a:gd name="connsiteY178" fmla="*/ 1178299 h 1410656"/>
              <a:gd name="connsiteX179" fmla="*/ 1589737 w 5260975"/>
              <a:gd name="connsiteY179" fmla="*/ 1175515 h 1410656"/>
              <a:gd name="connsiteX180" fmla="*/ 1601740 w 5260975"/>
              <a:gd name="connsiteY180" fmla="*/ 1182333 h 1410656"/>
              <a:gd name="connsiteX181" fmla="*/ 1654259 w 5260975"/>
              <a:gd name="connsiteY181" fmla="*/ 1192510 h 1410656"/>
              <a:gd name="connsiteX182" fmla="*/ 1664246 w 5260975"/>
              <a:gd name="connsiteY182" fmla="*/ 1192702 h 1410656"/>
              <a:gd name="connsiteX183" fmla="*/ 1698427 w 5260975"/>
              <a:gd name="connsiteY183" fmla="*/ 1188381 h 1410656"/>
              <a:gd name="connsiteX184" fmla="*/ 1730112 w 5260975"/>
              <a:gd name="connsiteY184" fmla="*/ 1185885 h 1410656"/>
              <a:gd name="connsiteX185" fmla="*/ 1809996 w 5260975"/>
              <a:gd name="connsiteY185" fmla="*/ 1194046 h 1410656"/>
              <a:gd name="connsiteX186" fmla="*/ 1871254 w 5260975"/>
              <a:gd name="connsiteY186" fmla="*/ 1192126 h 1410656"/>
              <a:gd name="connsiteX187" fmla="*/ 1899482 w 5260975"/>
              <a:gd name="connsiteY187" fmla="*/ 1194046 h 1410656"/>
              <a:gd name="connsiteX188" fmla="*/ 1915420 w 5260975"/>
              <a:gd name="connsiteY188" fmla="*/ 1196927 h 1410656"/>
              <a:gd name="connsiteX189" fmla="*/ 1951522 w 5260975"/>
              <a:gd name="connsiteY189" fmla="*/ 1216994 h 1410656"/>
              <a:gd name="connsiteX190" fmla="*/ 1971302 w 5260975"/>
              <a:gd name="connsiteY190" fmla="*/ 1221507 h 1410656"/>
              <a:gd name="connsiteX191" fmla="*/ 2030831 w 5260975"/>
              <a:gd name="connsiteY191" fmla="*/ 1221123 h 1410656"/>
              <a:gd name="connsiteX192" fmla="*/ 2120125 w 5260975"/>
              <a:gd name="connsiteY192" fmla="*/ 1190878 h 1410656"/>
              <a:gd name="connsiteX193" fmla="*/ 2129439 w 5260975"/>
              <a:gd name="connsiteY193" fmla="*/ 1186845 h 1410656"/>
              <a:gd name="connsiteX194" fmla="*/ 2174854 w 5260975"/>
              <a:gd name="connsiteY194" fmla="*/ 1181852 h 1410656"/>
              <a:gd name="connsiteX195" fmla="*/ 2205674 w 5260975"/>
              <a:gd name="connsiteY195" fmla="*/ 1188669 h 1410656"/>
              <a:gd name="connsiteX196" fmla="*/ 2247634 w 5260975"/>
              <a:gd name="connsiteY196" fmla="*/ 1202784 h 1410656"/>
              <a:gd name="connsiteX197" fmla="*/ 2285367 w 5260975"/>
              <a:gd name="connsiteY197" fmla="*/ 1214594 h 1410656"/>
              <a:gd name="connsiteX198" fmla="*/ 2312827 w 5260975"/>
              <a:gd name="connsiteY198" fmla="*/ 1227939 h 1410656"/>
              <a:gd name="connsiteX199" fmla="*/ 2375622 w 5260975"/>
              <a:gd name="connsiteY199" fmla="*/ 1237733 h 1410656"/>
              <a:gd name="connsiteX200" fmla="*/ 2382151 w 5260975"/>
              <a:gd name="connsiteY200" fmla="*/ 1239365 h 1410656"/>
              <a:gd name="connsiteX201" fmla="*/ 2429390 w 5260975"/>
              <a:gd name="connsiteY201" fmla="*/ 1227459 h 1410656"/>
              <a:gd name="connsiteX202" fmla="*/ 2486134 w 5260975"/>
              <a:gd name="connsiteY202" fmla="*/ 1215362 h 1410656"/>
              <a:gd name="connsiteX203" fmla="*/ 2506394 w 5260975"/>
              <a:gd name="connsiteY203" fmla="*/ 1219490 h 1410656"/>
              <a:gd name="connsiteX204" fmla="*/ 2534142 w 5260975"/>
              <a:gd name="connsiteY204" fmla="*/ 1225347 h 1410656"/>
              <a:gd name="connsiteX205" fmla="*/ 2559874 w 5260975"/>
              <a:gd name="connsiteY205" fmla="*/ 1222275 h 1410656"/>
              <a:gd name="connsiteX206" fmla="*/ 2575525 w 5260975"/>
              <a:gd name="connsiteY206" fmla="*/ 1221987 h 1410656"/>
              <a:gd name="connsiteX207" fmla="*/ 2646960 w 5260975"/>
              <a:gd name="connsiteY207" fmla="*/ 1257896 h 1410656"/>
              <a:gd name="connsiteX208" fmla="*/ 2665107 w 5260975"/>
              <a:gd name="connsiteY208" fmla="*/ 1260873 h 1410656"/>
              <a:gd name="connsiteX209" fmla="*/ 2675381 w 5260975"/>
              <a:gd name="connsiteY209" fmla="*/ 1265290 h 1410656"/>
              <a:gd name="connsiteX210" fmla="*/ 2737311 w 5260975"/>
              <a:gd name="connsiteY210" fmla="*/ 1309841 h 1410656"/>
              <a:gd name="connsiteX211" fmla="*/ 2763619 w 5260975"/>
              <a:gd name="connsiteY211" fmla="*/ 1318866 h 1410656"/>
              <a:gd name="connsiteX212" fmla="*/ 2792519 w 5260975"/>
              <a:gd name="connsiteY212" fmla="*/ 1317041 h 1410656"/>
              <a:gd name="connsiteX213" fmla="*/ 2809226 w 5260975"/>
              <a:gd name="connsiteY213" fmla="*/ 1313777 h 1410656"/>
              <a:gd name="connsiteX214" fmla="*/ 2850705 w 5260975"/>
              <a:gd name="connsiteY214" fmla="*/ 1285452 h 1410656"/>
              <a:gd name="connsiteX215" fmla="*/ 2874324 w 5260975"/>
              <a:gd name="connsiteY215" fmla="*/ 1286413 h 1410656"/>
              <a:gd name="connsiteX216" fmla="*/ 2911194 w 5260975"/>
              <a:gd name="connsiteY216" fmla="*/ 1305903 h 1410656"/>
              <a:gd name="connsiteX217" fmla="*/ 2978116 w 5260975"/>
              <a:gd name="connsiteY217" fmla="*/ 1314641 h 1410656"/>
              <a:gd name="connsiteX218" fmla="*/ 3012106 w 5260975"/>
              <a:gd name="connsiteY218" fmla="*/ 1287373 h 1410656"/>
              <a:gd name="connsiteX219" fmla="*/ 3029676 w 5260975"/>
              <a:gd name="connsiteY219" fmla="*/ 1261161 h 1410656"/>
              <a:gd name="connsiteX220" fmla="*/ 3080469 w 5260975"/>
              <a:gd name="connsiteY220" fmla="*/ 1230724 h 1410656"/>
              <a:gd name="connsiteX221" fmla="*/ 3092567 w 5260975"/>
              <a:gd name="connsiteY221" fmla="*/ 1242054 h 1410656"/>
              <a:gd name="connsiteX222" fmla="*/ 3129821 w 5260975"/>
              <a:gd name="connsiteY222" fmla="*/ 1246855 h 1410656"/>
              <a:gd name="connsiteX223" fmla="*/ 3170147 w 5260975"/>
              <a:gd name="connsiteY223" fmla="*/ 1246471 h 1410656"/>
              <a:gd name="connsiteX224" fmla="*/ 3240429 w 5260975"/>
              <a:gd name="connsiteY224" fmla="*/ 1251559 h 1410656"/>
              <a:gd name="connsiteX225" fmla="*/ 3287189 w 5260975"/>
              <a:gd name="connsiteY225" fmla="*/ 1222466 h 1410656"/>
              <a:gd name="connsiteX226" fmla="*/ 3305049 w 5260975"/>
              <a:gd name="connsiteY226" fmla="*/ 1210465 h 1410656"/>
              <a:gd name="connsiteX227" fmla="*/ 3321755 w 5260975"/>
              <a:gd name="connsiteY227" fmla="*/ 1202784 h 1410656"/>
              <a:gd name="connsiteX228" fmla="*/ 3341055 w 5260975"/>
              <a:gd name="connsiteY228" fmla="*/ 1198463 h 1410656"/>
              <a:gd name="connsiteX229" fmla="*/ 3387621 w 5260975"/>
              <a:gd name="connsiteY229" fmla="*/ 1182140 h 1410656"/>
              <a:gd name="connsiteX230" fmla="*/ 3413161 w 5260975"/>
              <a:gd name="connsiteY230" fmla="*/ 1166105 h 1410656"/>
              <a:gd name="connsiteX231" fmla="*/ 3470579 w 5260975"/>
              <a:gd name="connsiteY231" fmla="*/ 1150647 h 1410656"/>
              <a:gd name="connsiteX232" fmla="*/ 3509657 w 5260975"/>
              <a:gd name="connsiteY232" fmla="*/ 1136821 h 1410656"/>
              <a:gd name="connsiteX233" fmla="*/ 3550847 w 5260975"/>
              <a:gd name="connsiteY233" fmla="*/ 1113009 h 1410656"/>
              <a:gd name="connsiteX234" fmla="*/ 3556608 w 5260975"/>
              <a:gd name="connsiteY234" fmla="*/ 1109361 h 1410656"/>
              <a:gd name="connsiteX235" fmla="*/ 3570435 w 5260975"/>
              <a:gd name="connsiteY235" fmla="*/ 1093710 h 1410656"/>
              <a:gd name="connsiteX236" fmla="*/ 3590501 w 5260975"/>
              <a:gd name="connsiteY236" fmla="*/ 1039846 h 1410656"/>
              <a:gd name="connsiteX237" fmla="*/ 3596263 w 5260975"/>
              <a:gd name="connsiteY237" fmla="*/ 1028900 h 1410656"/>
              <a:gd name="connsiteX238" fmla="*/ 3648591 w 5260975"/>
              <a:gd name="connsiteY238" fmla="*/ 992030 h 1410656"/>
              <a:gd name="connsiteX239" fmla="*/ 3667986 w 5260975"/>
              <a:gd name="connsiteY239" fmla="*/ 995487 h 1410656"/>
              <a:gd name="connsiteX240" fmla="*/ 3689397 w 5260975"/>
              <a:gd name="connsiteY240" fmla="*/ 1007585 h 1410656"/>
              <a:gd name="connsiteX241" fmla="*/ 3736349 w 5260975"/>
              <a:gd name="connsiteY241" fmla="*/ 1010753 h 1410656"/>
              <a:gd name="connsiteX242" fmla="*/ 3753919 w 5260975"/>
              <a:gd name="connsiteY242" fmla="*/ 1004513 h 1410656"/>
              <a:gd name="connsiteX243" fmla="*/ 3784643 w 5260975"/>
              <a:gd name="connsiteY243" fmla="*/ 987710 h 1410656"/>
              <a:gd name="connsiteX244" fmla="*/ 3808359 w 5260975"/>
              <a:gd name="connsiteY244" fmla="*/ 961689 h 1410656"/>
              <a:gd name="connsiteX245" fmla="*/ 3842829 w 5260975"/>
              <a:gd name="connsiteY245" fmla="*/ 918674 h 1410656"/>
              <a:gd name="connsiteX246" fmla="*/ 3908983 w 5260975"/>
              <a:gd name="connsiteY246" fmla="*/ 902256 h 1410656"/>
              <a:gd name="connsiteX247" fmla="*/ 3934428 w 5260975"/>
              <a:gd name="connsiteY247" fmla="*/ 896783 h 1410656"/>
              <a:gd name="connsiteX248" fmla="*/ 4026987 w 5260975"/>
              <a:gd name="connsiteY248" fmla="*/ 873835 h 1410656"/>
              <a:gd name="connsiteX249" fmla="*/ 4035051 w 5260975"/>
              <a:gd name="connsiteY249" fmla="*/ 873067 h 1410656"/>
              <a:gd name="connsiteX250" fmla="*/ 4099189 w 5260975"/>
              <a:gd name="connsiteY250" fmla="*/ 846664 h 1410656"/>
              <a:gd name="connsiteX251" fmla="*/ 4114647 w 5260975"/>
              <a:gd name="connsiteY251" fmla="*/ 840134 h 1410656"/>
              <a:gd name="connsiteX252" fmla="*/ 4133563 w 5260975"/>
              <a:gd name="connsiteY252" fmla="*/ 823427 h 1410656"/>
              <a:gd name="connsiteX253" fmla="*/ 4151039 w 5260975"/>
              <a:gd name="connsiteY253" fmla="*/ 776284 h 1410656"/>
              <a:gd name="connsiteX254" fmla="*/ 4171489 w 5260975"/>
              <a:gd name="connsiteY254" fmla="*/ 754776 h 1410656"/>
              <a:gd name="connsiteX255" fmla="*/ 4186372 w 5260975"/>
              <a:gd name="connsiteY255" fmla="*/ 741718 h 1410656"/>
              <a:gd name="connsiteX256" fmla="*/ 4199429 w 5260975"/>
              <a:gd name="connsiteY256" fmla="*/ 721940 h 1410656"/>
              <a:gd name="connsiteX257" fmla="*/ 4212487 w 5260975"/>
              <a:gd name="connsiteY257" fmla="*/ 674604 h 1410656"/>
              <a:gd name="connsiteX258" fmla="*/ 4232555 w 5260975"/>
              <a:gd name="connsiteY258" fmla="*/ 632645 h 1410656"/>
              <a:gd name="connsiteX259" fmla="*/ 4268657 w 5260975"/>
              <a:gd name="connsiteY259" fmla="*/ 609410 h 1410656"/>
              <a:gd name="connsiteX260" fmla="*/ 4291028 w 5260975"/>
              <a:gd name="connsiteY260" fmla="*/ 597216 h 1410656"/>
              <a:gd name="connsiteX261" fmla="*/ 4379651 w 5260975"/>
              <a:gd name="connsiteY261" fmla="*/ 609506 h 1410656"/>
              <a:gd name="connsiteX262" fmla="*/ 4440139 w 5260975"/>
              <a:gd name="connsiteY262" fmla="*/ 621507 h 1410656"/>
              <a:gd name="connsiteX263" fmla="*/ 4460015 w 5260975"/>
              <a:gd name="connsiteY263" fmla="*/ 616899 h 1410656"/>
              <a:gd name="connsiteX264" fmla="*/ 4516183 w 5260975"/>
              <a:gd name="connsiteY264" fmla="*/ 577724 h 1410656"/>
              <a:gd name="connsiteX265" fmla="*/ 4571681 w 5260975"/>
              <a:gd name="connsiteY265" fmla="*/ 560250 h 1410656"/>
              <a:gd name="connsiteX266" fmla="*/ 4613447 w 5260975"/>
              <a:gd name="connsiteY266" fmla="*/ 555257 h 1410656"/>
              <a:gd name="connsiteX267" fmla="*/ 4649355 w 5260975"/>
              <a:gd name="connsiteY267" fmla="*/ 551417 h 1410656"/>
              <a:gd name="connsiteX268" fmla="*/ 4692467 w 5260975"/>
              <a:gd name="connsiteY268" fmla="*/ 540663 h 1410656"/>
              <a:gd name="connsiteX269" fmla="*/ 4716855 w 5260975"/>
              <a:gd name="connsiteY269" fmla="*/ 528949 h 1410656"/>
              <a:gd name="connsiteX270" fmla="*/ 4755645 w 5260975"/>
              <a:gd name="connsiteY270" fmla="*/ 512147 h 1410656"/>
              <a:gd name="connsiteX271" fmla="*/ 4795395 w 5260975"/>
              <a:gd name="connsiteY271" fmla="*/ 490351 h 1410656"/>
              <a:gd name="connsiteX272" fmla="*/ 4825928 w 5260975"/>
              <a:gd name="connsiteY272" fmla="*/ 459818 h 1410656"/>
              <a:gd name="connsiteX273" fmla="*/ 4842347 w 5260975"/>
              <a:gd name="connsiteY273" fmla="*/ 434086 h 1410656"/>
              <a:gd name="connsiteX274" fmla="*/ 4890451 w 5260975"/>
              <a:gd name="connsiteY274" fmla="*/ 397216 h 1410656"/>
              <a:gd name="connsiteX275" fmla="*/ 4933945 w 5260975"/>
              <a:gd name="connsiteY275" fmla="*/ 327701 h 1410656"/>
              <a:gd name="connsiteX276" fmla="*/ 4961214 w 5260975"/>
              <a:gd name="connsiteY276" fmla="*/ 298801 h 1410656"/>
              <a:gd name="connsiteX277" fmla="*/ 4976672 w 5260975"/>
              <a:gd name="connsiteY277" fmla="*/ 290639 h 1410656"/>
              <a:gd name="connsiteX278" fmla="*/ 5002979 w 5260975"/>
              <a:gd name="connsiteY278" fmla="*/ 270573 h 1410656"/>
              <a:gd name="connsiteX279" fmla="*/ 5018535 w 5260975"/>
              <a:gd name="connsiteY279" fmla="*/ 255690 h 1410656"/>
              <a:gd name="connsiteX280" fmla="*/ 5061069 w 5260975"/>
              <a:gd name="connsiteY280" fmla="*/ 200961 h 1410656"/>
              <a:gd name="connsiteX281" fmla="*/ 5074127 w 5260975"/>
              <a:gd name="connsiteY281" fmla="*/ 184735 h 1410656"/>
              <a:gd name="connsiteX282" fmla="*/ 5101108 w 5260975"/>
              <a:gd name="connsiteY282" fmla="*/ 156891 h 1410656"/>
              <a:gd name="connsiteX283" fmla="*/ 5112918 w 5260975"/>
              <a:gd name="connsiteY283" fmla="*/ 148441 h 1410656"/>
              <a:gd name="connsiteX284" fmla="*/ 5133753 w 5260975"/>
              <a:gd name="connsiteY284" fmla="*/ 125782 h 1410656"/>
              <a:gd name="connsiteX285" fmla="*/ 5183393 w 5260975"/>
              <a:gd name="connsiteY285" fmla="*/ 66348 h 1410656"/>
              <a:gd name="connsiteX286" fmla="*/ 5204709 w 5260975"/>
              <a:gd name="connsiteY286" fmla="*/ 33030 h 1410656"/>
              <a:gd name="connsiteX287" fmla="*/ 5247243 w 5260975"/>
              <a:gd name="connsiteY287" fmla="*/ 8451 h 141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5260975" h="1410656">
                <a:moveTo>
                  <a:pt x="5260975" y="0"/>
                </a:moveTo>
                <a:lnTo>
                  <a:pt x="5260975" y="221634"/>
                </a:lnTo>
                <a:lnTo>
                  <a:pt x="5226503" y="237063"/>
                </a:lnTo>
                <a:cubicBezTo>
                  <a:pt x="5219783" y="239848"/>
                  <a:pt x="5212389" y="241384"/>
                  <a:pt x="5206341" y="245128"/>
                </a:cubicBezTo>
                <a:cubicBezTo>
                  <a:pt x="5178495" y="262219"/>
                  <a:pt x="5151515" y="280654"/>
                  <a:pt x="5123287" y="297073"/>
                </a:cubicBezTo>
                <a:cubicBezTo>
                  <a:pt x="5094195" y="314067"/>
                  <a:pt x="5068175" y="334134"/>
                  <a:pt x="5048107" y="361307"/>
                </a:cubicBezTo>
                <a:cubicBezTo>
                  <a:pt x="5029480" y="386559"/>
                  <a:pt x="5011429" y="412194"/>
                  <a:pt x="4992899" y="437542"/>
                </a:cubicBezTo>
                <a:cubicBezTo>
                  <a:pt x="4988194" y="443975"/>
                  <a:pt x="4983873" y="451561"/>
                  <a:pt x="4977440" y="455690"/>
                </a:cubicBezTo>
                <a:cubicBezTo>
                  <a:pt x="4964094" y="464331"/>
                  <a:pt x="4949499" y="471340"/>
                  <a:pt x="4935193" y="478445"/>
                </a:cubicBezTo>
                <a:cubicBezTo>
                  <a:pt x="4922903" y="484494"/>
                  <a:pt x="4909845" y="489006"/>
                  <a:pt x="4897844" y="495535"/>
                </a:cubicBezTo>
                <a:cubicBezTo>
                  <a:pt x="4888243" y="500721"/>
                  <a:pt x="4879697" y="507922"/>
                  <a:pt x="4870767" y="514451"/>
                </a:cubicBezTo>
                <a:cubicBezTo>
                  <a:pt x="4862990" y="520115"/>
                  <a:pt x="4854445" y="525012"/>
                  <a:pt x="4847916" y="531830"/>
                </a:cubicBezTo>
                <a:cubicBezTo>
                  <a:pt x="4831977" y="548344"/>
                  <a:pt x="4815942" y="564571"/>
                  <a:pt x="4796163" y="576765"/>
                </a:cubicBezTo>
                <a:cubicBezTo>
                  <a:pt x="4776672" y="588862"/>
                  <a:pt x="4758237" y="602401"/>
                  <a:pt x="4738843" y="614691"/>
                </a:cubicBezTo>
                <a:cubicBezTo>
                  <a:pt x="4719831" y="626693"/>
                  <a:pt x="4702645" y="639846"/>
                  <a:pt x="4692755" y="661162"/>
                </a:cubicBezTo>
                <a:cubicBezTo>
                  <a:pt x="4688339" y="670571"/>
                  <a:pt x="4682097" y="680845"/>
                  <a:pt x="4673744" y="686318"/>
                </a:cubicBezTo>
                <a:cubicBezTo>
                  <a:pt x="4661838" y="694095"/>
                  <a:pt x="4646764" y="696880"/>
                  <a:pt x="4633801" y="703505"/>
                </a:cubicBezTo>
                <a:cubicBezTo>
                  <a:pt x="4618535" y="711282"/>
                  <a:pt x="4600869" y="718003"/>
                  <a:pt x="4590499" y="730389"/>
                </a:cubicBezTo>
                <a:cubicBezTo>
                  <a:pt x="4581281" y="741431"/>
                  <a:pt x="4571968" y="750072"/>
                  <a:pt x="4559773" y="757081"/>
                </a:cubicBezTo>
                <a:cubicBezTo>
                  <a:pt x="4551229" y="761978"/>
                  <a:pt x="4544892" y="770907"/>
                  <a:pt x="4536059" y="774940"/>
                </a:cubicBezTo>
                <a:cubicBezTo>
                  <a:pt x="4524441" y="780317"/>
                  <a:pt x="4512727" y="784542"/>
                  <a:pt x="4502549" y="792895"/>
                </a:cubicBezTo>
                <a:cubicBezTo>
                  <a:pt x="4491987" y="801536"/>
                  <a:pt x="4479986" y="808353"/>
                  <a:pt x="4468944" y="816419"/>
                </a:cubicBezTo>
                <a:cubicBezTo>
                  <a:pt x="4463087" y="820739"/>
                  <a:pt x="4458286" y="826404"/>
                  <a:pt x="4452622" y="830917"/>
                </a:cubicBezTo>
                <a:cubicBezTo>
                  <a:pt x="4442252" y="839174"/>
                  <a:pt x="4431690" y="847239"/>
                  <a:pt x="4421032" y="855016"/>
                </a:cubicBezTo>
                <a:cubicBezTo>
                  <a:pt x="4410375" y="862794"/>
                  <a:pt x="4400197" y="871819"/>
                  <a:pt x="4388483" y="877484"/>
                </a:cubicBezTo>
                <a:cubicBezTo>
                  <a:pt x="4368513" y="887086"/>
                  <a:pt x="4346717" y="892847"/>
                  <a:pt x="4327321" y="903216"/>
                </a:cubicBezTo>
                <a:cubicBezTo>
                  <a:pt x="4307639" y="913777"/>
                  <a:pt x="4289107" y="927028"/>
                  <a:pt x="4271633" y="941046"/>
                </a:cubicBezTo>
                <a:cubicBezTo>
                  <a:pt x="4257807" y="952088"/>
                  <a:pt x="4244845" y="963034"/>
                  <a:pt x="4227465" y="968698"/>
                </a:cubicBezTo>
                <a:cubicBezTo>
                  <a:pt x="4217768" y="971867"/>
                  <a:pt x="4207591" y="978780"/>
                  <a:pt x="4201733" y="986846"/>
                </a:cubicBezTo>
                <a:cubicBezTo>
                  <a:pt x="4189059" y="1004416"/>
                  <a:pt x="4172833" y="1016802"/>
                  <a:pt x="4154494" y="1027364"/>
                </a:cubicBezTo>
                <a:cubicBezTo>
                  <a:pt x="4130010" y="1041574"/>
                  <a:pt x="4105814" y="1056072"/>
                  <a:pt x="4081234" y="1069994"/>
                </a:cubicBezTo>
                <a:cubicBezTo>
                  <a:pt x="4066737" y="1078252"/>
                  <a:pt x="4052335" y="1086989"/>
                  <a:pt x="4036971" y="1093038"/>
                </a:cubicBezTo>
                <a:cubicBezTo>
                  <a:pt x="4005575" y="1105520"/>
                  <a:pt x="3973410" y="1116177"/>
                  <a:pt x="3941725" y="1127796"/>
                </a:cubicBezTo>
                <a:cubicBezTo>
                  <a:pt x="3931355" y="1131540"/>
                  <a:pt x="3921561" y="1136917"/>
                  <a:pt x="3910999" y="1140182"/>
                </a:cubicBezTo>
                <a:cubicBezTo>
                  <a:pt x="3899573" y="1143734"/>
                  <a:pt x="3887285" y="1144790"/>
                  <a:pt x="3875859" y="1148343"/>
                </a:cubicBezTo>
                <a:cubicBezTo>
                  <a:pt x="3856847" y="1154199"/>
                  <a:pt x="3838412" y="1161689"/>
                  <a:pt x="3819401" y="1167642"/>
                </a:cubicBezTo>
                <a:cubicBezTo>
                  <a:pt x="3782723" y="1179068"/>
                  <a:pt x="3745949" y="1190014"/>
                  <a:pt x="3709176" y="1200863"/>
                </a:cubicBezTo>
                <a:cubicBezTo>
                  <a:pt x="3701303" y="1203168"/>
                  <a:pt x="3692757" y="1203456"/>
                  <a:pt x="3684981" y="1205952"/>
                </a:cubicBezTo>
                <a:cubicBezTo>
                  <a:pt x="3664337" y="1212673"/>
                  <a:pt x="3643789" y="1219970"/>
                  <a:pt x="3623338" y="1227363"/>
                </a:cubicBezTo>
                <a:cubicBezTo>
                  <a:pt x="3610953" y="1231876"/>
                  <a:pt x="3598854" y="1237445"/>
                  <a:pt x="3586373" y="1241765"/>
                </a:cubicBezTo>
                <a:cubicBezTo>
                  <a:pt x="3576387" y="1245222"/>
                  <a:pt x="3566113" y="1247910"/>
                  <a:pt x="3555743" y="1250023"/>
                </a:cubicBezTo>
                <a:cubicBezTo>
                  <a:pt x="3546814" y="1251848"/>
                  <a:pt x="3537501" y="1251655"/>
                  <a:pt x="3528667" y="1253864"/>
                </a:cubicBezTo>
                <a:cubicBezTo>
                  <a:pt x="3504759" y="1259816"/>
                  <a:pt x="3481140" y="1266538"/>
                  <a:pt x="3457424" y="1272874"/>
                </a:cubicBezTo>
                <a:cubicBezTo>
                  <a:pt x="3447919" y="1275371"/>
                  <a:pt x="3438221" y="1277196"/>
                  <a:pt x="3429003" y="1280364"/>
                </a:cubicBezTo>
                <a:cubicBezTo>
                  <a:pt x="3404327" y="1288717"/>
                  <a:pt x="3380036" y="1298222"/>
                  <a:pt x="3355264" y="1306096"/>
                </a:cubicBezTo>
                <a:cubicBezTo>
                  <a:pt x="3334717" y="1312625"/>
                  <a:pt x="3313593" y="1317329"/>
                  <a:pt x="3292757" y="1323090"/>
                </a:cubicBezTo>
                <a:cubicBezTo>
                  <a:pt x="3283924" y="1325587"/>
                  <a:pt x="3275475" y="1329140"/>
                  <a:pt x="3266643" y="1331251"/>
                </a:cubicBezTo>
                <a:cubicBezTo>
                  <a:pt x="3246863" y="1336053"/>
                  <a:pt x="3226796" y="1340085"/>
                  <a:pt x="3206921" y="1344886"/>
                </a:cubicBezTo>
                <a:cubicBezTo>
                  <a:pt x="3195590" y="1347670"/>
                  <a:pt x="3184645" y="1352663"/>
                  <a:pt x="3173123" y="1354488"/>
                </a:cubicBezTo>
                <a:cubicBezTo>
                  <a:pt x="3145759" y="1358808"/>
                  <a:pt x="3118203" y="1361880"/>
                  <a:pt x="3090646" y="1365337"/>
                </a:cubicBezTo>
                <a:cubicBezTo>
                  <a:pt x="3062227" y="1368889"/>
                  <a:pt x="3033902" y="1372634"/>
                  <a:pt x="3005480" y="1375802"/>
                </a:cubicBezTo>
                <a:cubicBezTo>
                  <a:pt x="2989926" y="1377435"/>
                  <a:pt x="2974275" y="1377723"/>
                  <a:pt x="2958721" y="1379259"/>
                </a:cubicBezTo>
                <a:cubicBezTo>
                  <a:pt x="2945087" y="1380604"/>
                  <a:pt x="2931549" y="1383100"/>
                  <a:pt x="2917915" y="1384733"/>
                </a:cubicBezTo>
                <a:cubicBezTo>
                  <a:pt x="2906105" y="1386076"/>
                  <a:pt x="2894199" y="1386844"/>
                  <a:pt x="2882389" y="1388189"/>
                </a:cubicBezTo>
                <a:cubicBezTo>
                  <a:pt x="2863475" y="1390397"/>
                  <a:pt x="2844655" y="1392894"/>
                  <a:pt x="2825837" y="1395198"/>
                </a:cubicBezTo>
                <a:cubicBezTo>
                  <a:pt x="2817964" y="1396062"/>
                  <a:pt x="2809706" y="1398462"/>
                  <a:pt x="2802313" y="1397023"/>
                </a:cubicBezTo>
                <a:cubicBezTo>
                  <a:pt x="2783686" y="1393373"/>
                  <a:pt x="2765347" y="1394430"/>
                  <a:pt x="2746816" y="1396926"/>
                </a:cubicBezTo>
                <a:cubicBezTo>
                  <a:pt x="2740479" y="1397791"/>
                  <a:pt x="2733662" y="1397598"/>
                  <a:pt x="2727517" y="1395966"/>
                </a:cubicBezTo>
                <a:cubicBezTo>
                  <a:pt x="2714939" y="1392701"/>
                  <a:pt x="2702745" y="1388092"/>
                  <a:pt x="2690359" y="1384060"/>
                </a:cubicBezTo>
                <a:cubicBezTo>
                  <a:pt x="2689014" y="1383580"/>
                  <a:pt x="2687382" y="1383484"/>
                  <a:pt x="2685943" y="1383196"/>
                </a:cubicBezTo>
                <a:cubicBezTo>
                  <a:pt x="2677781" y="1381563"/>
                  <a:pt x="2669717" y="1379931"/>
                  <a:pt x="2661554" y="1378491"/>
                </a:cubicBezTo>
                <a:cubicBezTo>
                  <a:pt x="2657138" y="1377723"/>
                  <a:pt x="2652625" y="1377627"/>
                  <a:pt x="2648208" y="1376955"/>
                </a:cubicBezTo>
                <a:cubicBezTo>
                  <a:pt x="2631118" y="1374266"/>
                  <a:pt x="2612299" y="1378779"/>
                  <a:pt x="2597512" y="1367162"/>
                </a:cubicBezTo>
                <a:cubicBezTo>
                  <a:pt x="2587911" y="1359672"/>
                  <a:pt x="2578597" y="1361401"/>
                  <a:pt x="2568324" y="1362553"/>
                </a:cubicBezTo>
                <a:cubicBezTo>
                  <a:pt x="2560547" y="1363417"/>
                  <a:pt x="2552577" y="1363128"/>
                  <a:pt x="2544704" y="1363225"/>
                </a:cubicBezTo>
                <a:cubicBezTo>
                  <a:pt x="2530878" y="1363512"/>
                  <a:pt x="2517052" y="1363609"/>
                  <a:pt x="2503225" y="1364089"/>
                </a:cubicBezTo>
                <a:cubicBezTo>
                  <a:pt x="2498808" y="1364281"/>
                  <a:pt x="2494297" y="1366682"/>
                  <a:pt x="2489975" y="1366298"/>
                </a:cubicBezTo>
                <a:cubicBezTo>
                  <a:pt x="2470004" y="1364473"/>
                  <a:pt x="2450033" y="1361592"/>
                  <a:pt x="2430061" y="1359960"/>
                </a:cubicBezTo>
                <a:cubicBezTo>
                  <a:pt x="2418732" y="1359001"/>
                  <a:pt x="2407114" y="1360824"/>
                  <a:pt x="2395880" y="1359480"/>
                </a:cubicBezTo>
                <a:cubicBezTo>
                  <a:pt x="2382919" y="1357944"/>
                  <a:pt x="2370245" y="1354008"/>
                  <a:pt x="2357378" y="1351607"/>
                </a:cubicBezTo>
                <a:cubicBezTo>
                  <a:pt x="2353826" y="1350935"/>
                  <a:pt x="2349889" y="1351799"/>
                  <a:pt x="2346145" y="1351991"/>
                </a:cubicBezTo>
                <a:cubicBezTo>
                  <a:pt x="2341920" y="1352183"/>
                  <a:pt x="2337791" y="1352567"/>
                  <a:pt x="2333567" y="1352663"/>
                </a:cubicBezTo>
                <a:cubicBezTo>
                  <a:pt x="2320700" y="1352856"/>
                  <a:pt x="2307835" y="1352567"/>
                  <a:pt x="2294968" y="1353240"/>
                </a:cubicBezTo>
                <a:cubicBezTo>
                  <a:pt x="2287095" y="1353624"/>
                  <a:pt x="2278839" y="1357560"/>
                  <a:pt x="2271540" y="1356120"/>
                </a:cubicBezTo>
                <a:cubicBezTo>
                  <a:pt x="2256659" y="1353335"/>
                  <a:pt x="2241776" y="1359576"/>
                  <a:pt x="2226895" y="1354392"/>
                </a:cubicBezTo>
                <a:cubicBezTo>
                  <a:pt x="2222285" y="1352856"/>
                  <a:pt x="2215948" y="1356696"/>
                  <a:pt x="2210379" y="1356888"/>
                </a:cubicBezTo>
                <a:cubicBezTo>
                  <a:pt x="2196457" y="1357368"/>
                  <a:pt x="2182535" y="1357272"/>
                  <a:pt x="2168613" y="1357176"/>
                </a:cubicBezTo>
                <a:cubicBezTo>
                  <a:pt x="2156131" y="1357080"/>
                  <a:pt x="2143168" y="1358424"/>
                  <a:pt x="2131167" y="1355736"/>
                </a:cubicBezTo>
                <a:cubicBezTo>
                  <a:pt x="2118588" y="1352856"/>
                  <a:pt x="2107259" y="1353240"/>
                  <a:pt x="2095065" y="1356504"/>
                </a:cubicBezTo>
                <a:cubicBezTo>
                  <a:pt x="2086711" y="1358712"/>
                  <a:pt x="2077878" y="1359001"/>
                  <a:pt x="2069237" y="1359672"/>
                </a:cubicBezTo>
                <a:cubicBezTo>
                  <a:pt x="2059924" y="1360440"/>
                  <a:pt x="2049650" y="1358424"/>
                  <a:pt x="2041201" y="1361592"/>
                </a:cubicBezTo>
                <a:cubicBezTo>
                  <a:pt x="2016044" y="1371002"/>
                  <a:pt x="1990216" y="1373018"/>
                  <a:pt x="1963909" y="1373018"/>
                </a:cubicBezTo>
                <a:cubicBezTo>
                  <a:pt x="1959107" y="1373018"/>
                  <a:pt x="1954210" y="1371675"/>
                  <a:pt x="1949603" y="1370234"/>
                </a:cubicBezTo>
                <a:cubicBezTo>
                  <a:pt x="1922717" y="1361592"/>
                  <a:pt x="1895737" y="1362360"/>
                  <a:pt x="1868373" y="1367641"/>
                </a:cubicBezTo>
                <a:cubicBezTo>
                  <a:pt x="1862708" y="1368794"/>
                  <a:pt x="1856372" y="1368986"/>
                  <a:pt x="1850707" y="1367834"/>
                </a:cubicBezTo>
                <a:cubicBezTo>
                  <a:pt x="1834768" y="1364473"/>
                  <a:pt x="1819309" y="1358904"/>
                  <a:pt x="1803275" y="1356504"/>
                </a:cubicBezTo>
                <a:cubicBezTo>
                  <a:pt x="1776775" y="1352567"/>
                  <a:pt x="1753828" y="1365817"/>
                  <a:pt x="1730112" y="1374459"/>
                </a:cubicBezTo>
                <a:cubicBezTo>
                  <a:pt x="1707548" y="1382620"/>
                  <a:pt x="1688345" y="1401055"/>
                  <a:pt x="1661652" y="1396926"/>
                </a:cubicBezTo>
                <a:cubicBezTo>
                  <a:pt x="1658965" y="1396542"/>
                  <a:pt x="1655988" y="1399134"/>
                  <a:pt x="1653011" y="1399807"/>
                </a:cubicBezTo>
                <a:cubicBezTo>
                  <a:pt x="1644850" y="1401631"/>
                  <a:pt x="1636689" y="1403839"/>
                  <a:pt x="1628431" y="1404704"/>
                </a:cubicBezTo>
                <a:cubicBezTo>
                  <a:pt x="1618350" y="1405856"/>
                  <a:pt x="1608076" y="1405472"/>
                  <a:pt x="1597995" y="1406432"/>
                </a:cubicBezTo>
                <a:cubicBezTo>
                  <a:pt x="1585032" y="1407584"/>
                  <a:pt x="1572263" y="1410656"/>
                  <a:pt x="1559396" y="1410656"/>
                </a:cubicBezTo>
                <a:cubicBezTo>
                  <a:pt x="1549026" y="1410656"/>
                  <a:pt x="1538753" y="1407104"/>
                  <a:pt x="1528480" y="1405375"/>
                </a:cubicBezTo>
                <a:cubicBezTo>
                  <a:pt x="1513981" y="1402975"/>
                  <a:pt x="1498042" y="1403647"/>
                  <a:pt x="1485272" y="1397502"/>
                </a:cubicBezTo>
                <a:cubicBezTo>
                  <a:pt x="1471639" y="1390973"/>
                  <a:pt x="1458676" y="1387997"/>
                  <a:pt x="1444562" y="1390013"/>
                </a:cubicBezTo>
                <a:cubicBezTo>
                  <a:pt x="1439857" y="1390685"/>
                  <a:pt x="1433808" y="1394718"/>
                  <a:pt x="1431696" y="1398846"/>
                </a:cubicBezTo>
                <a:cubicBezTo>
                  <a:pt x="1426991" y="1408064"/>
                  <a:pt x="1420559" y="1409697"/>
                  <a:pt x="1411821" y="1406527"/>
                </a:cubicBezTo>
                <a:cubicBezTo>
                  <a:pt x="1404236" y="1403839"/>
                  <a:pt x="1394922" y="1402495"/>
                  <a:pt x="1389738" y="1397310"/>
                </a:cubicBezTo>
                <a:cubicBezTo>
                  <a:pt x="1375047" y="1382620"/>
                  <a:pt x="1356324" y="1382140"/>
                  <a:pt x="1338081" y="1378204"/>
                </a:cubicBezTo>
                <a:cubicBezTo>
                  <a:pt x="1326945" y="1375802"/>
                  <a:pt x="1316574" y="1375707"/>
                  <a:pt x="1305436" y="1377339"/>
                </a:cubicBezTo>
                <a:cubicBezTo>
                  <a:pt x="1281241" y="1380988"/>
                  <a:pt x="1257717" y="1375802"/>
                  <a:pt x="1234481" y="1369178"/>
                </a:cubicBezTo>
                <a:cubicBezTo>
                  <a:pt x="1219118" y="1364761"/>
                  <a:pt x="1203372" y="1362073"/>
                  <a:pt x="1188106" y="1357560"/>
                </a:cubicBezTo>
                <a:cubicBezTo>
                  <a:pt x="1176680" y="1354104"/>
                  <a:pt x="1165255" y="1349975"/>
                  <a:pt x="1154790" y="1344406"/>
                </a:cubicBezTo>
                <a:cubicBezTo>
                  <a:pt x="1139618" y="1336244"/>
                  <a:pt x="1126369" y="1323954"/>
                  <a:pt x="1107069" y="1327219"/>
                </a:cubicBezTo>
                <a:cubicBezTo>
                  <a:pt x="1090074" y="1330099"/>
                  <a:pt x="1074713" y="1324051"/>
                  <a:pt x="1059158" y="1318290"/>
                </a:cubicBezTo>
                <a:cubicBezTo>
                  <a:pt x="1047732" y="1314065"/>
                  <a:pt x="1036308" y="1309744"/>
                  <a:pt x="1024496" y="1307056"/>
                </a:cubicBezTo>
                <a:cubicBezTo>
                  <a:pt x="1010478" y="1303887"/>
                  <a:pt x="994635" y="1305232"/>
                  <a:pt x="982153" y="1299374"/>
                </a:cubicBezTo>
                <a:cubicBezTo>
                  <a:pt x="969095" y="1293229"/>
                  <a:pt x="958246" y="1297358"/>
                  <a:pt x="946628" y="1299087"/>
                </a:cubicBezTo>
                <a:cubicBezTo>
                  <a:pt x="928097" y="1301775"/>
                  <a:pt x="909661" y="1306768"/>
                  <a:pt x="890939" y="1300431"/>
                </a:cubicBezTo>
                <a:cubicBezTo>
                  <a:pt x="868184" y="1292750"/>
                  <a:pt x="845620" y="1284493"/>
                  <a:pt x="822769" y="1277196"/>
                </a:cubicBezTo>
                <a:cubicBezTo>
                  <a:pt x="813934" y="1274410"/>
                  <a:pt x="804431" y="1273258"/>
                  <a:pt x="795212" y="1272010"/>
                </a:cubicBezTo>
                <a:cubicBezTo>
                  <a:pt x="786476" y="1270954"/>
                  <a:pt x="776010" y="1273642"/>
                  <a:pt x="769288" y="1269610"/>
                </a:cubicBezTo>
                <a:cubicBezTo>
                  <a:pt x="752005" y="1259241"/>
                  <a:pt x="734243" y="1254152"/>
                  <a:pt x="714271" y="1254152"/>
                </a:cubicBezTo>
                <a:cubicBezTo>
                  <a:pt x="706781" y="1254152"/>
                  <a:pt x="699484" y="1249831"/>
                  <a:pt x="691900" y="1249062"/>
                </a:cubicBezTo>
                <a:cubicBezTo>
                  <a:pt x="681529" y="1248103"/>
                  <a:pt x="669623" y="1245510"/>
                  <a:pt x="660598" y="1249159"/>
                </a:cubicBezTo>
                <a:cubicBezTo>
                  <a:pt x="639379" y="1257800"/>
                  <a:pt x="622193" y="1250599"/>
                  <a:pt x="603662" y="1242054"/>
                </a:cubicBezTo>
                <a:cubicBezTo>
                  <a:pt x="585418" y="1233604"/>
                  <a:pt x="566215" y="1226884"/>
                  <a:pt x="546821" y="1221314"/>
                </a:cubicBezTo>
                <a:cubicBezTo>
                  <a:pt x="539524" y="1219298"/>
                  <a:pt x="530787" y="1222659"/>
                  <a:pt x="522721" y="1223330"/>
                </a:cubicBezTo>
                <a:cubicBezTo>
                  <a:pt x="519840" y="1223523"/>
                  <a:pt x="516671" y="1223811"/>
                  <a:pt x="514080" y="1222851"/>
                </a:cubicBezTo>
                <a:cubicBezTo>
                  <a:pt x="489020" y="1213633"/>
                  <a:pt x="463575" y="1206624"/>
                  <a:pt x="436404" y="1211424"/>
                </a:cubicBezTo>
                <a:cubicBezTo>
                  <a:pt x="433908" y="1211905"/>
                  <a:pt x="431123" y="1210849"/>
                  <a:pt x="428626" y="1210177"/>
                </a:cubicBezTo>
                <a:cubicBezTo>
                  <a:pt x="416432" y="1206720"/>
                  <a:pt x="404526" y="1201247"/>
                  <a:pt x="392141" y="1199999"/>
                </a:cubicBezTo>
                <a:cubicBezTo>
                  <a:pt x="361608" y="1196927"/>
                  <a:pt x="330884" y="1195678"/>
                  <a:pt x="300157" y="1193662"/>
                </a:cubicBezTo>
                <a:cubicBezTo>
                  <a:pt x="298237" y="1193566"/>
                  <a:pt x="296221" y="1193566"/>
                  <a:pt x="294493" y="1192894"/>
                </a:cubicBezTo>
                <a:cubicBezTo>
                  <a:pt x="283163" y="1188765"/>
                  <a:pt x="273274" y="1190110"/>
                  <a:pt x="263671" y="1197982"/>
                </a:cubicBezTo>
                <a:cubicBezTo>
                  <a:pt x="259447" y="1201439"/>
                  <a:pt x="253686" y="1203263"/>
                  <a:pt x="248406" y="1205184"/>
                </a:cubicBezTo>
                <a:cubicBezTo>
                  <a:pt x="240628" y="1208065"/>
                  <a:pt x="232659" y="1210849"/>
                  <a:pt x="224594" y="1212673"/>
                </a:cubicBezTo>
                <a:cubicBezTo>
                  <a:pt x="216624" y="1214401"/>
                  <a:pt x="208079" y="1216801"/>
                  <a:pt x="200398" y="1215458"/>
                </a:cubicBezTo>
                <a:cubicBezTo>
                  <a:pt x="186572" y="1213057"/>
                  <a:pt x="173417" y="1207681"/>
                  <a:pt x="159783" y="1204127"/>
                </a:cubicBezTo>
                <a:cubicBezTo>
                  <a:pt x="155079" y="1202879"/>
                  <a:pt x="149893" y="1203072"/>
                  <a:pt x="144997" y="1202975"/>
                </a:cubicBezTo>
                <a:cubicBezTo>
                  <a:pt x="133763" y="1202688"/>
                  <a:pt x="122241" y="1205472"/>
                  <a:pt x="112064" y="1197503"/>
                </a:cubicBezTo>
                <a:cubicBezTo>
                  <a:pt x="102655" y="1190014"/>
                  <a:pt x="93148" y="1192221"/>
                  <a:pt x="83259" y="1197887"/>
                </a:cubicBezTo>
                <a:cubicBezTo>
                  <a:pt x="76154" y="1201920"/>
                  <a:pt x="68090" y="1205088"/>
                  <a:pt x="60120" y="1206624"/>
                </a:cubicBezTo>
                <a:cubicBezTo>
                  <a:pt x="49174" y="1208736"/>
                  <a:pt x="38324" y="1209601"/>
                  <a:pt x="26514" y="1208352"/>
                </a:cubicBezTo>
                <a:cubicBezTo>
                  <a:pt x="18161" y="1207488"/>
                  <a:pt x="11343" y="1207104"/>
                  <a:pt x="4814" y="1202015"/>
                </a:cubicBezTo>
                <a:cubicBezTo>
                  <a:pt x="3759" y="1201247"/>
                  <a:pt x="1839" y="1201055"/>
                  <a:pt x="398" y="1201152"/>
                </a:cubicBezTo>
                <a:lnTo>
                  <a:pt x="0" y="1201150"/>
                </a:lnTo>
                <a:lnTo>
                  <a:pt x="0" y="1004512"/>
                </a:lnTo>
                <a:lnTo>
                  <a:pt x="30355" y="1002784"/>
                </a:lnTo>
                <a:cubicBezTo>
                  <a:pt x="37748" y="1002111"/>
                  <a:pt x="44853" y="999520"/>
                  <a:pt x="52151" y="997695"/>
                </a:cubicBezTo>
                <a:cubicBezTo>
                  <a:pt x="56183" y="996639"/>
                  <a:pt x="60504" y="993855"/>
                  <a:pt x="64248" y="994430"/>
                </a:cubicBezTo>
                <a:cubicBezTo>
                  <a:pt x="85948" y="997791"/>
                  <a:pt x="105823" y="989534"/>
                  <a:pt x="126370" y="985405"/>
                </a:cubicBezTo>
                <a:cubicBezTo>
                  <a:pt x="135876" y="983485"/>
                  <a:pt x="144805" y="978876"/>
                  <a:pt x="154022" y="975708"/>
                </a:cubicBezTo>
                <a:cubicBezTo>
                  <a:pt x="156423" y="974843"/>
                  <a:pt x="159111" y="974075"/>
                  <a:pt x="161512" y="974268"/>
                </a:cubicBezTo>
                <a:cubicBezTo>
                  <a:pt x="175242" y="975420"/>
                  <a:pt x="188876" y="977052"/>
                  <a:pt x="202510" y="978300"/>
                </a:cubicBezTo>
                <a:cubicBezTo>
                  <a:pt x="214896" y="979452"/>
                  <a:pt x="227378" y="979836"/>
                  <a:pt x="233235" y="993950"/>
                </a:cubicBezTo>
                <a:cubicBezTo>
                  <a:pt x="234100" y="996159"/>
                  <a:pt x="236979" y="997791"/>
                  <a:pt x="239188" y="999231"/>
                </a:cubicBezTo>
                <a:cubicBezTo>
                  <a:pt x="273274" y="1021411"/>
                  <a:pt x="291516" y="1020835"/>
                  <a:pt x="324834" y="997407"/>
                </a:cubicBezTo>
                <a:cubicBezTo>
                  <a:pt x="328290" y="995007"/>
                  <a:pt x="335683" y="993278"/>
                  <a:pt x="337987" y="995198"/>
                </a:cubicBezTo>
                <a:cubicBezTo>
                  <a:pt x="357575" y="1011137"/>
                  <a:pt x="378986" y="1009409"/>
                  <a:pt x="401550" y="1004416"/>
                </a:cubicBezTo>
                <a:cubicBezTo>
                  <a:pt x="407407" y="1003072"/>
                  <a:pt x="415664" y="1003072"/>
                  <a:pt x="420081" y="1006240"/>
                </a:cubicBezTo>
                <a:cubicBezTo>
                  <a:pt x="441108" y="1020930"/>
                  <a:pt x="463672" y="1018819"/>
                  <a:pt x="486523" y="1014498"/>
                </a:cubicBezTo>
                <a:cubicBezTo>
                  <a:pt x="490075" y="1013826"/>
                  <a:pt x="494397" y="1010177"/>
                  <a:pt x="495932" y="1006817"/>
                </a:cubicBezTo>
                <a:cubicBezTo>
                  <a:pt x="501406" y="994911"/>
                  <a:pt x="511680" y="990878"/>
                  <a:pt x="523009" y="987517"/>
                </a:cubicBezTo>
                <a:cubicBezTo>
                  <a:pt x="540868" y="982044"/>
                  <a:pt x="558438" y="975611"/>
                  <a:pt x="576393" y="970427"/>
                </a:cubicBezTo>
                <a:cubicBezTo>
                  <a:pt x="580811" y="969179"/>
                  <a:pt x="586283" y="969947"/>
                  <a:pt x="590892" y="971387"/>
                </a:cubicBezTo>
                <a:cubicBezTo>
                  <a:pt x="606638" y="976284"/>
                  <a:pt x="616624" y="988574"/>
                  <a:pt x="627569" y="999904"/>
                </a:cubicBezTo>
                <a:cubicBezTo>
                  <a:pt x="632370" y="1004897"/>
                  <a:pt x="638995" y="1008449"/>
                  <a:pt x="645429" y="1011329"/>
                </a:cubicBezTo>
                <a:cubicBezTo>
                  <a:pt x="662135" y="1018723"/>
                  <a:pt x="679226" y="1025348"/>
                  <a:pt x="696125" y="1032356"/>
                </a:cubicBezTo>
                <a:cubicBezTo>
                  <a:pt x="697757" y="1033029"/>
                  <a:pt x="699100" y="1034757"/>
                  <a:pt x="700349" y="1036197"/>
                </a:cubicBezTo>
                <a:cubicBezTo>
                  <a:pt x="712831" y="1051368"/>
                  <a:pt x="725216" y="1066634"/>
                  <a:pt x="737795" y="1081804"/>
                </a:cubicBezTo>
                <a:cubicBezTo>
                  <a:pt x="740195" y="1084684"/>
                  <a:pt x="743652" y="1086797"/>
                  <a:pt x="746244" y="1089581"/>
                </a:cubicBezTo>
                <a:cubicBezTo>
                  <a:pt x="749893" y="1093422"/>
                  <a:pt x="754502" y="1097071"/>
                  <a:pt x="756422" y="1101680"/>
                </a:cubicBezTo>
                <a:cubicBezTo>
                  <a:pt x="762374" y="1116177"/>
                  <a:pt x="773801" y="1122419"/>
                  <a:pt x="788202" y="1125108"/>
                </a:cubicBezTo>
                <a:cubicBezTo>
                  <a:pt x="801357" y="1127603"/>
                  <a:pt x="814511" y="1129716"/>
                  <a:pt x="827569" y="1132596"/>
                </a:cubicBezTo>
                <a:cubicBezTo>
                  <a:pt x="843507" y="1136053"/>
                  <a:pt x="859350" y="1139798"/>
                  <a:pt x="875097" y="1144022"/>
                </a:cubicBezTo>
                <a:cubicBezTo>
                  <a:pt x="881913" y="1145847"/>
                  <a:pt x="889115" y="1147959"/>
                  <a:pt x="894972" y="1151704"/>
                </a:cubicBezTo>
                <a:cubicBezTo>
                  <a:pt x="911390" y="1162073"/>
                  <a:pt x="928961" y="1169082"/>
                  <a:pt x="948260" y="1166298"/>
                </a:cubicBezTo>
                <a:cubicBezTo>
                  <a:pt x="963718" y="1164089"/>
                  <a:pt x="976680" y="1169754"/>
                  <a:pt x="986282" y="1178588"/>
                </a:cubicBezTo>
                <a:cubicBezTo>
                  <a:pt x="1003757" y="1194623"/>
                  <a:pt x="1022479" y="1190973"/>
                  <a:pt x="1041107" y="1185789"/>
                </a:cubicBezTo>
                <a:cubicBezTo>
                  <a:pt x="1050708" y="1183101"/>
                  <a:pt x="1058581" y="1183485"/>
                  <a:pt x="1067703" y="1186076"/>
                </a:cubicBezTo>
                <a:cubicBezTo>
                  <a:pt x="1088826" y="1192126"/>
                  <a:pt x="1102941" y="1208544"/>
                  <a:pt x="1116574" y="1222946"/>
                </a:cubicBezTo>
                <a:cubicBezTo>
                  <a:pt x="1128193" y="1235236"/>
                  <a:pt x="1141251" y="1242149"/>
                  <a:pt x="1155557" y="1247335"/>
                </a:cubicBezTo>
                <a:cubicBezTo>
                  <a:pt x="1173608" y="1253959"/>
                  <a:pt x="1187914" y="1251464"/>
                  <a:pt x="1196556" y="1235525"/>
                </a:cubicBezTo>
                <a:cubicBezTo>
                  <a:pt x="1198956" y="1231012"/>
                  <a:pt x="1203180" y="1225730"/>
                  <a:pt x="1207693" y="1224387"/>
                </a:cubicBezTo>
                <a:cubicBezTo>
                  <a:pt x="1229488" y="1217666"/>
                  <a:pt x="1251572" y="1207872"/>
                  <a:pt x="1274904" y="1213826"/>
                </a:cubicBezTo>
                <a:cubicBezTo>
                  <a:pt x="1307165" y="1221987"/>
                  <a:pt x="1338658" y="1221507"/>
                  <a:pt x="1370919" y="1213442"/>
                </a:cubicBezTo>
                <a:cubicBezTo>
                  <a:pt x="1423247" y="1200383"/>
                  <a:pt x="1475575" y="1186557"/>
                  <a:pt x="1530593" y="1189437"/>
                </a:cubicBezTo>
                <a:cubicBezTo>
                  <a:pt x="1539713" y="1189917"/>
                  <a:pt x="1550563" y="1184060"/>
                  <a:pt x="1558436" y="1178299"/>
                </a:cubicBezTo>
                <a:cubicBezTo>
                  <a:pt x="1573511" y="1167354"/>
                  <a:pt x="1572838" y="1166489"/>
                  <a:pt x="1589737" y="1175515"/>
                </a:cubicBezTo>
                <a:cubicBezTo>
                  <a:pt x="1593770" y="1177724"/>
                  <a:pt x="1598763" y="1179068"/>
                  <a:pt x="1601740" y="1182333"/>
                </a:cubicBezTo>
                <a:cubicBezTo>
                  <a:pt x="1616909" y="1198943"/>
                  <a:pt x="1635633" y="1194910"/>
                  <a:pt x="1654259" y="1192510"/>
                </a:cubicBezTo>
                <a:cubicBezTo>
                  <a:pt x="1657524" y="1192030"/>
                  <a:pt x="1661460" y="1191358"/>
                  <a:pt x="1664246" y="1192702"/>
                </a:cubicBezTo>
                <a:cubicBezTo>
                  <a:pt x="1676823" y="1198750"/>
                  <a:pt x="1687481" y="1196639"/>
                  <a:pt x="1698427" y="1188381"/>
                </a:cubicBezTo>
                <a:cubicBezTo>
                  <a:pt x="1707932" y="1181276"/>
                  <a:pt x="1718878" y="1177052"/>
                  <a:pt x="1730112" y="1185885"/>
                </a:cubicBezTo>
                <a:cubicBezTo>
                  <a:pt x="1755076" y="1205472"/>
                  <a:pt x="1781767" y="1206432"/>
                  <a:pt x="1809996" y="1194046"/>
                </a:cubicBezTo>
                <a:cubicBezTo>
                  <a:pt x="1830159" y="1185213"/>
                  <a:pt x="1850034" y="1183196"/>
                  <a:pt x="1871254" y="1192126"/>
                </a:cubicBezTo>
                <a:cubicBezTo>
                  <a:pt x="1879415" y="1195582"/>
                  <a:pt x="1889977" y="1193278"/>
                  <a:pt x="1899482" y="1194046"/>
                </a:cubicBezTo>
                <a:cubicBezTo>
                  <a:pt x="1904859" y="1194430"/>
                  <a:pt x="1910813" y="1194526"/>
                  <a:pt x="1915420" y="1196927"/>
                </a:cubicBezTo>
                <a:cubicBezTo>
                  <a:pt x="1927711" y="1203072"/>
                  <a:pt x="1939136" y="1210945"/>
                  <a:pt x="1951522" y="1216994"/>
                </a:cubicBezTo>
                <a:cubicBezTo>
                  <a:pt x="1957475" y="1219874"/>
                  <a:pt x="1964580" y="1221410"/>
                  <a:pt x="1971302" y="1221507"/>
                </a:cubicBezTo>
                <a:cubicBezTo>
                  <a:pt x="1991177" y="1221987"/>
                  <a:pt x="2011052" y="1221987"/>
                  <a:pt x="2030831" y="1221123"/>
                </a:cubicBezTo>
                <a:cubicBezTo>
                  <a:pt x="2063476" y="1219778"/>
                  <a:pt x="2096601" y="1219490"/>
                  <a:pt x="2120125" y="1190878"/>
                </a:cubicBezTo>
                <a:cubicBezTo>
                  <a:pt x="2122046" y="1188573"/>
                  <a:pt x="2126174" y="1187229"/>
                  <a:pt x="2129439" y="1186845"/>
                </a:cubicBezTo>
                <a:cubicBezTo>
                  <a:pt x="2144513" y="1185021"/>
                  <a:pt x="2159971" y="1184828"/>
                  <a:pt x="2174854" y="1181852"/>
                </a:cubicBezTo>
                <a:cubicBezTo>
                  <a:pt x="2186760" y="1179452"/>
                  <a:pt x="2196650" y="1180220"/>
                  <a:pt x="2205674" y="1188669"/>
                </a:cubicBezTo>
                <a:cubicBezTo>
                  <a:pt x="2217485" y="1199807"/>
                  <a:pt x="2231887" y="1206336"/>
                  <a:pt x="2247634" y="1202784"/>
                </a:cubicBezTo>
                <a:cubicBezTo>
                  <a:pt x="2263379" y="1199327"/>
                  <a:pt x="2273749" y="1206816"/>
                  <a:pt x="2285367" y="1214594"/>
                </a:cubicBezTo>
                <a:cubicBezTo>
                  <a:pt x="2293817" y="1220258"/>
                  <a:pt x="2303418" y="1227363"/>
                  <a:pt x="2312827" y="1227939"/>
                </a:cubicBezTo>
                <a:cubicBezTo>
                  <a:pt x="2334143" y="1229187"/>
                  <a:pt x="2352482" y="1248967"/>
                  <a:pt x="2375622" y="1237733"/>
                </a:cubicBezTo>
                <a:cubicBezTo>
                  <a:pt x="2377158" y="1236965"/>
                  <a:pt x="2379942" y="1238885"/>
                  <a:pt x="2382151" y="1239365"/>
                </a:cubicBezTo>
                <a:cubicBezTo>
                  <a:pt x="2399817" y="1243014"/>
                  <a:pt x="2416428" y="1239461"/>
                  <a:pt x="2429390" y="1227459"/>
                </a:cubicBezTo>
                <a:cubicBezTo>
                  <a:pt x="2446385" y="1211809"/>
                  <a:pt x="2465203" y="1210272"/>
                  <a:pt x="2486134" y="1215362"/>
                </a:cubicBezTo>
                <a:cubicBezTo>
                  <a:pt x="2492856" y="1216994"/>
                  <a:pt x="2499577" y="1218146"/>
                  <a:pt x="2506394" y="1219490"/>
                </a:cubicBezTo>
                <a:cubicBezTo>
                  <a:pt x="2515611" y="1221410"/>
                  <a:pt x="2524925" y="1223427"/>
                  <a:pt x="2534142" y="1225347"/>
                </a:cubicBezTo>
                <a:cubicBezTo>
                  <a:pt x="2543072" y="1227268"/>
                  <a:pt x="2552962" y="1230532"/>
                  <a:pt x="2559874" y="1222275"/>
                </a:cubicBezTo>
                <a:cubicBezTo>
                  <a:pt x="2565827" y="1215169"/>
                  <a:pt x="2570052" y="1215842"/>
                  <a:pt x="2575525" y="1221987"/>
                </a:cubicBezTo>
                <a:cubicBezTo>
                  <a:pt x="2594536" y="1243494"/>
                  <a:pt x="2617580" y="1256936"/>
                  <a:pt x="2646960" y="1257896"/>
                </a:cubicBezTo>
                <a:cubicBezTo>
                  <a:pt x="2653009" y="1258088"/>
                  <a:pt x="2659154" y="1259432"/>
                  <a:pt x="2665107" y="1260873"/>
                </a:cubicBezTo>
                <a:cubicBezTo>
                  <a:pt x="2668756" y="1261736"/>
                  <a:pt x="2673173" y="1262697"/>
                  <a:pt x="2675381" y="1265290"/>
                </a:cubicBezTo>
                <a:cubicBezTo>
                  <a:pt x="2692567" y="1285068"/>
                  <a:pt x="2713979" y="1298799"/>
                  <a:pt x="2737311" y="1309841"/>
                </a:cubicBezTo>
                <a:cubicBezTo>
                  <a:pt x="2745664" y="1313777"/>
                  <a:pt x="2754594" y="1317713"/>
                  <a:pt x="2763619" y="1318866"/>
                </a:cubicBezTo>
                <a:cubicBezTo>
                  <a:pt x="2773028" y="1320018"/>
                  <a:pt x="2782917" y="1318098"/>
                  <a:pt x="2792519" y="1317041"/>
                </a:cubicBezTo>
                <a:cubicBezTo>
                  <a:pt x="2798184" y="1316466"/>
                  <a:pt x="2804713" y="1316561"/>
                  <a:pt x="2809226" y="1313777"/>
                </a:cubicBezTo>
                <a:cubicBezTo>
                  <a:pt x="2823532" y="1305039"/>
                  <a:pt x="2837358" y="1295631"/>
                  <a:pt x="2850705" y="1285452"/>
                </a:cubicBezTo>
                <a:cubicBezTo>
                  <a:pt x="2862131" y="1276715"/>
                  <a:pt x="2864435" y="1275467"/>
                  <a:pt x="2874324" y="1286413"/>
                </a:cubicBezTo>
                <a:cubicBezTo>
                  <a:pt x="2884502" y="1297647"/>
                  <a:pt x="2897176" y="1303503"/>
                  <a:pt x="2911194" y="1305903"/>
                </a:cubicBezTo>
                <a:cubicBezTo>
                  <a:pt x="2933373" y="1309648"/>
                  <a:pt x="2955745" y="1312816"/>
                  <a:pt x="2978116" y="1314641"/>
                </a:cubicBezTo>
                <a:cubicBezTo>
                  <a:pt x="2998375" y="1316273"/>
                  <a:pt x="3008073" y="1307440"/>
                  <a:pt x="3012106" y="1287373"/>
                </a:cubicBezTo>
                <a:cubicBezTo>
                  <a:pt x="3014410" y="1276235"/>
                  <a:pt x="3017387" y="1264137"/>
                  <a:pt x="3029676" y="1261161"/>
                </a:cubicBezTo>
                <a:cubicBezTo>
                  <a:pt x="3049744" y="1256360"/>
                  <a:pt x="3070579" y="1254248"/>
                  <a:pt x="3080469" y="1230724"/>
                </a:cubicBezTo>
                <a:cubicBezTo>
                  <a:pt x="3085941" y="1235909"/>
                  <a:pt x="3089302" y="1238981"/>
                  <a:pt x="3092567" y="1242054"/>
                </a:cubicBezTo>
                <a:cubicBezTo>
                  <a:pt x="3101592" y="1250599"/>
                  <a:pt x="3120314" y="1254248"/>
                  <a:pt x="3129821" y="1246855"/>
                </a:cubicBezTo>
                <a:cubicBezTo>
                  <a:pt x="3143839" y="1236101"/>
                  <a:pt x="3156705" y="1238117"/>
                  <a:pt x="3170147" y="1246471"/>
                </a:cubicBezTo>
                <a:cubicBezTo>
                  <a:pt x="3192615" y="1260297"/>
                  <a:pt x="3217674" y="1257128"/>
                  <a:pt x="3240429" y="1251559"/>
                </a:cubicBezTo>
                <a:cubicBezTo>
                  <a:pt x="3257617" y="1247430"/>
                  <a:pt x="3275956" y="1239845"/>
                  <a:pt x="3287189" y="1222466"/>
                </a:cubicBezTo>
                <a:cubicBezTo>
                  <a:pt x="3290741" y="1216898"/>
                  <a:pt x="3298711" y="1214113"/>
                  <a:pt x="3305049" y="1210465"/>
                </a:cubicBezTo>
                <a:cubicBezTo>
                  <a:pt x="3310329" y="1207488"/>
                  <a:pt x="3315898" y="1204704"/>
                  <a:pt x="3321755" y="1202784"/>
                </a:cubicBezTo>
                <a:cubicBezTo>
                  <a:pt x="3327995" y="1200671"/>
                  <a:pt x="3334909" y="1197598"/>
                  <a:pt x="3341055" y="1198463"/>
                </a:cubicBezTo>
                <a:cubicBezTo>
                  <a:pt x="3359681" y="1200959"/>
                  <a:pt x="3374467" y="1196062"/>
                  <a:pt x="3387621" y="1182140"/>
                </a:cubicBezTo>
                <a:cubicBezTo>
                  <a:pt x="3394439" y="1174939"/>
                  <a:pt x="3404520" y="1166202"/>
                  <a:pt x="3413161" y="1166105"/>
                </a:cubicBezTo>
                <a:cubicBezTo>
                  <a:pt x="3434189" y="1165818"/>
                  <a:pt x="3451663" y="1158905"/>
                  <a:pt x="3470579" y="1150647"/>
                </a:cubicBezTo>
                <a:cubicBezTo>
                  <a:pt x="3482772" y="1145366"/>
                  <a:pt x="3496598" y="1141718"/>
                  <a:pt x="3509657" y="1136821"/>
                </a:cubicBezTo>
                <a:cubicBezTo>
                  <a:pt x="3524923" y="1131060"/>
                  <a:pt x="3541534" y="1128948"/>
                  <a:pt x="3550847" y="1113009"/>
                </a:cubicBezTo>
                <a:cubicBezTo>
                  <a:pt x="3551903" y="1111281"/>
                  <a:pt x="3555072" y="1110993"/>
                  <a:pt x="3556608" y="1109361"/>
                </a:cubicBezTo>
                <a:cubicBezTo>
                  <a:pt x="3561505" y="1104368"/>
                  <a:pt x="3567842" y="1099760"/>
                  <a:pt x="3570435" y="1093710"/>
                </a:cubicBezTo>
                <a:cubicBezTo>
                  <a:pt x="3577923" y="1076044"/>
                  <a:pt x="3583780" y="1057800"/>
                  <a:pt x="3590501" y="1039846"/>
                </a:cubicBezTo>
                <a:cubicBezTo>
                  <a:pt x="3591942" y="1036005"/>
                  <a:pt x="3593285" y="1031108"/>
                  <a:pt x="3596263" y="1028900"/>
                </a:cubicBezTo>
                <a:cubicBezTo>
                  <a:pt x="3613449" y="1016226"/>
                  <a:pt x="3630925" y="1004032"/>
                  <a:pt x="3648591" y="992030"/>
                </a:cubicBezTo>
                <a:cubicBezTo>
                  <a:pt x="3655696" y="987229"/>
                  <a:pt x="3661649" y="989918"/>
                  <a:pt x="3667986" y="995487"/>
                </a:cubicBezTo>
                <a:cubicBezTo>
                  <a:pt x="3674131" y="1000768"/>
                  <a:pt x="3681717" y="1006240"/>
                  <a:pt x="3689397" y="1007585"/>
                </a:cubicBezTo>
                <a:cubicBezTo>
                  <a:pt x="3704760" y="1010177"/>
                  <a:pt x="3720698" y="1010753"/>
                  <a:pt x="3736349" y="1010753"/>
                </a:cubicBezTo>
                <a:cubicBezTo>
                  <a:pt x="3742205" y="1010753"/>
                  <a:pt x="3748446" y="1007297"/>
                  <a:pt x="3753919" y="1004513"/>
                </a:cubicBezTo>
                <a:cubicBezTo>
                  <a:pt x="3764289" y="999231"/>
                  <a:pt x="3773890" y="992126"/>
                  <a:pt x="3784643" y="987710"/>
                </a:cubicBezTo>
                <a:cubicBezTo>
                  <a:pt x="3797126" y="982621"/>
                  <a:pt x="3804615" y="974459"/>
                  <a:pt x="3808359" y="961689"/>
                </a:cubicBezTo>
                <a:cubicBezTo>
                  <a:pt x="3813929" y="942679"/>
                  <a:pt x="3827179" y="929428"/>
                  <a:pt x="3842829" y="918674"/>
                </a:cubicBezTo>
                <a:cubicBezTo>
                  <a:pt x="3862705" y="904944"/>
                  <a:pt x="3886421" y="905616"/>
                  <a:pt x="3908983" y="902256"/>
                </a:cubicBezTo>
                <a:cubicBezTo>
                  <a:pt x="3917625" y="901008"/>
                  <a:pt x="3926555" y="899951"/>
                  <a:pt x="3934428" y="896783"/>
                </a:cubicBezTo>
                <a:cubicBezTo>
                  <a:pt x="3964288" y="884877"/>
                  <a:pt x="3994149" y="873548"/>
                  <a:pt x="4026987" y="873835"/>
                </a:cubicBezTo>
                <a:cubicBezTo>
                  <a:pt x="4029674" y="873835"/>
                  <a:pt x="4032363" y="873548"/>
                  <a:pt x="4035051" y="873067"/>
                </a:cubicBezTo>
                <a:cubicBezTo>
                  <a:pt x="4058383" y="869131"/>
                  <a:pt x="4082483" y="867594"/>
                  <a:pt x="4099189" y="846664"/>
                </a:cubicBezTo>
                <a:cubicBezTo>
                  <a:pt x="4102261" y="842823"/>
                  <a:pt x="4109271" y="841671"/>
                  <a:pt x="4114647" y="840134"/>
                </a:cubicBezTo>
                <a:cubicBezTo>
                  <a:pt x="4123961" y="837638"/>
                  <a:pt x="4130203" y="832549"/>
                  <a:pt x="4133563" y="823427"/>
                </a:cubicBezTo>
                <a:cubicBezTo>
                  <a:pt x="4139229" y="807681"/>
                  <a:pt x="4145949" y="792223"/>
                  <a:pt x="4151039" y="776284"/>
                </a:cubicBezTo>
                <a:cubicBezTo>
                  <a:pt x="4154591" y="765338"/>
                  <a:pt x="4161215" y="759289"/>
                  <a:pt x="4171489" y="754776"/>
                </a:cubicBezTo>
                <a:cubicBezTo>
                  <a:pt x="4177251" y="752280"/>
                  <a:pt x="4182243" y="746808"/>
                  <a:pt x="4186372" y="741718"/>
                </a:cubicBezTo>
                <a:cubicBezTo>
                  <a:pt x="4191365" y="735573"/>
                  <a:pt x="4193957" y="727412"/>
                  <a:pt x="4199429" y="721940"/>
                </a:cubicBezTo>
                <a:cubicBezTo>
                  <a:pt x="4212775" y="708305"/>
                  <a:pt x="4216905" y="693231"/>
                  <a:pt x="4212487" y="674604"/>
                </a:cubicBezTo>
                <a:cubicBezTo>
                  <a:pt x="4208551" y="658090"/>
                  <a:pt x="4218921" y="636006"/>
                  <a:pt x="4232555" y="632645"/>
                </a:cubicBezTo>
                <a:cubicBezTo>
                  <a:pt x="4247629" y="628900"/>
                  <a:pt x="4257999" y="619684"/>
                  <a:pt x="4268657" y="609410"/>
                </a:cubicBezTo>
                <a:cubicBezTo>
                  <a:pt x="4274609" y="603649"/>
                  <a:pt x="4282963" y="598656"/>
                  <a:pt x="4291028" y="597216"/>
                </a:cubicBezTo>
                <a:cubicBezTo>
                  <a:pt x="4321657" y="591647"/>
                  <a:pt x="4350557" y="598464"/>
                  <a:pt x="4379651" y="609506"/>
                </a:cubicBezTo>
                <a:cubicBezTo>
                  <a:pt x="4398661" y="616707"/>
                  <a:pt x="4419784" y="618627"/>
                  <a:pt x="4440139" y="621507"/>
                </a:cubicBezTo>
                <a:cubicBezTo>
                  <a:pt x="4446477" y="622371"/>
                  <a:pt x="4454542" y="620452"/>
                  <a:pt x="4460015" y="616899"/>
                </a:cubicBezTo>
                <a:cubicBezTo>
                  <a:pt x="4479218" y="604609"/>
                  <a:pt x="4498325" y="591935"/>
                  <a:pt x="4516183" y="577724"/>
                </a:cubicBezTo>
                <a:cubicBezTo>
                  <a:pt x="4532795" y="564379"/>
                  <a:pt x="4551517" y="558810"/>
                  <a:pt x="4571681" y="560250"/>
                </a:cubicBezTo>
                <a:cubicBezTo>
                  <a:pt x="4586371" y="561306"/>
                  <a:pt x="4599621" y="558905"/>
                  <a:pt x="4613447" y="555257"/>
                </a:cubicBezTo>
                <a:cubicBezTo>
                  <a:pt x="4624969" y="552185"/>
                  <a:pt x="4637643" y="550072"/>
                  <a:pt x="4649355" y="551417"/>
                </a:cubicBezTo>
                <a:cubicBezTo>
                  <a:pt x="4665775" y="553337"/>
                  <a:pt x="4679313" y="550553"/>
                  <a:pt x="4692467" y="540663"/>
                </a:cubicBezTo>
                <a:cubicBezTo>
                  <a:pt x="4699476" y="535382"/>
                  <a:pt x="4708502" y="532598"/>
                  <a:pt x="4716855" y="528949"/>
                </a:cubicBezTo>
                <a:cubicBezTo>
                  <a:pt x="4729721" y="523284"/>
                  <a:pt x="4743067" y="518483"/>
                  <a:pt x="4755645" y="512147"/>
                </a:cubicBezTo>
                <a:cubicBezTo>
                  <a:pt x="4769183" y="505425"/>
                  <a:pt x="4781569" y="496112"/>
                  <a:pt x="4795395" y="490351"/>
                </a:cubicBezTo>
                <a:cubicBezTo>
                  <a:pt x="4810278" y="484110"/>
                  <a:pt x="4819879" y="474605"/>
                  <a:pt x="4825928" y="459818"/>
                </a:cubicBezTo>
                <a:cubicBezTo>
                  <a:pt x="4829769" y="450504"/>
                  <a:pt x="4835049" y="440615"/>
                  <a:pt x="4842347" y="434086"/>
                </a:cubicBezTo>
                <a:cubicBezTo>
                  <a:pt x="4857422" y="420740"/>
                  <a:pt x="4875087" y="410370"/>
                  <a:pt x="4890451" y="397216"/>
                </a:cubicBezTo>
                <a:cubicBezTo>
                  <a:pt x="4912054" y="378781"/>
                  <a:pt x="4932025" y="359194"/>
                  <a:pt x="4933945" y="327701"/>
                </a:cubicBezTo>
                <a:cubicBezTo>
                  <a:pt x="4935001" y="310322"/>
                  <a:pt x="4944219" y="302929"/>
                  <a:pt x="4961214" y="298801"/>
                </a:cubicBezTo>
                <a:cubicBezTo>
                  <a:pt x="4966878" y="297457"/>
                  <a:pt x="4974945" y="294864"/>
                  <a:pt x="4976672" y="290639"/>
                </a:cubicBezTo>
                <a:cubicBezTo>
                  <a:pt x="4981857" y="278061"/>
                  <a:pt x="4992610" y="275565"/>
                  <a:pt x="5002979" y="270573"/>
                </a:cubicBezTo>
                <a:cubicBezTo>
                  <a:pt x="5009221" y="267596"/>
                  <a:pt x="5016903" y="261739"/>
                  <a:pt x="5018535" y="255690"/>
                </a:cubicBezTo>
                <a:cubicBezTo>
                  <a:pt x="5025255" y="231206"/>
                  <a:pt x="5043690" y="216804"/>
                  <a:pt x="5061069" y="200961"/>
                </a:cubicBezTo>
                <a:cubicBezTo>
                  <a:pt x="5066158" y="196256"/>
                  <a:pt x="5071631" y="190879"/>
                  <a:pt x="5074127" y="184735"/>
                </a:cubicBezTo>
                <a:cubicBezTo>
                  <a:pt x="5079409" y="171484"/>
                  <a:pt x="5087281" y="161882"/>
                  <a:pt x="5101108" y="156891"/>
                </a:cubicBezTo>
                <a:cubicBezTo>
                  <a:pt x="5105524" y="155354"/>
                  <a:pt x="5109557" y="151801"/>
                  <a:pt x="5112918" y="148441"/>
                </a:cubicBezTo>
                <a:cubicBezTo>
                  <a:pt x="5120119" y="141144"/>
                  <a:pt x="5126167" y="132598"/>
                  <a:pt x="5133753" y="125782"/>
                </a:cubicBezTo>
                <a:cubicBezTo>
                  <a:pt x="5153051" y="108211"/>
                  <a:pt x="5172159" y="90928"/>
                  <a:pt x="5183393" y="66348"/>
                </a:cubicBezTo>
                <a:cubicBezTo>
                  <a:pt x="5188865" y="54346"/>
                  <a:pt x="5195107" y="41288"/>
                  <a:pt x="5204709" y="33030"/>
                </a:cubicBezTo>
                <a:cubicBezTo>
                  <a:pt x="5216903" y="22565"/>
                  <a:pt x="5232937" y="16612"/>
                  <a:pt x="5247243" y="8451"/>
                </a:cubicBezTo>
                <a:close/>
              </a:path>
            </a:pathLst>
          </a:cu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1" name="Freeform: Shape 40">
            <a:extLst>
              <a:ext uri="{FF2B5EF4-FFF2-40B4-BE49-F238E27FC236}">
                <a16:creationId xmlns:a16="http://schemas.microsoft.com/office/drawing/2014/main" id="{35A51D22-76EA-4C70-B5C9-ED3946924C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088" y="4258080"/>
            <a:ext cx="4403345" cy="1180695"/>
          </a:xfrm>
          <a:custGeom>
            <a:avLst/>
            <a:gdLst>
              <a:gd name="connsiteX0" fmla="*/ 5260975 w 5260975"/>
              <a:gd name="connsiteY0" fmla="*/ 0 h 1410656"/>
              <a:gd name="connsiteX1" fmla="*/ 5260975 w 5260975"/>
              <a:gd name="connsiteY1" fmla="*/ 221634 h 1410656"/>
              <a:gd name="connsiteX2" fmla="*/ 5226503 w 5260975"/>
              <a:gd name="connsiteY2" fmla="*/ 237063 h 1410656"/>
              <a:gd name="connsiteX3" fmla="*/ 5206341 w 5260975"/>
              <a:gd name="connsiteY3" fmla="*/ 245128 h 1410656"/>
              <a:gd name="connsiteX4" fmla="*/ 5123287 w 5260975"/>
              <a:gd name="connsiteY4" fmla="*/ 297073 h 1410656"/>
              <a:gd name="connsiteX5" fmla="*/ 5048107 w 5260975"/>
              <a:gd name="connsiteY5" fmla="*/ 361307 h 1410656"/>
              <a:gd name="connsiteX6" fmla="*/ 4992899 w 5260975"/>
              <a:gd name="connsiteY6" fmla="*/ 437542 h 1410656"/>
              <a:gd name="connsiteX7" fmla="*/ 4977440 w 5260975"/>
              <a:gd name="connsiteY7" fmla="*/ 455690 h 1410656"/>
              <a:gd name="connsiteX8" fmla="*/ 4935193 w 5260975"/>
              <a:gd name="connsiteY8" fmla="*/ 478445 h 1410656"/>
              <a:gd name="connsiteX9" fmla="*/ 4897844 w 5260975"/>
              <a:gd name="connsiteY9" fmla="*/ 495535 h 1410656"/>
              <a:gd name="connsiteX10" fmla="*/ 4870767 w 5260975"/>
              <a:gd name="connsiteY10" fmla="*/ 514451 h 1410656"/>
              <a:gd name="connsiteX11" fmla="*/ 4847916 w 5260975"/>
              <a:gd name="connsiteY11" fmla="*/ 531830 h 1410656"/>
              <a:gd name="connsiteX12" fmla="*/ 4796163 w 5260975"/>
              <a:gd name="connsiteY12" fmla="*/ 576765 h 1410656"/>
              <a:gd name="connsiteX13" fmla="*/ 4738843 w 5260975"/>
              <a:gd name="connsiteY13" fmla="*/ 614691 h 1410656"/>
              <a:gd name="connsiteX14" fmla="*/ 4692755 w 5260975"/>
              <a:gd name="connsiteY14" fmla="*/ 661162 h 1410656"/>
              <a:gd name="connsiteX15" fmla="*/ 4673744 w 5260975"/>
              <a:gd name="connsiteY15" fmla="*/ 686318 h 1410656"/>
              <a:gd name="connsiteX16" fmla="*/ 4633801 w 5260975"/>
              <a:gd name="connsiteY16" fmla="*/ 703505 h 1410656"/>
              <a:gd name="connsiteX17" fmla="*/ 4590499 w 5260975"/>
              <a:gd name="connsiteY17" fmla="*/ 730389 h 1410656"/>
              <a:gd name="connsiteX18" fmla="*/ 4559773 w 5260975"/>
              <a:gd name="connsiteY18" fmla="*/ 757081 h 1410656"/>
              <a:gd name="connsiteX19" fmla="*/ 4536059 w 5260975"/>
              <a:gd name="connsiteY19" fmla="*/ 774940 h 1410656"/>
              <a:gd name="connsiteX20" fmla="*/ 4502549 w 5260975"/>
              <a:gd name="connsiteY20" fmla="*/ 792895 h 1410656"/>
              <a:gd name="connsiteX21" fmla="*/ 4468944 w 5260975"/>
              <a:gd name="connsiteY21" fmla="*/ 816419 h 1410656"/>
              <a:gd name="connsiteX22" fmla="*/ 4452622 w 5260975"/>
              <a:gd name="connsiteY22" fmla="*/ 830917 h 1410656"/>
              <a:gd name="connsiteX23" fmla="*/ 4421032 w 5260975"/>
              <a:gd name="connsiteY23" fmla="*/ 855016 h 1410656"/>
              <a:gd name="connsiteX24" fmla="*/ 4388483 w 5260975"/>
              <a:gd name="connsiteY24" fmla="*/ 877484 h 1410656"/>
              <a:gd name="connsiteX25" fmla="*/ 4327321 w 5260975"/>
              <a:gd name="connsiteY25" fmla="*/ 903216 h 1410656"/>
              <a:gd name="connsiteX26" fmla="*/ 4271633 w 5260975"/>
              <a:gd name="connsiteY26" fmla="*/ 941046 h 1410656"/>
              <a:gd name="connsiteX27" fmla="*/ 4227465 w 5260975"/>
              <a:gd name="connsiteY27" fmla="*/ 968698 h 1410656"/>
              <a:gd name="connsiteX28" fmla="*/ 4201733 w 5260975"/>
              <a:gd name="connsiteY28" fmla="*/ 986846 h 1410656"/>
              <a:gd name="connsiteX29" fmla="*/ 4154494 w 5260975"/>
              <a:gd name="connsiteY29" fmla="*/ 1027364 h 1410656"/>
              <a:gd name="connsiteX30" fmla="*/ 4081234 w 5260975"/>
              <a:gd name="connsiteY30" fmla="*/ 1069994 h 1410656"/>
              <a:gd name="connsiteX31" fmla="*/ 4036971 w 5260975"/>
              <a:gd name="connsiteY31" fmla="*/ 1093038 h 1410656"/>
              <a:gd name="connsiteX32" fmla="*/ 3941725 w 5260975"/>
              <a:gd name="connsiteY32" fmla="*/ 1127796 h 1410656"/>
              <a:gd name="connsiteX33" fmla="*/ 3910999 w 5260975"/>
              <a:gd name="connsiteY33" fmla="*/ 1140182 h 1410656"/>
              <a:gd name="connsiteX34" fmla="*/ 3875859 w 5260975"/>
              <a:gd name="connsiteY34" fmla="*/ 1148343 h 1410656"/>
              <a:gd name="connsiteX35" fmla="*/ 3819401 w 5260975"/>
              <a:gd name="connsiteY35" fmla="*/ 1167642 h 1410656"/>
              <a:gd name="connsiteX36" fmla="*/ 3709176 w 5260975"/>
              <a:gd name="connsiteY36" fmla="*/ 1200863 h 1410656"/>
              <a:gd name="connsiteX37" fmla="*/ 3684981 w 5260975"/>
              <a:gd name="connsiteY37" fmla="*/ 1205952 h 1410656"/>
              <a:gd name="connsiteX38" fmla="*/ 3623338 w 5260975"/>
              <a:gd name="connsiteY38" fmla="*/ 1227363 h 1410656"/>
              <a:gd name="connsiteX39" fmla="*/ 3586373 w 5260975"/>
              <a:gd name="connsiteY39" fmla="*/ 1241765 h 1410656"/>
              <a:gd name="connsiteX40" fmla="*/ 3555743 w 5260975"/>
              <a:gd name="connsiteY40" fmla="*/ 1250023 h 1410656"/>
              <a:gd name="connsiteX41" fmla="*/ 3528667 w 5260975"/>
              <a:gd name="connsiteY41" fmla="*/ 1253864 h 1410656"/>
              <a:gd name="connsiteX42" fmla="*/ 3457424 w 5260975"/>
              <a:gd name="connsiteY42" fmla="*/ 1272874 h 1410656"/>
              <a:gd name="connsiteX43" fmla="*/ 3429003 w 5260975"/>
              <a:gd name="connsiteY43" fmla="*/ 1280364 h 1410656"/>
              <a:gd name="connsiteX44" fmla="*/ 3355264 w 5260975"/>
              <a:gd name="connsiteY44" fmla="*/ 1306096 h 1410656"/>
              <a:gd name="connsiteX45" fmla="*/ 3292757 w 5260975"/>
              <a:gd name="connsiteY45" fmla="*/ 1323090 h 1410656"/>
              <a:gd name="connsiteX46" fmla="*/ 3266643 w 5260975"/>
              <a:gd name="connsiteY46" fmla="*/ 1331251 h 1410656"/>
              <a:gd name="connsiteX47" fmla="*/ 3206921 w 5260975"/>
              <a:gd name="connsiteY47" fmla="*/ 1344886 h 1410656"/>
              <a:gd name="connsiteX48" fmla="*/ 3173123 w 5260975"/>
              <a:gd name="connsiteY48" fmla="*/ 1354488 h 1410656"/>
              <a:gd name="connsiteX49" fmla="*/ 3090646 w 5260975"/>
              <a:gd name="connsiteY49" fmla="*/ 1365337 h 1410656"/>
              <a:gd name="connsiteX50" fmla="*/ 3005480 w 5260975"/>
              <a:gd name="connsiteY50" fmla="*/ 1375802 h 1410656"/>
              <a:gd name="connsiteX51" fmla="*/ 2958721 w 5260975"/>
              <a:gd name="connsiteY51" fmla="*/ 1379259 h 1410656"/>
              <a:gd name="connsiteX52" fmla="*/ 2917915 w 5260975"/>
              <a:gd name="connsiteY52" fmla="*/ 1384733 h 1410656"/>
              <a:gd name="connsiteX53" fmla="*/ 2882389 w 5260975"/>
              <a:gd name="connsiteY53" fmla="*/ 1388189 h 1410656"/>
              <a:gd name="connsiteX54" fmla="*/ 2825837 w 5260975"/>
              <a:gd name="connsiteY54" fmla="*/ 1395198 h 1410656"/>
              <a:gd name="connsiteX55" fmla="*/ 2802313 w 5260975"/>
              <a:gd name="connsiteY55" fmla="*/ 1397023 h 1410656"/>
              <a:gd name="connsiteX56" fmla="*/ 2746816 w 5260975"/>
              <a:gd name="connsiteY56" fmla="*/ 1396926 h 1410656"/>
              <a:gd name="connsiteX57" fmla="*/ 2727517 w 5260975"/>
              <a:gd name="connsiteY57" fmla="*/ 1395966 h 1410656"/>
              <a:gd name="connsiteX58" fmla="*/ 2690359 w 5260975"/>
              <a:gd name="connsiteY58" fmla="*/ 1384060 h 1410656"/>
              <a:gd name="connsiteX59" fmla="*/ 2685943 w 5260975"/>
              <a:gd name="connsiteY59" fmla="*/ 1383196 h 1410656"/>
              <a:gd name="connsiteX60" fmla="*/ 2661554 w 5260975"/>
              <a:gd name="connsiteY60" fmla="*/ 1378491 h 1410656"/>
              <a:gd name="connsiteX61" fmla="*/ 2648208 w 5260975"/>
              <a:gd name="connsiteY61" fmla="*/ 1376955 h 1410656"/>
              <a:gd name="connsiteX62" fmla="*/ 2597512 w 5260975"/>
              <a:gd name="connsiteY62" fmla="*/ 1367162 h 1410656"/>
              <a:gd name="connsiteX63" fmla="*/ 2568324 w 5260975"/>
              <a:gd name="connsiteY63" fmla="*/ 1362553 h 1410656"/>
              <a:gd name="connsiteX64" fmla="*/ 2544704 w 5260975"/>
              <a:gd name="connsiteY64" fmla="*/ 1363225 h 1410656"/>
              <a:gd name="connsiteX65" fmla="*/ 2503225 w 5260975"/>
              <a:gd name="connsiteY65" fmla="*/ 1364089 h 1410656"/>
              <a:gd name="connsiteX66" fmla="*/ 2489975 w 5260975"/>
              <a:gd name="connsiteY66" fmla="*/ 1366298 h 1410656"/>
              <a:gd name="connsiteX67" fmla="*/ 2430061 w 5260975"/>
              <a:gd name="connsiteY67" fmla="*/ 1359960 h 1410656"/>
              <a:gd name="connsiteX68" fmla="*/ 2395880 w 5260975"/>
              <a:gd name="connsiteY68" fmla="*/ 1359480 h 1410656"/>
              <a:gd name="connsiteX69" fmla="*/ 2357378 w 5260975"/>
              <a:gd name="connsiteY69" fmla="*/ 1351607 h 1410656"/>
              <a:gd name="connsiteX70" fmla="*/ 2346145 w 5260975"/>
              <a:gd name="connsiteY70" fmla="*/ 1351991 h 1410656"/>
              <a:gd name="connsiteX71" fmla="*/ 2333567 w 5260975"/>
              <a:gd name="connsiteY71" fmla="*/ 1352663 h 1410656"/>
              <a:gd name="connsiteX72" fmla="*/ 2294968 w 5260975"/>
              <a:gd name="connsiteY72" fmla="*/ 1353240 h 1410656"/>
              <a:gd name="connsiteX73" fmla="*/ 2271540 w 5260975"/>
              <a:gd name="connsiteY73" fmla="*/ 1356120 h 1410656"/>
              <a:gd name="connsiteX74" fmla="*/ 2226895 w 5260975"/>
              <a:gd name="connsiteY74" fmla="*/ 1354392 h 1410656"/>
              <a:gd name="connsiteX75" fmla="*/ 2210379 w 5260975"/>
              <a:gd name="connsiteY75" fmla="*/ 1356888 h 1410656"/>
              <a:gd name="connsiteX76" fmla="*/ 2168613 w 5260975"/>
              <a:gd name="connsiteY76" fmla="*/ 1357176 h 1410656"/>
              <a:gd name="connsiteX77" fmla="*/ 2131167 w 5260975"/>
              <a:gd name="connsiteY77" fmla="*/ 1355736 h 1410656"/>
              <a:gd name="connsiteX78" fmla="*/ 2095065 w 5260975"/>
              <a:gd name="connsiteY78" fmla="*/ 1356504 h 1410656"/>
              <a:gd name="connsiteX79" fmla="*/ 2069237 w 5260975"/>
              <a:gd name="connsiteY79" fmla="*/ 1359672 h 1410656"/>
              <a:gd name="connsiteX80" fmla="*/ 2041201 w 5260975"/>
              <a:gd name="connsiteY80" fmla="*/ 1361592 h 1410656"/>
              <a:gd name="connsiteX81" fmla="*/ 1963909 w 5260975"/>
              <a:gd name="connsiteY81" fmla="*/ 1373018 h 1410656"/>
              <a:gd name="connsiteX82" fmla="*/ 1949603 w 5260975"/>
              <a:gd name="connsiteY82" fmla="*/ 1370234 h 1410656"/>
              <a:gd name="connsiteX83" fmla="*/ 1868373 w 5260975"/>
              <a:gd name="connsiteY83" fmla="*/ 1367641 h 1410656"/>
              <a:gd name="connsiteX84" fmla="*/ 1850707 w 5260975"/>
              <a:gd name="connsiteY84" fmla="*/ 1367834 h 1410656"/>
              <a:gd name="connsiteX85" fmla="*/ 1803275 w 5260975"/>
              <a:gd name="connsiteY85" fmla="*/ 1356504 h 1410656"/>
              <a:gd name="connsiteX86" fmla="*/ 1730112 w 5260975"/>
              <a:gd name="connsiteY86" fmla="*/ 1374459 h 1410656"/>
              <a:gd name="connsiteX87" fmla="*/ 1661652 w 5260975"/>
              <a:gd name="connsiteY87" fmla="*/ 1396926 h 1410656"/>
              <a:gd name="connsiteX88" fmla="*/ 1653011 w 5260975"/>
              <a:gd name="connsiteY88" fmla="*/ 1399807 h 1410656"/>
              <a:gd name="connsiteX89" fmla="*/ 1628431 w 5260975"/>
              <a:gd name="connsiteY89" fmla="*/ 1404704 h 1410656"/>
              <a:gd name="connsiteX90" fmla="*/ 1597995 w 5260975"/>
              <a:gd name="connsiteY90" fmla="*/ 1406432 h 1410656"/>
              <a:gd name="connsiteX91" fmla="*/ 1559396 w 5260975"/>
              <a:gd name="connsiteY91" fmla="*/ 1410656 h 1410656"/>
              <a:gd name="connsiteX92" fmla="*/ 1528480 w 5260975"/>
              <a:gd name="connsiteY92" fmla="*/ 1405375 h 1410656"/>
              <a:gd name="connsiteX93" fmla="*/ 1485272 w 5260975"/>
              <a:gd name="connsiteY93" fmla="*/ 1397502 h 1410656"/>
              <a:gd name="connsiteX94" fmla="*/ 1444562 w 5260975"/>
              <a:gd name="connsiteY94" fmla="*/ 1390013 h 1410656"/>
              <a:gd name="connsiteX95" fmla="*/ 1431696 w 5260975"/>
              <a:gd name="connsiteY95" fmla="*/ 1398846 h 1410656"/>
              <a:gd name="connsiteX96" fmla="*/ 1411821 w 5260975"/>
              <a:gd name="connsiteY96" fmla="*/ 1406527 h 1410656"/>
              <a:gd name="connsiteX97" fmla="*/ 1389738 w 5260975"/>
              <a:gd name="connsiteY97" fmla="*/ 1397310 h 1410656"/>
              <a:gd name="connsiteX98" fmla="*/ 1338081 w 5260975"/>
              <a:gd name="connsiteY98" fmla="*/ 1378204 h 1410656"/>
              <a:gd name="connsiteX99" fmla="*/ 1305436 w 5260975"/>
              <a:gd name="connsiteY99" fmla="*/ 1377339 h 1410656"/>
              <a:gd name="connsiteX100" fmla="*/ 1234481 w 5260975"/>
              <a:gd name="connsiteY100" fmla="*/ 1369178 h 1410656"/>
              <a:gd name="connsiteX101" fmla="*/ 1188106 w 5260975"/>
              <a:gd name="connsiteY101" fmla="*/ 1357560 h 1410656"/>
              <a:gd name="connsiteX102" fmla="*/ 1154790 w 5260975"/>
              <a:gd name="connsiteY102" fmla="*/ 1344406 h 1410656"/>
              <a:gd name="connsiteX103" fmla="*/ 1107069 w 5260975"/>
              <a:gd name="connsiteY103" fmla="*/ 1327219 h 1410656"/>
              <a:gd name="connsiteX104" fmla="*/ 1059158 w 5260975"/>
              <a:gd name="connsiteY104" fmla="*/ 1318290 h 1410656"/>
              <a:gd name="connsiteX105" fmla="*/ 1024496 w 5260975"/>
              <a:gd name="connsiteY105" fmla="*/ 1307056 h 1410656"/>
              <a:gd name="connsiteX106" fmla="*/ 982153 w 5260975"/>
              <a:gd name="connsiteY106" fmla="*/ 1299374 h 1410656"/>
              <a:gd name="connsiteX107" fmla="*/ 946628 w 5260975"/>
              <a:gd name="connsiteY107" fmla="*/ 1299087 h 1410656"/>
              <a:gd name="connsiteX108" fmla="*/ 890939 w 5260975"/>
              <a:gd name="connsiteY108" fmla="*/ 1300431 h 1410656"/>
              <a:gd name="connsiteX109" fmla="*/ 822769 w 5260975"/>
              <a:gd name="connsiteY109" fmla="*/ 1277196 h 1410656"/>
              <a:gd name="connsiteX110" fmla="*/ 795212 w 5260975"/>
              <a:gd name="connsiteY110" fmla="*/ 1272010 h 1410656"/>
              <a:gd name="connsiteX111" fmla="*/ 769288 w 5260975"/>
              <a:gd name="connsiteY111" fmla="*/ 1269610 h 1410656"/>
              <a:gd name="connsiteX112" fmla="*/ 714271 w 5260975"/>
              <a:gd name="connsiteY112" fmla="*/ 1254152 h 1410656"/>
              <a:gd name="connsiteX113" fmla="*/ 691900 w 5260975"/>
              <a:gd name="connsiteY113" fmla="*/ 1249062 h 1410656"/>
              <a:gd name="connsiteX114" fmla="*/ 660598 w 5260975"/>
              <a:gd name="connsiteY114" fmla="*/ 1249159 h 1410656"/>
              <a:gd name="connsiteX115" fmla="*/ 603662 w 5260975"/>
              <a:gd name="connsiteY115" fmla="*/ 1242054 h 1410656"/>
              <a:gd name="connsiteX116" fmla="*/ 546821 w 5260975"/>
              <a:gd name="connsiteY116" fmla="*/ 1221314 h 1410656"/>
              <a:gd name="connsiteX117" fmla="*/ 522721 w 5260975"/>
              <a:gd name="connsiteY117" fmla="*/ 1223330 h 1410656"/>
              <a:gd name="connsiteX118" fmla="*/ 514080 w 5260975"/>
              <a:gd name="connsiteY118" fmla="*/ 1222851 h 1410656"/>
              <a:gd name="connsiteX119" fmla="*/ 436404 w 5260975"/>
              <a:gd name="connsiteY119" fmla="*/ 1211424 h 1410656"/>
              <a:gd name="connsiteX120" fmla="*/ 428626 w 5260975"/>
              <a:gd name="connsiteY120" fmla="*/ 1210177 h 1410656"/>
              <a:gd name="connsiteX121" fmla="*/ 392141 w 5260975"/>
              <a:gd name="connsiteY121" fmla="*/ 1199999 h 1410656"/>
              <a:gd name="connsiteX122" fmla="*/ 300157 w 5260975"/>
              <a:gd name="connsiteY122" fmla="*/ 1193662 h 1410656"/>
              <a:gd name="connsiteX123" fmla="*/ 294493 w 5260975"/>
              <a:gd name="connsiteY123" fmla="*/ 1192894 h 1410656"/>
              <a:gd name="connsiteX124" fmla="*/ 263671 w 5260975"/>
              <a:gd name="connsiteY124" fmla="*/ 1197982 h 1410656"/>
              <a:gd name="connsiteX125" fmla="*/ 248406 w 5260975"/>
              <a:gd name="connsiteY125" fmla="*/ 1205184 h 1410656"/>
              <a:gd name="connsiteX126" fmla="*/ 224594 w 5260975"/>
              <a:gd name="connsiteY126" fmla="*/ 1212673 h 1410656"/>
              <a:gd name="connsiteX127" fmla="*/ 200398 w 5260975"/>
              <a:gd name="connsiteY127" fmla="*/ 1215458 h 1410656"/>
              <a:gd name="connsiteX128" fmla="*/ 159783 w 5260975"/>
              <a:gd name="connsiteY128" fmla="*/ 1204127 h 1410656"/>
              <a:gd name="connsiteX129" fmla="*/ 144997 w 5260975"/>
              <a:gd name="connsiteY129" fmla="*/ 1202975 h 1410656"/>
              <a:gd name="connsiteX130" fmla="*/ 112064 w 5260975"/>
              <a:gd name="connsiteY130" fmla="*/ 1197503 h 1410656"/>
              <a:gd name="connsiteX131" fmla="*/ 83259 w 5260975"/>
              <a:gd name="connsiteY131" fmla="*/ 1197887 h 1410656"/>
              <a:gd name="connsiteX132" fmla="*/ 60120 w 5260975"/>
              <a:gd name="connsiteY132" fmla="*/ 1206624 h 1410656"/>
              <a:gd name="connsiteX133" fmla="*/ 26514 w 5260975"/>
              <a:gd name="connsiteY133" fmla="*/ 1208352 h 1410656"/>
              <a:gd name="connsiteX134" fmla="*/ 4814 w 5260975"/>
              <a:gd name="connsiteY134" fmla="*/ 1202015 h 1410656"/>
              <a:gd name="connsiteX135" fmla="*/ 398 w 5260975"/>
              <a:gd name="connsiteY135" fmla="*/ 1201152 h 1410656"/>
              <a:gd name="connsiteX136" fmla="*/ 0 w 5260975"/>
              <a:gd name="connsiteY136" fmla="*/ 1201150 h 1410656"/>
              <a:gd name="connsiteX137" fmla="*/ 0 w 5260975"/>
              <a:gd name="connsiteY137" fmla="*/ 1004512 h 1410656"/>
              <a:gd name="connsiteX138" fmla="*/ 30355 w 5260975"/>
              <a:gd name="connsiteY138" fmla="*/ 1002784 h 1410656"/>
              <a:gd name="connsiteX139" fmla="*/ 52151 w 5260975"/>
              <a:gd name="connsiteY139" fmla="*/ 997695 h 1410656"/>
              <a:gd name="connsiteX140" fmla="*/ 64248 w 5260975"/>
              <a:gd name="connsiteY140" fmla="*/ 994430 h 1410656"/>
              <a:gd name="connsiteX141" fmla="*/ 126370 w 5260975"/>
              <a:gd name="connsiteY141" fmla="*/ 985405 h 1410656"/>
              <a:gd name="connsiteX142" fmla="*/ 154022 w 5260975"/>
              <a:gd name="connsiteY142" fmla="*/ 975708 h 1410656"/>
              <a:gd name="connsiteX143" fmla="*/ 161512 w 5260975"/>
              <a:gd name="connsiteY143" fmla="*/ 974268 h 1410656"/>
              <a:gd name="connsiteX144" fmla="*/ 202510 w 5260975"/>
              <a:gd name="connsiteY144" fmla="*/ 978300 h 1410656"/>
              <a:gd name="connsiteX145" fmla="*/ 233235 w 5260975"/>
              <a:gd name="connsiteY145" fmla="*/ 993950 h 1410656"/>
              <a:gd name="connsiteX146" fmla="*/ 239188 w 5260975"/>
              <a:gd name="connsiteY146" fmla="*/ 999231 h 1410656"/>
              <a:gd name="connsiteX147" fmla="*/ 324834 w 5260975"/>
              <a:gd name="connsiteY147" fmla="*/ 997407 h 1410656"/>
              <a:gd name="connsiteX148" fmla="*/ 337987 w 5260975"/>
              <a:gd name="connsiteY148" fmla="*/ 995198 h 1410656"/>
              <a:gd name="connsiteX149" fmla="*/ 401550 w 5260975"/>
              <a:gd name="connsiteY149" fmla="*/ 1004416 h 1410656"/>
              <a:gd name="connsiteX150" fmla="*/ 420081 w 5260975"/>
              <a:gd name="connsiteY150" fmla="*/ 1006240 h 1410656"/>
              <a:gd name="connsiteX151" fmla="*/ 486523 w 5260975"/>
              <a:gd name="connsiteY151" fmla="*/ 1014498 h 1410656"/>
              <a:gd name="connsiteX152" fmla="*/ 495932 w 5260975"/>
              <a:gd name="connsiteY152" fmla="*/ 1006817 h 1410656"/>
              <a:gd name="connsiteX153" fmla="*/ 523009 w 5260975"/>
              <a:gd name="connsiteY153" fmla="*/ 987517 h 1410656"/>
              <a:gd name="connsiteX154" fmla="*/ 576393 w 5260975"/>
              <a:gd name="connsiteY154" fmla="*/ 970427 h 1410656"/>
              <a:gd name="connsiteX155" fmla="*/ 590892 w 5260975"/>
              <a:gd name="connsiteY155" fmla="*/ 971387 h 1410656"/>
              <a:gd name="connsiteX156" fmla="*/ 627569 w 5260975"/>
              <a:gd name="connsiteY156" fmla="*/ 999904 h 1410656"/>
              <a:gd name="connsiteX157" fmla="*/ 645429 w 5260975"/>
              <a:gd name="connsiteY157" fmla="*/ 1011329 h 1410656"/>
              <a:gd name="connsiteX158" fmla="*/ 696125 w 5260975"/>
              <a:gd name="connsiteY158" fmla="*/ 1032356 h 1410656"/>
              <a:gd name="connsiteX159" fmla="*/ 700349 w 5260975"/>
              <a:gd name="connsiteY159" fmla="*/ 1036197 h 1410656"/>
              <a:gd name="connsiteX160" fmla="*/ 737795 w 5260975"/>
              <a:gd name="connsiteY160" fmla="*/ 1081804 h 1410656"/>
              <a:gd name="connsiteX161" fmla="*/ 746244 w 5260975"/>
              <a:gd name="connsiteY161" fmla="*/ 1089581 h 1410656"/>
              <a:gd name="connsiteX162" fmla="*/ 756422 w 5260975"/>
              <a:gd name="connsiteY162" fmla="*/ 1101680 h 1410656"/>
              <a:gd name="connsiteX163" fmla="*/ 788202 w 5260975"/>
              <a:gd name="connsiteY163" fmla="*/ 1125108 h 1410656"/>
              <a:gd name="connsiteX164" fmla="*/ 827569 w 5260975"/>
              <a:gd name="connsiteY164" fmla="*/ 1132596 h 1410656"/>
              <a:gd name="connsiteX165" fmla="*/ 875097 w 5260975"/>
              <a:gd name="connsiteY165" fmla="*/ 1144022 h 1410656"/>
              <a:gd name="connsiteX166" fmla="*/ 894972 w 5260975"/>
              <a:gd name="connsiteY166" fmla="*/ 1151704 h 1410656"/>
              <a:gd name="connsiteX167" fmla="*/ 948260 w 5260975"/>
              <a:gd name="connsiteY167" fmla="*/ 1166298 h 1410656"/>
              <a:gd name="connsiteX168" fmla="*/ 986282 w 5260975"/>
              <a:gd name="connsiteY168" fmla="*/ 1178588 h 1410656"/>
              <a:gd name="connsiteX169" fmla="*/ 1041107 w 5260975"/>
              <a:gd name="connsiteY169" fmla="*/ 1185789 h 1410656"/>
              <a:gd name="connsiteX170" fmla="*/ 1067703 w 5260975"/>
              <a:gd name="connsiteY170" fmla="*/ 1186076 h 1410656"/>
              <a:gd name="connsiteX171" fmla="*/ 1116574 w 5260975"/>
              <a:gd name="connsiteY171" fmla="*/ 1222946 h 1410656"/>
              <a:gd name="connsiteX172" fmla="*/ 1155557 w 5260975"/>
              <a:gd name="connsiteY172" fmla="*/ 1247335 h 1410656"/>
              <a:gd name="connsiteX173" fmla="*/ 1196556 w 5260975"/>
              <a:gd name="connsiteY173" fmla="*/ 1235525 h 1410656"/>
              <a:gd name="connsiteX174" fmla="*/ 1207693 w 5260975"/>
              <a:gd name="connsiteY174" fmla="*/ 1224387 h 1410656"/>
              <a:gd name="connsiteX175" fmla="*/ 1274904 w 5260975"/>
              <a:gd name="connsiteY175" fmla="*/ 1213826 h 1410656"/>
              <a:gd name="connsiteX176" fmla="*/ 1370919 w 5260975"/>
              <a:gd name="connsiteY176" fmla="*/ 1213442 h 1410656"/>
              <a:gd name="connsiteX177" fmla="*/ 1530593 w 5260975"/>
              <a:gd name="connsiteY177" fmla="*/ 1189437 h 1410656"/>
              <a:gd name="connsiteX178" fmla="*/ 1558436 w 5260975"/>
              <a:gd name="connsiteY178" fmla="*/ 1178299 h 1410656"/>
              <a:gd name="connsiteX179" fmla="*/ 1589737 w 5260975"/>
              <a:gd name="connsiteY179" fmla="*/ 1175515 h 1410656"/>
              <a:gd name="connsiteX180" fmla="*/ 1601740 w 5260975"/>
              <a:gd name="connsiteY180" fmla="*/ 1182333 h 1410656"/>
              <a:gd name="connsiteX181" fmla="*/ 1654259 w 5260975"/>
              <a:gd name="connsiteY181" fmla="*/ 1192510 h 1410656"/>
              <a:gd name="connsiteX182" fmla="*/ 1664246 w 5260975"/>
              <a:gd name="connsiteY182" fmla="*/ 1192702 h 1410656"/>
              <a:gd name="connsiteX183" fmla="*/ 1698427 w 5260975"/>
              <a:gd name="connsiteY183" fmla="*/ 1188381 h 1410656"/>
              <a:gd name="connsiteX184" fmla="*/ 1730112 w 5260975"/>
              <a:gd name="connsiteY184" fmla="*/ 1185885 h 1410656"/>
              <a:gd name="connsiteX185" fmla="*/ 1809996 w 5260975"/>
              <a:gd name="connsiteY185" fmla="*/ 1194046 h 1410656"/>
              <a:gd name="connsiteX186" fmla="*/ 1871254 w 5260975"/>
              <a:gd name="connsiteY186" fmla="*/ 1192126 h 1410656"/>
              <a:gd name="connsiteX187" fmla="*/ 1899482 w 5260975"/>
              <a:gd name="connsiteY187" fmla="*/ 1194046 h 1410656"/>
              <a:gd name="connsiteX188" fmla="*/ 1915420 w 5260975"/>
              <a:gd name="connsiteY188" fmla="*/ 1196927 h 1410656"/>
              <a:gd name="connsiteX189" fmla="*/ 1951522 w 5260975"/>
              <a:gd name="connsiteY189" fmla="*/ 1216994 h 1410656"/>
              <a:gd name="connsiteX190" fmla="*/ 1971302 w 5260975"/>
              <a:gd name="connsiteY190" fmla="*/ 1221507 h 1410656"/>
              <a:gd name="connsiteX191" fmla="*/ 2030831 w 5260975"/>
              <a:gd name="connsiteY191" fmla="*/ 1221123 h 1410656"/>
              <a:gd name="connsiteX192" fmla="*/ 2120125 w 5260975"/>
              <a:gd name="connsiteY192" fmla="*/ 1190878 h 1410656"/>
              <a:gd name="connsiteX193" fmla="*/ 2129439 w 5260975"/>
              <a:gd name="connsiteY193" fmla="*/ 1186845 h 1410656"/>
              <a:gd name="connsiteX194" fmla="*/ 2174854 w 5260975"/>
              <a:gd name="connsiteY194" fmla="*/ 1181852 h 1410656"/>
              <a:gd name="connsiteX195" fmla="*/ 2205674 w 5260975"/>
              <a:gd name="connsiteY195" fmla="*/ 1188669 h 1410656"/>
              <a:gd name="connsiteX196" fmla="*/ 2247634 w 5260975"/>
              <a:gd name="connsiteY196" fmla="*/ 1202784 h 1410656"/>
              <a:gd name="connsiteX197" fmla="*/ 2285367 w 5260975"/>
              <a:gd name="connsiteY197" fmla="*/ 1214594 h 1410656"/>
              <a:gd name="connsiteX198" fmla="*/ 2312827 w 5260975"/>
              <a:gd name="connsiteY198" fmla="*/ 1227939 h 1410656"/>
              <a:gd name="connsiteX199" fmla="*/ 2375622 w 5260975"/>
              <a:gd name="connsiteY199" fmla="*/ 1237733 h 1410656"/>
              <a:gd name="connsiteX200" fmla="*/ 2382151 w 5260975"/>
              <a:gd name="connsiteY200" fmla="*/ 1239365 h 1410656"/>
              <a:gd name="connsiteX201" fmla="*/ 2429390 w 5260975"/>
              <a:gd name="connsiteY201" fmla="*/ 1227459 h 1410656"/>
              <a:gd name="connsiteX202" fmla="*/ 2486134 w 5260975"/>
              <a:gd name="connsiteY202" fmla="*/ 1215362 h 1410656"/>
              <a:gd name="connsiteX203" fmla="*/ 2506394 w 5260975"/>
              <a:gd name="connsiteY203" fmla="*/ 1219490 h 1410656"/>
              <a:gd name="connsiteX204" fmla="*/ 2534142 w 5260975"/>
              <a:gd name="connsiteY204" fmla="*/ 1225347 h 1410656"/>
              <a:gd name="connsiteX205" fmla="*/ 2559874 w 5260975"/>
              <a:gd name="connsiteY205" fmla="*/ 1222275 h 1410656"/>
              <a:gd name="connsiteX206" fmla="*/ 2575525 w 5260975"/>
              <a:gd name="connsiteY206" fmla="*/ 1221987 h 1410656"/>
              <a:gd name="connsiteX207" fmla="*/ 2646960 w 5260975"/>
              <a:gd name="connsiteY207" fmla="*/ 1257896 h 1410656"/>
              <a:gd name="connsiteX208" fmla="*/ 2665107 w 5260975"/>
              <a:gd name="connsiteY208" fmla="*/ 1260873 h 1410656"/>
              <a:gd name="connsiteX209" fmla="*/ 2675381 w 5260975"/>
              <a:gd name="connsiteY209" fmla="*/ 1265290 h 1410656"/>
              <a:gd name="connsiteX210" fmla="*/ 2737311 w 5260975"/>
              <a:gd name="connsiteY210" fmla="*/ 1309841 h 1410656"/>
              <a:gd name="connsiteX211" fmla="*/ 2763619 w 5260975"/>
              <a:gd name="connsiteY211" fmla="*/ 1318866 h 1410656"/>
              <a:gd name="connsiteX212" fmla="*/ 2792519 w 5260975"/>
              <a:gd name="connsiteY212" fmla="*/ 1317041 h 1410656"/>
              <a:gd name="connsiteX213" fmla="*/ 2809226 w 5260975"/>
              <a:gd name="connsiteY213" fmla="*/ 1313777 h 1410656"/>
              <a:gd name="connsiteX214" fmla="*/ 2850705 w 5260975"/>
              <a:gd name="connsiteY214" fmla="*/ 1285452 h 1410656"/>
              <a:gd name="connsiteX215" fmla="*/ 2874324 w 5260975"/>
              <a:gd name="connsiteY215" fmla="*/ 1286413 h 1410656"/>
              <a:gd name="connsiteX216" fmla="*/ 2911194 w 5260975"/>
              <a:gd name="connsiteY216" fmla="*/ 1305903 h 1410656"/>
              <a:gd name="connsiteX217" fmla="*/ 2978116 w 5260975"/>
              <a:gd name="connsiteY217" fmla="*/ 1314641 h 1410656"/>
              <a:gd name="connsiteX218" fmla="*/ 3012106 w 5260975"/>
              <a:gd name="connsiteY218" fmla="*/ 1287373 h 1410656"/>
              <a:gd name="connsiteX219" fmla="*/ 3029676 w 5260975"/>
              <a:gd name="connsiteY219" fmla="*/ 1261161 h 1410656"/>
              <a:gd name="connsiteX220" fmla="*/ 3080469 w 5260975"/>
              <a:gd name="connsiteY220" fmla="*/ 1230724 h 1410656"/>
              <a:gd name="connsiteX221" fmla="*/ 3092567 w 5260975"/>
              <a:gd name="connsiteY221" fmla="*/ 1242054 h 1410656"/>
              <a:gd name="connsiteX222" fmla="*/ 3129821 w 5260975"/>
              <a:gd name="connsiteY222" fmla="*/ 1246855 h 1410656"/>
              <a:gd name="connsiteX223" fmla="*/ 3170147 w 5260975"/>
              <a:gd name="connsiteY223" fmla="*/ 1246471 h 1410656"/>
              <a:gd name="connsiteX224" fmla="*/ 3240429 w 5260975"/>
              <a:gd name="connsiteY224" fmla="*/ 1251559 h 1410656"/>
              <a:gd name="connsiteX225" fmla="*/ 3287189 w 5260975"/>
              <a:gd name="connsiteY225" fmla="*/ 1222466 h 1410656"/>
              <a:gd name="connsiteX226" fmla="*/ 3305049 w 5260975"/>
              <a:gd name="connsiteY226" fmla="*/ 1210465 h 1410656"/>
              <a:gd name="connsiteX227" fmla="*/ 3321755 w 5260975"/>
              <a:gd name="connsiteY227" fmla="*/ 1202784 h 1410656"/>
              <a:gd name="connsiteX228" fmla="*/ 3341055 w 5260975"/>
              <a:gd name="connsiteY228" fmla="*/ 1198463 h 1410656"/>
              <a:gd name="connsiteX229" fmla="*/ 3387621 w 5260975"/>
              <a:gd name="connsiteY229" fmla="*/ 1182140 h 1410656"/>
              <a:gd name="connsiteX230" fmla="*/ 3413161 w 5260975"/>
              <a:gd name="connsiteY230" fmla="*/ 1166105 h 1410656"/>
              <a:gd name="connsiteX231" fmla="*/ 3470579 w 5260975"/>
              <a:gd name="connsiteY231" fmla="*/ 1150647 h 1410656"/>
              <a:gd name="connsiteX232" fmla="*/ 3509657 w 5260975"/>
              <a:gd name="connsiteY232" fmla="*/ 1136821 h 1410656"/>
              <a:gd name="connsiteX233" fmla="*/ 3550847 w 5260975"/>
              <a:gd name="connsiteY233" fmla="*/ 1113009 h 1410656"/>
              <a:gd name="connsiteX234" fmla="*/ 3556608 w 5260975"/>
              <a:gd name="connsiteY234" fmla="*/ 1109361 h 1410656"/>
              <a:gd name="connsiteX235" fmla="*/ 3570435 w 5260975"/>
              <a:gd name="connsiteY235" fmla="*/ 1093710 h 1410656"/>
              <a:gd name="connsiteX236" fmla="*/ 3590501 w 5260975"/>
              <a:gd name="connsiteY236" fmla="*/ 1039846 h 1410656"/>
              <a:gd name="connsiteX237" fmla="*/ 3596263 w 5260975"/>
              <a:gd name="connsiteY237" fmla="*/ 1028900 h 1410656"/>
              <a:gd name="connsiteX238" fmla="*/ 3648591 w 5260975"/>
              <a:gd name="connsiteY238" fmla="*/ 992030 h 1410656"/>
              <a:gd name="connsiteX239" fmla="*/ 3667986 w 5260975"/>
              <a:gd name="connsiteY239" fmla="*/ 995487 h 1410656"/>
              <a:gd name="connsiteX240" fmla="*/ 3689397 w 5260975"/>
              <a:gd name="connsiteY240" fmla="*/ 1007585 h 1410656"/>
              <a:gd name="connsiteX241" fmla="*/ 3736349 w 5260975"/>
              <a:gd name="connsiteY241" fmla="*/ 1010753 h 1410656"/>
              <a:gd name="connsiteX242" fmla="*/ 3753919 w 5260975"/>
              <a:gd name="connsiteY242" fmla="*/ 1004513 h 1410656"/>
              <a:gd name="connsiteX243" fmla="*/ 3784643 w 5260975"/>
              <a:gd name="connsiteY243" fmla="*/ 987710 h 1410656"/>
              <a:gd name="connsiteX244" fmla="*/ 3808359 w 5260975"/>
              <a:gd name="connsiteY244" fmla="*/ 961689 h 1410656"/>
              <a:gd name="connsiteX245" fmla="*/ 3842829 w 5260975"/>
              <a:gd name="connsiteY245" fmla="*/ 918674 h 1410656"/>
              <a:gd name="connsiteX246" fmla="*/ 3908983 w 5260975"/>
              <a:gd name="connsiteY246" fmla="*/ 902256 h 1410656"/>
              <a:gd name="connsiteX247" fmla="*/ 3934428 w 5260975"/>
              <a:gd name="connsiteY247" fmla="*/ 896783 h 1410656"/>
              <a:gd name="connsiteX248" fmla="*/ 4026987 w 5260975"/>
              <a:gd name="connsiteY248" fmla="*/ 873835 h 1410656"/>
              <a:gd name="connsiteX249" fmla="*/ 4035051 w 5260975"/>
              <a:gd name="connsiteY249" fmla="*/ 873067 h 1410656"/>
              <a:gd name="connsiteX250" fmla="*/ 4099189 w 5260975"/>
              <a:gd name="connsiteY250" fmla="*/ 846664 h 1410656"/>
              <a:gd name="connsiteX251" fmla="*/ 4114647 w 5260975"/>
              <a:gd name="connsiteY251" fmla="*/ 840134 h 1410656"/>
              <a:gd name="connsiteX252" fmla="*/ 4133563 w 5260975"/>
              <a:gd name="connsiteY252" fmla="*/ 823427 h 1410656"/>
              <a:gd name="connsiteX253" fmla="*/ 4151039 w 5260975"/>
              <a:gd name="connsiteY253" fmla="*/ 776284 h 1410656"/>
              <a:gd name="connsiteX254" fmla="*/ 4171489 w 5260975"/>
              <a:gd name="connsiteY254" fmla="*/ 754776 h 1410656"/>
              <a:gd name="connsiteX255" fmla="*/ 4186372 w 5260975"/>
              <a:gd name="connsiteY255" fmla="*/ 741718 h 1410656"/>
              <a:gd name="connsiteX256" fmla="*/ 4199429 w 5260975"/>
              <a:gd name="connsiteY256" fmla="*/ 721940 h 1410656"/>
              <a:gd name="connsiteX257" fmla="*/ 4212487 w 5260975"/>
              <a:gd name="connsiteY257" fmla="*/ 674604 h 1410656"/>
              <a:gd name="connsiteX258" fmla="*/ 4232555 w 5260975"/>
              <a:gd name="connsiteY258" fmla="*/ 632645 h 1410656"/>
              <a:gd name="connsiteX259" fmla="*/ 4268657 w 5260975"/>
              <a:gd name="connsiteY259" fmla="*/ 609410 h 1410656"/>
              <a:gd name="connsiteX260" fmla="*/ 4291028 w 5260975"/>
              <a:gd name="connsiteY260" fmla="*/ 597216 h 1410656"/>
              <a:gd name="connsiteX261" fmla="*/ 4379651 w 5260975"/>
              <a:gd name="connsiteY261" fmla="*/ 609506 h 1410656"/>
              <a:gd name="connsiteX262" fmla="*/ 4440139 w 5260975"/>
              <a:gd name="connsiteY262" fmla="*/ 621507 h 1410656"/>
              <a:gd name="connsiteX263" fmla="*/ 4460015 w 5260975"/>
              <a:gd name="connsiteY263" fmla="*/ 616899 h 1410656"/>
              <a:gd name="connsiteX264" fmla="*/ 4516183 w 5260975"/>
              <a:gd name="connsiteY264" fmla="*/ 577724 h 1410656"/>
              <a:gd name="connsiteX265" fmla="*/ 4571681 w 5260975"/>
              <a:gd name="connsiteY265" fmla="*/ 560250 h 1410656"/>
              <a:gd name="connsiteX266" fmla="*/ 4613447 w 5260975"/>
              <a:gd name="connsiteY266" fmla="*/ 555257 h 1410656"/>
              <a:gd name="connsiteX267" fmla="*/ 4649355 w 5260975"/>
              <a:gd name="connsiteY267" fmla="*/ 551417 h 1410656"/>
              <a:gd name="connsiteX268" fmla="*/ 4692467 w 5260975"/>
              <a:gd name="connsiteY268" fmla="*/ 540663 h 1410656"/>
              <a:gd name="connsiteX269" fmla="*/ 4716855 w 5260975"/>
              <a:gd name="connsiteY269" fmla="*/ 528949 h 1410656"/>
              <a:gd name="connsiteX270" fmla="*/ 4755645 w 5260975"/>
              <a:gd name="connsiteY270" fmla="*/ 512147 h 1410656"/>
              <a:gd name="connsiteX271" fmla="*/ 4795395 w 5260975"/>
              <a:gd name="connsiteY271" fmla="*/ 490351 h 1410656"/>
              <a:gd name="connsiteX272" fmla="*/ 4825928 w 5260975"/>
              <a:gd name="connsiteY272" fmla="*/ 459818 h 1410656"/>
              <a:gd name="connsiteX273" fmla="*/ 4842347 w 5260975"/>
              <a:gd name="connsiteY273" fmla="*/ 434086 h 1410656"/>
              <a:gd name="connsiteX274" fmla="*/ 4890451 w 5260975"/>
              <a:gd name="connsiteY274" fmla="*/ 397216 h 1410656"/>
              <a:gd name="connsiteX275" fmla="*/ 4933945 w 5260975"/>
              <a:gd name="connsiteY275" fmla="*/ 327701 h 1410656"/>
              <a:gd name="connsiteX276" fmla="*/ 4961214 w 5260975"/>
              <a:gd name="connsiteY276" fmla="*/ 298801 h 1410656"/>
              <a:gd name="connsiteX277" fmla="*/ 4976672 w 5260975"/>
              <a:gd name="connsiteY277" fmla="*/ 290639 h 1410656"/>
              <a:gd name="connsiteX278" fmla="*/ 5002979 w 5260975"/>
              <a:gd name="connsiteY278" fmla="*/ 270573 h 1410656"/>
              <a:gd name="connsiteX279" fmla="*/ 5018535 w 5260975"/>
              <a:gd name="connsiteY279" fmla="*/ 255690 h 1410656"/>
              <a:gd name="connsiteX280" fmla="*/ 5061069 w 5260975"/>
              <a:gd name="connsiteY280" fmla="*/ 200961 h 1410656"/>
              <a:gd name="connsiteX281" fmla="*/ 5074127 w 5260975"/>
              <a:gd name="connsiteY281" fmla="*/ 184735 h 1410656"/>
              <a:gd name="connsiteX282" fmla="*/ 5101108 w 5260975"/>
              <a:gd name="connsiteY282" fmla="*/ 156891 h 1410656"/>
              <a:gd name="connsiteX283" fmla="*/ 5112918 w 5260975"/>
              <a:gd name="connsiteY283" fmla="*/ 148441 h 1410656"/>
              <a:gd name="connsiteX284" fmla="*/ 5133753 w 5260975"/>
              <a:gd name="connsiteY284" fmla="*/ 125782 h 1410656"/>
              <a:gd name="connsiteX285" fmla="*/ 5183393 w 5260975"/>
              <a:gd name="connsiteY285" fmla="*/ 66348 h 1410656"/>
              <a:gd name="connsiteX286" fmla="*/ 5204709 w 5260975"/>
              <a:gd name="connsiteY286" fmla="*/ 33030 h 1410656"/>
              <a:gd name="connsiteX287" fmla="*/ 5247243 w 5260975"/>
              <a:gd name="connsiteY287" fmla="*/ 8451 h 141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5260975" h="1410656">
                <a:moveTo>
                  <a:pt x="5260975" y="0"/>
                </a:moveTo>
                <a:lnTo>
                  <a:pt x="5260975" y="221634"/>
                </a:lnTo>
                <a:lnTo>
                  <a:pt x="5226503" y="237063"/>
                </a:lnTo>
                <a:cubicBezTo>
                  <a:pt x="5219783" y="239848"/>
                  <a:pt x="5212389" y="241384"/>
                  <a:pt x="5206341" y="245128"/>
                </a:cubicBezTo>
                <a:cubicBezTo>
                  <a:pt x="5178495" y="262219"/>
                  <a:pt x="5151515" y="280654"/>
                  <a:pt x="5123287" y="297073"/>
                </a:cubicBezTo>
                <a:cubicBezTo>
                  <a:pt x="5094195" y="314067"/>
                  <a:pt x="5068175" y="334134"/>
                  <a:pt x="5048107" y="361307"/>
                </a:cubicBezTo>
                <a:cubicBezTo>
                  <a:pt x="5029480" y="386559"/>
                  <a:pt x="5011429" y="412194"/>
                  <a:pt x="4992899" y="437542"/>
                </a:cubicBezTo>
                <a:cubicBezTo>
                  <a:pt x="4988194" y="443975"/>
                  <a:pt x="4983873" y="451561"/>
                  <a:pt x="4977440" y="455690"/>
                </a:cubicBezTo>
                <a:cubicBezTo>
                  <a:pt x="4964094" y="464331"/>
                  <a:pt x="4949499" y="471340"/>
                  <a:pt x="4935193" y="478445"/>
                </a:cubicBezTo>
                <a:cubicBezTo>
                  <a:pt x="4922903" y="484494"/>
                  <a:pt x="4909845" y="489006"/>
                  <a:pt x="4897844" y="495535"/>
                </a:cubicBezTo>
                <a:cubicBezTo>
                  <a:pt x="4888243" y="500721"/>
                  <a:pt x="4879697" y="507922"/>
                  <a:pt x="4870767" y="514451"/>
                </a:cubicBezTo>
                <a:cubicBezTo>
                  <a:pt x="4862990" y="520115"/>
                  <a:pt x="4854445" y="525012"/>
                  <a:pt x="4847916" y="531830"/>
                </a:cubicBezTo>
                <a:cubicBezTo>
                  <a:pt x="4831977" y="548344"/>
                  <a:pt x="4815942" y="564571"/>
                  <a:pt x="4796163" y="576765"/>
                </a:cubicBezTo>
                <a:cubicBezTo>
                  <a:pt x="4776672" y="588862"/>
                  <a:pt x="4758237" y="602401"/>
                  <a:pt x="4738843" y="614691"/>
                </a:cubicBezTo>
                <a:cubicBezTo>
                  <a:pt x="4719831" y="626693"/>
                  <a:pt x="4702645" y="639846"/>
                  <a:pt x="4692755" y="661162"/>
                </a:cubicBezTo>
                <a:cubicBezTo>
                  <a:pt x="4688339" y="670571"/>
                  <a:pt x="4682097" y="680845"/>
                  <a:pt x="4673744" y="686318"/>
                </a:cubicBezTo>
                <a:cubicBezTo>
                  <a:pt x="4661838" y="694095"/>
                  <a:pt x="4646764" y="696880"/>
                  <a:pt x="4633801" y="703505"/>
                </a:cubicBezTo>
                <a:cubicBezTo>
                  <a:pt x="4618535" y="711282"/>
                  <a:pt x="4600869" y="718003"/>
                  <a:pt x="4590499" y="730389"/>
                </a:cubicBezTo>
                <a:cubicBezTo>
                  <a:pt x="4581281" y="741431"/>
                  <a:pt x="4571968" y="750072"/>
                  <a:pt x="4559773" y="757081"/>
                </a:cubicBezTo>
                <a:cubicBezTo>
                  <a:pt x="4551229" y="761978"/>
                  <a:pt x="4544892" y="770907"/>
                  <a:pt x="4536059" y="774940"/>
                </a:cubicBezTo>
                <a:cubicBezTo>
                  <a:pt x="4524441" y="780317"/>
                  <a:pt x="4512727" y="784542"/>
                  <a:pt x="4502549" y="792895"/>
                </a:cubicBezTo>
                <a:cubicBezTo>
                  <a:pt x="4491987" y="801536"/>
                  <a:pt x="4479986" y="808353"/>
                  <a:pt x="4468944" y="816419"/>
                </a:cubicBezTo>
                <a:cubicBezTo>
                  <a:pt x="4463087" y="820739"/>
                  <a:pt x="4458286" y="826404"/>
                  <a:pt x="4452622" y="830917"/>
                </a:cubicBezTo>
                <a:cubicBezTo>
                  <a:pt x="4442252" y="839174"/>
                  <a:pt x="4431690" y="847239"/>
                  <a:pt x="4421032" y="855016"/>
                </a:cubicBezTo>
                <a:cubicBezTo>
                  <a:pt x="4410375" y="862794"/>
                  <a:pt x="4400197" y="871819"/>
                  <a:pt x="4388483" y="877484"/>
                </a:cubicBezTo>
                <a:cubicBezTo>
                  <a:pt x="4368513" y="887086"/>
                  <a:pt x="4346717" y="892847"/>
                  <a:pt x="4327321" y="903216"/>
                </a:cubicBezTo>
                <a:cubicBezTo>
                  <a:pt x="4307639" y="913777"/>
                  <a:pt x="4289107" y="927028"/>
                  <a:pt x="4271633" y="941046"/>
                </a:cubicBezTo>
                <a:cubicBezTo>
                  <a:pt x="4257807" y="952088"/>
                  <a:pt x="4244845" y="963034"/>
                  <a:pt x="4227465" y="968698"/>
                </a:cubicBezTo>
                <a:cubicBezTo>
                  <a:pt x="4217768" y="971867"/>
                  <a:pt x="4207591" y="978780"/>
                  <a:pt x="4201733" y="986846"/>
                </a:cubicBezTo>
                <a:cubicBezTo>
                  <a:pt x="4189059" y="1004416"/>
                  <a:pt x="4172833" y="1016802"/>
                  <a:pt x="4154494" y="1027364"/>
                </a:cubicBezTo>
                <a:cubicBezTo>
                  <a:pt x="4130010" y="1041574"/>
                  <a:pt x="4105814" y="1056072"/>
                  <a:pt x="4081234" y="1069994"/>
                </a:cubicBezTo>
                <a:cubicBezTo>
                  <a:pt x="4066737" y="1078252"/>
                  <a:pt x="4052335" y="1086989"/>
                  <a:pt x="4036971" y="1093038"/>
                </a:cubicBezTo>
                <a:cubicBezTo>
                  <a:pt x="4005575" y="1105520"/>
                  <a:pt x="3973410" y="1116177"/>
                  <a:pt x="3941725" y="1127796"/>
                </a:cubicBezTo>
                <a:cubicBezTo>
                  <a:pt x="3931355" y="1131540"/>
                  <a:pt x="3921561" y="1136917"/>
                  <a:pt x="3910999" y="1140182"/>
                </a:cubicBezTo>
                <a:cubicBezTo>
                  <a:pt x="3899573" y="1143734"/>
                  <a:pt x="3887285" y="1144790"/>
                  <a:pt x="3875859" y="1148343"/>
                </a:cubicBezTo>
                <a:cubicBezTo>
                  <a:pt x="3856847" y="1154199"/>
                  <a:pt x="3838412" y="1161689"/>
                  <a:pt x="3819401" y="1167642"/>
                </a:cubicBezTo>
                <a:cubicBezTo>
                  <a:pt x="3782723" y="1179068"/>
                  <a:pt x="3745949" y="1190014"/>
                  <a:pt x="3709176" y="1200863"/>
                </a:cubicBezTo>
                <a:cubicBezTo>
                  <a:pt x="3701303" y="1203168"/>
                  <a:pt x="3692757" y="1203456"/>
                  <a:pt x="3684981" y="1205952"/>
                </a:cubicBezTo>
                <a:cubicBezTo>
                  <a:pt x="3664337" y="1212673"/>
                  <a:pt x="3643789" y="1219970"/>
                  <a:pt x="3623338" y="1227363"/>
                </a:cubicBezTo>
                <a:cubicBezTo>
                  <a:pt x="3610953" y="1231876"/>
                  <a:pt x="3598854" y="1237445"/>
                  <a:pt x="3586373" y="1241765"/>
                </a:cubicBezTo>
                <a:cubicBezTo>
                  <a:pt x="3576387" y="1245222"/>
                  <a:pt x="3566113" y="1247910"/>
                  <a:pt x="3555743" y="1250023"/>
                </a:cubicBezTo>
                <a:cubicBezTo>
                  <a:pt x="3546814" y="1251848"/>
                  <a:pt x="3537501" y="1251655"/>
                  <a:pt x="3528667" y="1253864"/>
                </a:cubicBezTo>
                <a:cubicBezTo>
                  <a:pt x="3504759" y="1259816"/>
                  <a:pt x="3481140" y="1266538"/>
                  <a:pt x="3457424" y="1272874"/>
                </a:cubicBezTo>
                <a:cubicBezTo>
                  <a:pt x="3447919" y="1275371"/>
                  <a:pt x="3438221" y="1277196"/>
                  <a:pt x="3429003" y="1280364"/>
                </a:cubicBezTo>
                <a:cubicBezTo>
                  <a:pt x="3404327" y="1288717"/>
                  <a:pt x="3380036" y="1298222"/>
                  <a:pt x="3355264" y="1306096"/>
                </a:cubicBezTo>
                <a:cubicBezTo>
                  <a:pt x="3334717" y="1312625"/>
                  <a:pt x="3313593" y="1317329"/>
                  <a:pt x="3292757" y="1323090"/>
                </a:cubicBezTo>
                <a:cubicBezTo>
                  <a:pt x="3283924" y="1325587"/>
                  <a:pt x="3275475" y="1329140"/>
                  <a:pt x="3266643" y="1331251"/>
                </a:cubicBezTo>
                <a:cubicBezTo>
                  <a:pt x="3246863" y="1336053"/>
                  <a:pt x="3226796" y="1340085"/>
                  <a:pt x="3206921" y="1344886"/>
                </a:cubicBezTo>
                <a:cubicBezTo>
                  <a:pt x="3195590" y="1347670"/>
                  <a:pt x="3184645" y="1352663"/>
                  <a:pt x="3173123" y="1354488"/>
                </a:cubicBezTo>
                <a:cubicBezTo>
                  <a:pt x="3145759" y="1358808"/>
                  <a:pt x="3118203" y="1361880"/>
                  <a:pt x="3090646" y="1365337"/>
                </a:cubicBezTo>
                <a:cubicBezTo>
                  <a:pt x="3062227" y="1368889"/>
                  <a:pt x="3033902" y="1372634"/>
                  <a:pt x="3005480" y="1375802"/>
                </a:cubicBezTo>
                <a:cubicBezTo>
                  <a:pt x="2989926" y="1377435"/>
                  <a:pt x="2974275" y="1377723"/>
                  <a:pt x="2958721" y="1379259"/>
                </a:cubicBezTo>
                <a:cubicBezTo>
                  <a:pt x="2945087" y="1380604"/>
                  <a:pt x="2931549" y="1383100"/>
                  <a:pt x="2917915" y="1384733"/>
                </a:cubicBezTo>
                <a:cubicBezTo>
                  <a:pt x="2906105" y="1386076"/>
                  <a:pt x="2894199" y="1386844"/>
                  <a:pt x="2882389" y="1388189"/>
                </a:cubicBezTo>
                <a:cubicBezTo>
                  <a:pt x="2863475" y="1390397"/>
                  <a:pt x="2844655" y="1392894"/>
                  <a:pt x="2825837" y="1395198"/>
                </a:cubicBezTo>
                <a:cubicBezTo>
                  <a:pt x="2817964" y="1396062"/>
                  <a:pt x="2809706" y="1398462"/>
                  <a:pt x="2802313" y="1397023"/>
                </a:cubicBezTo>
                <a:cubicBezTo>
                  <a:pt x="2783686" y="1393373"/>
                  <a:pt x="2765347" y="1394430"/>
                  <a:pt x="2746816" y="1396926"/>
                </a:cubicBezTo>
                <a:cubicBezTo>
                  <a:pt x="2740479" y="1397791"/>
                  <a:pt x="2733662" y="1397598"/>
                  <a:pt x="2727517" y="1395966"/>
                </a:cubicBezTo>
                <a:cubicBezTo>
                  <a:pt x="2714939" y="1392701"/>
                  <a:pt x="2702745" y="1388092"/>
                  <a:pt x="2690359" y="1384060"/>
                </a:cubicBezTo>
                <a:cubicBezTo>
                  <a:pt x="2689014" y="1383580"/>
                  <a:pt x="2687382" y="1383484"/>
                  <a:pt x="2685943" y="1383196"/>
                </a:cubicBezTo>
                <a:cubicBezTo>
                  <a:pt x="2677781" y="1381563"/>
                  <a:pt x="2669717" y="1379931"/>
                  <a:pt x="2661554" y="1378491"/>
                </a:cubicBezTo>
                <a:cubicBezTo>
                  <a:pt x="2657138" y="1377723"/>
                  <a:pt x="2652625" y="1377627"/>
                  <a:pt x="2648208" y="1376955"/>
                </a:cubicBezTo>
                <a:cubicBezTo>
                  <a:pt x="2631118" y="1374266"/>
                  <a:pt x="2612299" y="1378779"/>
                  <a:pt x="2597512" y="1367162"/>
                </a:cubicBezTo>
                <a:cubicBezTo>
                  <a:pt x="2587911" y="1359672"/>
                  <a:pt x="2578597" y="1361401"/>
                  <a:pt x="2568324" y="1362553"/>
                </a:cubicBezTo>
                <a:cubicBezTo>
                  <a:pt x="2560547" y="1363417"/>
                  <a:pt x="2552577" y="1363128"/>
                  <a:pt x="2544704" y="1363225"/>
                </a:cubicBezTo>
                <a:cubicBezTo>
                  <a:pt x="2530878" y="1363512"/>
                  <a:pt x="2517052" y="1363609"/>
                  <a:pt x="2503225" y="1364089"/>
                </a:cubicBezTo>
                <a:cubicBezTo>
                  <a:pt x="2498808" y="1364281"/>
                  <a:pt x="2494297" y="1366682"/>
                  <a:pt x="2489975" y="1366298"/>
                </a:cubicBezTo>
                <a:cubicBezTo>
                  <a:pt x="2470004" y="1364473"/>
                  <a:pt x="2450033" y="1361592"/>
                  <a:pt x="2430061" y="1359960"/>
                </a:cubicBezTo>
                <a:cubicBezTo>
                  <a:pt x="2418732" y="1359001"/>
                  <a:pt x="2407114" y="1360824"/>
                  <a:pt x="2395880" y="1359480"/>
                </a:cubicBezTo>
                <a:cubicBezTo>
                  <a:pt x="2382919" y="1357944"/>
                  <a:pt x="2370245" y="1354008"/>
                  <a:pt x="2357378" y="1351607"/>
                </a:cubicBezTo>
                <a:cubicBezTo>
                  <a:pt x="2353826" y="1350935"/>
                  <a:pt x="2349889" y="1351799"/>
                  <a:pt x="2346145" y="1351991"/>
                </a:cubicBezTo>
                <a:cubicBezTo>
                  <a:pt x="2341920" y="1352183"/>
                  <a:pt x="2337791" y="1352567"/>
                  <a:pt x="2333567" y="1352663"/>
                </a:cubicBezTo>
                <a:cubicBezTo>
                  <a:pt x="2320700" y="1352856"/>
                  <a:pt x="2307835" y="1352567"/>
                  <a:pt x="2294968" y="1353240"/>
                </a:cubicBezTo>
                <a:cubicBezTo>
                  <a:pt x="2287095" y="1353624"/>
                  <a:pt x="2278839" y="1357560"/>
                  <a:pt x="2271540" y="1356120"/>
                </a:cubicBezTo>
                <a:cubicBezTo>
                  <a:pt x="2256659" y="1353335"/>
                  <a:pt x="2241776" y="1359576"/>
                  <a:pt x="2226895" y="1354392"/>
                </a:cubicBezTo>
                <a:cubicBezTo>
                  <a:pt x="2222285" y="1352856"/>
                  <a:pt x="2215948" y="1356696"/>
                  <a:pt x="2210379" y="1356888"/>
                </a:cubicBezTo>
                <a:cubicBezTo>
                  <a:pt x="2196457" y="1357368"/>
                  <a:pt x="2182535" y="1357272"/>
                  <a:pt x="2168613" y="1357176"/>
                </a:cubicBezTo>
                <a:cubicBezTo>
                  <a:pt x="2156131" y="1357080"/>
                  <a:pt x="2143168" y="1358424"/>
                  <a:pt x="2131167" y="1355736"/>
                </a:cubicBezTo>
                <a:cubicBezTo>
                  <a:pt x="2118588" y="1352856"/>
                  <a:pt x="2107259" y="1353240"/>
                  <a:pt x="2095065" y="1356504"/>
                </a:cubicBezTo>
                <a:cubicBezTo>
                  <a:pt x="2086711" y="1358712"/>
                  <a:pt x="2077878" y="1359001"/>
                  <a:pt x="2069237" y="1359672"/>
                </a:cubicBezTo>
                <a:cubicBezTo>
                  <a:pt x="2059924" y="1360440"/>
                  <a:pt x="2049650" y="1358424"/>
                  <a:pt x="2041201" y="1361592"/>
                </a:cubicBezTo>
                <a:cubicBezTo>
                  <a:pt x="2016044" y="1371002"/>
                  <a:pt x="1990216" y="1373018"/>
                  <a:pt x="1963909" y="1373018"/>
                </a:cubicBezTo>
                <a:cubicBezTo>
                  <a:pt x="1959107" y="1373018"/>
                  <a:pt x="1954210" y="1371675"/>
                  <a:pt x="1949603" y="1370234"/>
                </a:cubicBezTo>
                <a:cubicBezTo>
                  <a:pt x="1922717" y="1361592"/>
                  <a:pt x="1895737" y="1362360"/>
                  <a:pt x="1868373" y="1367641"/>
                </a:cubicBezTo>
                <a:cubicBezTo>
                  <a:pt x="1862708" y="1368794"/>
                  <a:pt x="1856372" y="1368986"/>
                  <a:pt x="1850707" y="1367834"/>
                </a:cubicBezTo>
                <a:cubicBezTo>
                  <a:pt x="1834768" y="1364473"/>
                  <a:pt x="1819309" y="1358904"/>
                  <a:pt x="1803275" y="1356504"/>
                </a:cubicBezTo>
                <a:cubicBezTo>
                  <a:pt x="1776775" y="1352567"/>
                  <a:pt x="1753828" y="1365817"/>
                  <a:pt x="1730112" y="1374459"/>
                </a:cubicBezTo>
                <a:cubicBezTo>
                  <a:pt x="1707548" y="1382620"/>
                  <a:pt x="1688345" y="1401055"/>
                  <a:pt x="1661652" y="1396926"/>
                </a:cubicBezTo>
                <a:cubicBezTo>
                  <a:pt x="1658965" y="1396542"/>
                  <a:pt x="1655988" y="1399134"/>
                  <a:pt x="1653011" y="1399807"/>
                </a:cubicBezTo>
                <a:cubicBezTo>
                  <a:pt x="1644850" y="1401631"/>
                  <a:pt x="1636689" y="1403839"/>
                  <a:pt x="1628431" y="1404704"/>
                </a:cubicBezTo>
                <a:cubicBezTo>
                  <a:pt x="1618350" y="1405856"/>
                  <a:pt x="1608076" y="1405472"/>
                  <a:pt x="1597995" y="1406432"/>
                </a:cubicBezTo>
                <a:cubicBezTo>
                  <a:pt x="1585032" y="1407584"/>
                  <a:pt x="1572263" y="1410656"/>
                  <a:pt x="1559396" y="1410656"/>
                </a:cubicBezTo>
                <a:cubicBezTo>
                  <a:pt x="1549026" y="1410656"/>
                  <a:pt x="1538753" y="1407104"/>
                  <a:pt x="1528480" y="1405375"/>
                </a:cubicBezTo>
                <a:cubicBezTo>
                  <a:pt x="1513981" y="1402975"/>
                  <a:pt x="1498042" y="1403647"/>
                  <a:pt x="1485272" y="1397502"/>
                </a:cubicBezTo>
                <a:cubicBezTo>
                  <a:pt x="1471639" y="1390973"/>
                  <a:pt x="1458676" y="1387997"/>
                  <a:pt x="1444562" y="1390013"/>
                </a:cubicBezTo>
                <a:cubicBezTo>
                  <a:pt x="1439857" y="1390685"/>
                  <a:pt x="1433808" y="1394718"/>
                  <a:pt x="1431696" y="1398846"/>
                </a:cubicBezTo>
                <a:cubicBezTo>
                  <a:pt x="1426991" y="1408064"/>
                  <a:pt x="1420559" y="1409697"/>
                  <a:pt x="1411821" y="1406527"/>
                </a:cubicBezTo>
                <a:cubicBezTo>
                  <a:pt x="1404236" y="1403839"/>
                  <a:pt x="1394922" y="1402495"/>
                  <a:pt x="1389738" y="1397310"/>
                </a:cubicBezTo>
                <a:cubicBezTo>
                  <a:pt x="1375047" y="1382620"/>
                  <a:pt x="1356324" y="1382140"/>
                  <a:pt x="1338081" y="1378204"/>
                </a:cubicBezTo>
                <a:cubicBezTo>
                  <a:pt x="1326945" y="1375802"/>
                  <a:pt x="1316574" y="1375707"/>
                  <a:pt x="1305436" y="1377339"/>
                </a:cubicBezTo>
                <a:cubicBezTo>
                  <a:pt x="1281241" y="1380988"/>
                  <a:pt x="1257717" y="1375802"/>
                  <a:pt x="1234481" y="1369178"/>
                </a:cubicBezTo>
                <a:cubicBezTo>
                  <a:pt x="1219118" y="1364761"/>
                  <a:pt x="1203372" y="1362073"/>
                  <a:pt x="1188106" y="1357560"/>
                </a:cubicBezTo>
                <a:cubicBezTo>
                  <a:pt x="1176680" y="1354104"/>
                  <a:pt x="1165255" y="1349975"/>
                  <a:pt x="1154790" y="1344406"/>
                </a:cubicBezTo>
                <a:cubicBezTo>
                  <a:pt x="1139618" y="1336244"/>
                  <a:pt x="1126369" y="1323954"/>
                  <a:pt x="1107069" y="1327219"/>
                </a:cubicBezTo>
                <a:cubicBezTo>
                  <a:pt x="1090074" y="1330099"/>
                  <a:pt x="1074713" y="1324051"/>
                  <a:pt x="1059158" y="1318290"/>
                </a:cubicBezTo>
                <a:cubicBezTo>
                  <a:pt x="1047732" y="1314065"/>
                  <a:pt x="1036308" y="1309744"/>
                  <a:pt x="1024496" y="1307056"/>
                </a:cubicBezTo>
                <a:cubicBezTo>
                  <a:pt x="1010478" y="1303887"/>
                  <a:pt x="994635" y="1305232"/>
                  <a:pt x="982153" y="1299374"/>
                </a:cubicBezTo>
                <a:cubicBezTo>
                  <a:pt x="969095" y="1293229"/>
                  <a:pt x="958246" y="1297358"/>
                  <a:pt x="946628" y="1299087"/>
                </a:cubicBezTo>
                <a:cubicBezTo>
                  <a:pt x="928097" y="1301775"/>
                  <a:pt x="909661" y="1306768"/>
                  <a:pt x="890939" y="1300431"/>
                </a:cubicBezTo>
                <a:cubicBezTo>
                  <a:pt x="868184" y="1292750"/>
                  <a:pt x="845620" y="1284493"/>
                  <a:pt x="822769" y="1277196"/>
                </a:cubicBezTo>
                <a:cubicBezTo>
                  <a:pt x="813934" y="1274410"/>
                  <a:pt x="804431" y="1273258"/>
                  <a:pt x="795212" y="1272010"/>
                </a:cubicBezTo>
                <a:cubicBezTo>
                  <a:pt x="786476" y="1270954"/>
                  <a:pt x="776010" y="1273642"/>
                  <a:pt x="769288" y="1269610"/>
                </a:cubicBezTo>
                <a:cubicBezTo>
                  <a:pt x="752005" y="1259241"/>
                  <a:pt x="734243" y="1254152"/>
                  <a:pt x="714271" y="1254152"/>
                </a:cubicBezTo>
                <a:cubicBezTo>
                  <a:pt x="706781" y="1254152"/>
                  <a:pt x="699484" y="1249831"/>
                  <a:pt x="691900" y="1249062"/>
                </a:cubicBezTo>
                <a:cubicBezTo>
                  <a:pt x="681529" y="1248103"/>
                  <a:pt x="669623" y="1245510"/>
                  <a:pt x="660598" y="1249159"/>
                </a:cubicBezTo>
                <a:cubicBezTo>
                  <a:pt x="639379" y="1257800"/>
                  <a:pt x="622193" y="1250599"/>
                  <a:pt x="603662" y="1242054"/>
                </a:cubicBezTo>
                <a:cubicBezTo>
                  <a:pt x="585418" y="1233604"/>
                  <a:pt x="566215" y="1226884"/>
                  <a:pt x="546821" y="1221314"/>
                </a:cubicBezTo>
                <a:cubicBezTo>
                  <a:pt x="539524" y="1219298"/>
                  <a:pt x="530787" y="1222659"/>
                  <a:pt x="522721" y="1223330"/>
                </a:cubicBezTo>
                <a:cubicBezTo>
                  <a:pt x="519840" y="1223523"/>
                  <a:pt x="516671" y="1223811"/>
                  <a:pt x="514080" y="1222851"/>
                </a:cubicBezTo>
                <a:cubicBezTo>
                  <a:pt x="489020" y="1213633"/>
                  <a:pt x="463575" y="1206624"/>
                  <a:pt x="436404" y="1211424"/>
                </a:cubicBezTo>
                <a:cubicBezTo>
                  <a:pt x="433908" y="1211905"/>
                  <a:pt x="431123" y="1210849"/>
                  <a:pt x="428626" y="1210177"/>
                </a:cubicBezTo>
                <a:cubicBezTo>
                  <a:pt x="416432" y="1206720"/>
                  <a:pt x="404526" y="1201247"/>
                  <a:pt x="392141" y="1199999"/>
                </a:cubicBezTo>
                <a:cubicBezTo>
                  <a:pt x="361608" y="1196927"/>
                  <a:pt x="330884" y="1195678"/>
                  <a:pt x="300157" y="1193662"/>
                </a:cubicBezTo>
                <a:cubicBezTo>
                  <a:pt x="298237" y="1193566"/>
                  <a:pt x="296221" y="1193566"/>
                  <a:pt x="294493" y="1192894"/>
                </a:cubicBezTo>
                <a:cubicBezTo>
                  <a:pt x="283163" y="1188765"/>
                  <a:pt x="273274" y="1190110"/>
                  <a:pt x="263671" y="1197982"/>
                </a:cubicBezTo>
                <a:cubicBezTo>
                  <a:pt x="259447" y="1201439"/>
                  <a:pt x="253686" y="1203263"/>
                  <a:pt x="248406" y="1205184"/>
                </a:cubicBezTo>
                <a:cubicBezTo>
                  <a:pt x="240628" y="1208065"/>
                  <a:pt x="232659" y="1210849"/>
                  <a:pt x="224594" y="1212673"/>
                </a:cubicBezTo>
                <a:cubicBezTo>
                  <a:pt x="216624" y="1214401"/>
                  <a:pt x="208079" y="1216801"/>
                  <a:pt x="200398" y="1215458"/>
                </a:cubicBezTo>
                <a:cubicBezTo>
                  <a:pt x="186572" y="1213057"/>
                  <a:pt x="173417" y="1207681"/>
                  <a:pt x="159783" y="1204127"/>
                </a:cubicBezTo>
                <a:cubicBezTo>
                  <a:pt x="155079" y="1202879"/>
                  <a:pt x="149893" y="1203072"/>
                  <a:pt x="144997" y="1202975"/>
                </a:cubicBezTo>
                <a:cubicBezTo>
                  <a:pt x="133763" y="1202688"/>
                  <a:pt x="122241" y="1205472"/>
                  <a:pt x="112064" y="1197503"/>
                </a:cubicBezTo>
                <a:cubicBezTo>
                  <a:pt x="102655" y="1190014"/>
                  <a:pt x="93148" y="1192221"/>
                  <a:pt x="83259" y="1197887"/>
                </a:cubicBezTo>
                <a:cubicBezTo>
                  <a:pt x="76154" y="1201920"/>
                  <a:pt x="68090" y="1205088"/>
                  <a:pt x="60120" y="1206624"/>
                </a:cubicBezTo>
                <a:cubicBezTo>
                  <a:pt x="49174" y="1208736"/>
                  <a:pt x="38324" y="1209601"/>
                  <a:pt x="26514" y="1208352"/>
                </a:cubicBezTo>
                <a:cubicBezTo>
                  <a:pt x="18161" y="1207488"/>
                  <a:pt x="11343" y="1207104"/>
                  <a:pt x="4814" y="1202015"/>
                </a:cubicBezTo>
                <a:cubicBezTo>
                  <a:pt x="3759" y="1201247"/>
                  <a:pt x="1839" y="1201055"/>
                  <a:pt x="398" y="1201152"/>
                </a:cubicBezTo>
                <a:lnTo>
                  <a:pt x="0" y="1201150"/>
                </a:lnTo>
                <a:lnTo>
                  <a:pt x="0" y="1004512"/>
                </a:lnTo>
                <a:lnTo>
                  <a:pt x="30355" y="1002784"/>
                </a:lnTo>
                <a:cubicBezTo>
                  <a:pt x="37748" y="1002111"/>
                  <a:pt x="44853" y="999520"/>
                  <a:pt x="52151" y="997695"/>
                </a:cubicBezTo>
                <a:cubicBezTo>
                  <a:pt x="56183" y="996639"/>
                  <a:pt x="60504" y="993855"/>
                  <a:pt x="64248" y="994430"/>
                </a:cubicBezTo>
                <a:cubicBezTo>
                  <a:pt x="85948" y="997791"/>
                  <a:pt x="105823" y="989534"/>
                  <a:pt x="126370" y="985405"/>
                </a:cubicBezTo>
                <a:cubicBezTo>
                  <a:pt x="135876" y="983485"/>
                  <a:pt x="144805" y="978876"/>
                  <a:pt x="154022" y="975708"/>
                </a:cubicBezTo>
                <a:cubicBezTo>
                  <a:pt x="156423" y="974843"/>
                  <a:pt x="159111" y="974075"/>
                  <a:pt x="161512" y="974268"/>
                </a:cubicBezTo>
                <a:cubicBezTo>
                  <a:pt x="175242" y="975420"/>
                  <a:pt x="188876" y="977052"/>
                  <a:pt x="202510" y="978300"/>
                </a:cubicBezTo>
                <a:cubicBezTo>
                  <a:pt x="214896" y="979452"/>
                  <a:pt x="227378" y="979836"/>
                  <a:pt x="233235" y="993950"/>
                </a:cubicBezTo>
                <a:cubicBezTo>
                  <a:pt x="234100" y="996159"/>
                  <a:pt x="236979" y="997791"/>
                  <a:pt x="239188" y="999231"/>
                </a:cubicBezTo>
                <a:cubicBezTo>
                  <a:pt x="273274" y="1021411"/>
                  <a:pt x="291516" y="1020835"/>
                  <a:pt x="324834" y="997407"/>
                </a:cubicBezTo>
                <a:cubicBezTo>
                  <a:pt x="328290" y="995007"/>
                  <a:pt x="335683" y="993278"/>
                  <a:pt x="337987" y="995198"/>
                </a:cubicBezTo>
                <a:cubicBezTo>
                  <a:pt x="357575" y="1011137"/>
                  <a:pt x="378986" y="1009409"/>
                  <a:pt x="401550" y="1004416"/>
                </a:cubicBezTo>
                <a:cubicBezTo>
                  <a:pt x="407407" y="1003072"/>
                  <a:pt x="415664" y="1003072"/>
                  <a:pt x="420081" y="1006240"/>
                </a:cubicBezTo>
                <a:cubicBezTo>
                  <a:pt x="441108" y="1020930"/>
                  <a:pt x="463672" y="1018819"/>
                  <a:pt x="486523" y="1014498"/>
                </a:cubicBezTo>
                <a:cubicBezTo>
                  <a:pt x="490075" y="1013826"/>
                  <a:pt x="494397" y="1010177"/>
                  <a:pt x="495932" y="1006817"/>
                </a:cubicBezTo>
                <a:cubicBezTo>
                  <a:pt x="501406" y="994911"/>
                  <a:pt x="511680" y="990878"/>
                  <a:pt x="523009" y="987517"/>
                </a:cubicBezTo>
                <a:cubicBezTo>
                  <a:pt x="540868" y="982044"/>
                  <a:pt x="558438" y="975611"/>
                  <a:pt x="576393" y="970427"/>
                </a:cubicBezTo>
                <a:cubicBezTo>
                  <a:pt x="580811" y="969179"/>
                  <a:pt x="586283" y="969947"/>
                  <a:pt x="590892" y="971387"/>
                </a:cubicBezTo>
                <a:cubicBezTo>
                  <a:pt x="606638" y="976284"/>
                  <a:pt x="616624" y="988574"/>
                  <a:pt x="627569" y="999904"/>
                </a:cubicBezTo>
                <a:cubicBezTo>
                  <a:pt x="632370" y="1004897"/>
                  <a:pt x="638995" y="1008449"/>
                  <a:pt x="645429" y="1011329"/>
                </a:cubicBezTo>
                <a:cubicBezTo>
                  <a:pt x="662135" y="1018723"/>
                  <a:pt x="679226" y="1025348"/>
                  <a:pt x="696125" y="1032356"/>
                </a:cubicBezTo>
                <a:cubicBezTo>
                  <a:pt x="697757" y="1033029"/>
                  <a:pt x="699100" y="1034757"/>
                  <a:pt x="700349" y="1036197"/>
                </a:cubicBezTo>
                <a:cubicBezTo>
                  <a:pt x="712831" y="1051368"/>
                  <a:pt x="725216" y="1066634"/>
                  <a:pt x="737795" y="1081804"/>
                </a:cubicBezTo>
                <a:cubicBezTo>
                  <a:pt x="740195" y="1084684"/>
                  <a:pt x="743652" y="1086797"/>
                  <a:pt x="746244" y="1089581"/>
                </a:cubicBezTo>
                <a:cubicBezTo>
                  <a:pt x="749893" y="1093422"/>
                  <a:pt x="754502" y="1097071"/>
                  <a:pt x="756422" y="1101680"/>
                </a:cubicBezTo>
                <a:cubicBezTo>
                  <a:pt x="762374" y="1116177"/>
                  <a:pt x="773801" y="1122419"/>
                  <a:pt x="788202" y="1125108"/>
                </a:cubicBezTo>
                <a:cubicBezTo>
                  <a:pt x="801357" y="1127603"/>
                  <a:pt x="814511" y="1129716"/>
                  <a:pt x="827569" y="1132596"/>
                </a:cubicBezTo>
                <a:cubicBezTo>
                  <a:pt x="843507" y="1136053"/>
                  <a:pt x="859350" y="1139798"/>
                  <a:pt x="875097" y="1144022"/>
                </a:cubicBezTo>
                <a:cubicBezTo>
                  <a:pt x="881913" y="1145847"/>
                  <a:pt x="889115" y="1147959"/>
                  <a:pt x="894972" y="1151704"/>
                </a:cubicBezTo>
                <a:cubicBezTo>
                  <a:pt x="911390" y="1162073"/>
                  <a:pt x="928961" y="1169082"/>
                  <a:pt x="948260" y="1166298"/>
                </a:cubicBezTo>
                <a:cubicBezTo>
                  <a:pt x="963718" y="1164089"/>
                  <a:pt x="976680" y="1169754"/>
                  <a:pt x="986282" y="1178588"/>
                </a:cubicBezTo>
                <a:cubicBezTo>
                  <a:pt x="1003757" y="1194623"/>
                  <a:pt x="1022479" y="1190973"/>
                  <a:pt x="1041107" y="1185789"/>
                </a:cubicBezTo>
                <a:cubicBezTo>
                  <a:pt x="1050708" y="1183101"/>
                  <a:pt x="1058581" y="1183485"/>
                  <a:pt x="1067703" y="1186076"/>
                </a:cubicBezTo>
                <a:cubicBezTo>
                  <a:pt x="1088826" y="1192126"/>
                  <a:pt x="1102941" y="1208544"/>
                  <a:pt x="1116574" y="1222946"/>
                </a:cubicBezTo>
                <a:cubicBezTo>
                  <a:pt x="1128193" y="1235236"/>
                  <a:pt x="1141251" y="1242149"/>
                  <a:pt x="1155557" y="1247335"/>
                </a:cubicBezTo>
                <a:cubicBezTo>
                  <a:pt x="1173608" y="1253959"/>
                  <a:pt x="1187914" y="1251464"/>
                  <a:pt x="1196556" y="1235525"/>
                </a:cubicBezTo>
                <a:cubicBezTo>
                  <a:pt x="1198956" y="1231012"/>
                  <a:pt x="1203180" y="1225730"/>
                  <a:pt x="1207693" y="1224387"/>
                </a:cubicBezTo>
                <a:cubicBezTo>
                  <a:pt x="1229488" y="1217666"/>
                  <a:pt x="1251572" y="1207872"/>
                  <a:pt x="1274904" y="1213826"/>
                </a:cubicBezTo>
                <a:cubicBezTo>
                  <a:pt x="1307165" y="1221987"/>
                  <a:pt x="1338658" y="1221507"/>
                  <a:pt x="1370919" y="1213442"/>
                </a:cubicBezTo>
                <a:cubicBezTo>
                  <a:pt x="1423247" y="1200383"/>
                  <a:pt x="1475575" y="1186557"/>
                  <a:pt x="1530593" y="1189437"/>
                </a:cubicBezTo>
                <a:cubicBezTo>
                  <a:pt x="1539713" y="1189917"/>
                  <a:pt x="1550563" y="1184060"/>
                  <a:pt x="1558436" y="1178299"/>
                </a:cubicBezTo>
                <a:cubicBezTo>
                  <a:pt x="1573511" y="1167354"/>
                  <a:pt x="1572838" y="1166489"/>
                  <a:pt x="1589737" y="1175515"/>
                </a:cubicBezTo>
                <a:cubicBezTo>
                  <a:pt x="1593770" y="1177724"/>
                  <a:pt x="1598763" y="1179068"/>
                  <a:pt x="1601740" y="1182333"/>
                </a:cubicBezTo>
                <a:cubicBezTo>
                  <a:pt x="1616909" y="1198943"/>
                  <a:pt x="1635633" y="1194910"/>
                  <a:pt x="1654259" y="1192510"/>
                </a:cubicBezTo>
                <a:cubicBezTo>
                  <a:pt x="1657524" y="1192030"/>
                  <a:pt x="1661460" y="1191358"/>
                  <a:pt x="1664246" y="1192702"/>
                </a:cubicBezTo>
                <a:cubicBezTo>
                  <a:pt x="1676823" y="1198750"/>
                  <a:pt x="1687481" y="1196639"/>
                  <a:pt x="1698427" y="1188381"/>
                </a:cubicBezTo>
                <a:cubicBezTo>
                  <a:pt x="1707932" y="1181276"/>
                  <a:pt x="1718878" y="1177052"/>
                  <a:pt x="1730112" y="1185885"/>
                </a:cubicBezTo>
                <a:cubicBezTo>
                  <a:pt x="1755076" y="1205472"/>
                  <a:pt x="1781767" y="1206432"/>
                  <a:pt x="1809996" y="1194046"/>
                </a:cubicBezTo>
                <a:cubicBezTo>
                  <a:pt x="1830159" y="1185213"/>
                  <a:pt x="1850034" y="1183196"/>
                  <a:pt x="1871254" y="1192126"/>
                </a:cubicBezTo>
                <a:cubicBezTo>
                  <a:pt x="1879415" y="1195582"/>
                  <a:pt x="1889977" y="1193278"/>
                  <a:pt x="1899482" y="1194046"/>
                </a:cubicBezTo>
                <a:cubicBezTo>
                  <a:pt x="1904859" y="1194430"/>
                  <a:pt x="1910813" y="1194526"/>
                  <a:pt x="1915420" y="1196927"/>
                </a:cubicBezTo>
                <a:cubicBezTo>
                  <a:pt x="1927711" y="1203072"/>
                  <a:pt x="1939136" y="1210945"/>
                  <a:pt x="1951522" y="1216994"/>
                </a:cubicBezTo>
                <a:cubicBezTo>
                  <a:pt x="1957475" y="1219874"/>
                  <a:pt x="1964580" y="1221410"/>
                  <a:pt x="1971302" y="1221507"/>
                </a:cubicBezTo>
                <a:cubicBezTo>
                  <a:pt x="1991177" y="1221987"/>
                  <a:pt x="2011052" y="1221987"/>
                  <a:pt x="2030831" y="1221123"/>
                </a:cubicBezTo>
                <a:cubicBezTo>
                  <a:pt x="2063476" y="1219778"/>
                  <a:pt x="2096601" y="1219490"/>
                  <a:pt x="2120125" y="1190878"/>
                </a:cubicBezTo>
                <a:cubicBezTo>
                  <a:pt x="2122046" y="1188573"/>
                  <a:pt x="2126174" y="1187229"/>
                  <a:pt x="2129439" y="1186845"/>
                </a:cubicBezTo>
                <a:cubicBezTo>
                  <a:pt x="2144513" y="1185021"/>
                  <a:pt x="2159971" y="1184828"/>
                  <a:pt x="2174854" y="1181852"/>
                </a:cubicBezTo>
                <a:cubicBezTo>
                  <a:pt x="2186760" y="1179452"/>
                  <a:pt x="2196650" y="1180220"/>
                  <a:pt x="2205674" y="1188669"/>
                </a:cubicBezTo>
                <a:cubicBezTo>
                  <a:pt x="2217485" y="1199807"/>
                  <a:pt x="2231887" y="1206336"/>
                  <a:pt x="2247634" y="1202784"/>
                </a:cubicBezTo>
                <a:cubicBezTo>
                  <a:pt x="2263379" y="1199327"/>
                  <a:pt x="2273749" y="1206816"/>
                  <a:pt x="2285367" y="1214594"/>
                </a:cubicBezTo>
                <a:cubicBezTo>
                  <a:pt x="2293817" y="1220258"/>
                  <a:pt x="2303418" y="1227363"/>
                  <a:pt x="2312827" y="1227939"/>
                </a:cubicBezTo>
                <a:cubicBezTo>
                  <a:pt x="2334143" y="1229187"/>
                  <a:pt x="2352482" y="1248967"/>
                  <a:pt x="2375622" y="1237733"/>
                </a:cubicBezTo>
                <a:cubicBezTo>
                  <a:pt x="2377158" y="1236965"/>
                  <a:pt x="2379942" y="1238885"/>
                  <a:pt x="2382151" y="1239365"/>
                </a:cubicBezTo>
                <a:cubicBezTo>
                  <a:pt x="2399817" y="1243014"/>
                  <a:pt x="2416428" y="1239461"/>
                  <a:pt x="2429390" y="1227459"/>
                </a:cubicBezTo>
                <a:cubicBezTo>
                  <a:pt x="2446385" y="1211809"/>
                  <a:pt x="2465203" y="1210272"/>
                  <a:pt x="2486134" y="1215362"/>
                </a:cubicBezTo>
                <a:cubicBezTo>
                  <a:pt x="2492856" y="1216994"/>
                  <a:pt x="2499577" y="1218146"/>
                  <a:pt x="2506394" y="1219490"/>
                </a:cubicBezTo>
                <a:cubicBezTo>
                  <a:pt x="2515611" y="1221410"/>
                  <a:pt x="2524925" y="1223427"/>
                  <a:pt x="2534142" y="1225347"/>
                </a:cubicBezTo>
                <a:cubicBezTo>
                  <a:pt x="2543072" y="1227268"/>
                  <a:pt x="2552962" y="1230532"/>
                  <a:pt x="2559874" y="1222275"/>
                </a:cubicBezTo>
                <a:cubicBezTo>
                  <a:pt x="2565827" y="1215169"/>
                  <a:pt x="2570052" y="1215842"/>
                  <a:pt x="2575525" y="1221987"/>
                </a:cubicBezTo>
                <a:cubicBezTo>
                  <a:pt x="2594536" y="1243494"/>
                  <a:pt x="2617580" y="1256936"/>
                  <a:pt x="2646960" y="1257896"/>
                </a:cubicBezTo>
                <a:cubicBezTo>
                  <a:pt x="2653009" y="1258088"/>
                  <a:pt x="2659154" y="1259432"/>
                  <a:pt x="2665107" y="1260873"/>
                </a:cubicBezTo>
                <a:cubicBezTo>
                  <a:pt x="2668756" y="1261736"/>
                  <a:pt x="2673173" y="1262697"/>
                  <a:pt x="2675381" y="1265290"/>
                </a:cubicBezTo>
                <a:cubicBezTo>
                  <a:pt x="2692567" y="1285068"/>
                  <a:pt x="2713979" y="1298799"/>
                  <a:pt x="2737311" y="1309841"/>
                </a:cubicBezTo>
                <a:cubicBezTo>
                  <a:pt x="2745664" y="1313777"/>
                  <a:pt x="2754594" y="1317713"/>
                  <a:pt x="2763619" y="1318866"/>
                </a:cubicBezTo>
                <a:cubicBezTo>
                  <a:pt x="2773028" y="1320018"/>
                  <a:pt x="2782917" y="1318098"/>
                  <a:pt x="2792519" y="1317041"/>
                </a:cubicBezTo>
                <a:cubicBezTo>
                  <a:pt x="2798184" y="1316466"/>
                  <a:pt x="2804713" y="1316561"/>
                  <a:pt x="2809226" y="1313777"/>
                </a:cubicBezTo>
                <a:cubicBezTo>
                  <a:pt x="2823532" y="1305039"/>
                  <a:pt x="2837358" y="1295631"/>
                  <a:pt x="2850705" y="1285452"/>
                </a:cubicBezTo>
                <a:cubicBezTo>
                  <a:pt x="2862131" y="1276715"/>
                  <a:pt x="2864435" y="1275467"/>
                  <a:pt x="2874324" y="1286413"/>
                </a:cubicBezTo>
                <a:cubicBezTo>
                  <a:pt x="2884502" y="1297647"/>
                  <a:pt x="2897176" y="1303503"/>
                  <a:pt x="2911194" y="1305903"/>
                </a:cubicBezTo>
                <a:cubicBezTo>
                  <a:pt x="2933373" y="1309648"/>
                  <a:pt x="2955745" y="1312816"/>
                  <a:pt x="2978116" y="1314641"/>
                </a:cubicBezTo>
                <a:cubicBezTo>
                  <a:pt x="2998375" y="1316273"/>
                  <a:pt x="3008073" y="1307440"/>
                  <a:pt x="3012106" y="1287373"/>
                </a:cubicBezTo>
                <a:cubicBezTo>
                  <a:pt x="3014410" y="1276235"/>
                  <a:pt x="3017387" y="1264137"/>
                  <a:pt x="3029676" y="1261161"/>
                </a:cubicBezTo>
                <a:cubicBezTo>
                  <a:pt x="3049744" y="1256360"/>
                  <a:pt x="3070579" y="1254248"/>
                  <a:pt x="3080469" y="1230724"/>
                </a:cubicBezTo>
                <a:cubicBezTo>
                  <a:pt x="3085941" y="1235909"/>
                  <a:pt x="3089302" y="1238981"/>
                  <a:pt x="3092567" y="1242054"/>
                </a:cubicBezTo>
                <a:cubicBezTo>
                  <a:pt x="3101592" y="1250599"/>
                  <a:pt x="3120314" y="1254248"/>
                  <a:pt x="3129821" y="1246855"/>
                </a:cubicBezTo>
                <a:cubicBezTo>
                  <a:pt x="3143839" y="1236101"/>
                  <a:pt x="3156705" y="1238117"/>
                  <a:pt x="3170147" y="1246471"/>
                </a:cubicBezTo>
                <a:cubicBezTo>
                  <a:pt x="3192615" y="1260297"/>
                  <a:pt x="3217674" y="1257128"/>
                  <a:pt x="3240429" y="1251559"/>
                </a:cubicBezTo>
                <a:cubicBezTo>
                  <a:pt x="3257617" y="1247430"/>
                  <a:pt x="3275956" y="1239845"/>
                  <a:pt x="3287189" y="1222466"/>
                </a:cubicBezTo>
                <a:cubicBezTo>
                  <a:pt x="3290741" y="1216898"/>
                  <a:pt x="3298711" y="1214113"/>
                  <a:pt x="3305049" y="1210465"/>
                </a:cubicBezTo>
                <a:cubicBezTo>
                  <a:pt x="3310329" y="1207488"/>
                  <a:pt x="3315898" y="1204704"/>
                  <a:pt x="3321755" y="1202784"/>
                </a:cubicBezTo>
                <a:cubicBezTo>
                  <a:pt x="3327995" y="1200671"/>
                  <a:pt x="3334909" y="1197598"/>
                  <a:pt x="3341055" y="1198463"/>
                </a:cubicBezTo>
                <a:cubicBezTo>
                  <a:pt x="3359681" y="1200959"/>
                  <a:pt x="3374467" y="1196062"/>
                  <a:pt x="3387621" y="1182140"/>
                </a:cubicBezTo>
                <a:cubicBezTo>
                  <a:pt x="3394439" y="1174939"/>
                  <a:pt x="3404520" y="1166202"/>
                  <a:pt x="3413161" y="1166105"/>
                </a:cubicBezTo>
                <a:cubicBezTo>
                  <a:pt x="3434189" y="1165818"/>
                  <a:pt x="3451663" y="1158905"/>
                  <a:pt x="3470579" y="1150647"/>
                </a:cubicBezTo>
                <a:cubicBezTo>
                  <a:pt x="3482772" y="1145366"/>
                  <a:pt x="3496598" y="1141718"/>
                  <a:pt x="3509657" y="1136821"/>
                </a:cubicBezTo>
                <a:cubicBezTo>
                  <a:pt x="3524923" y="1131060"/>
                  <a:pt x="3541534" y="1128948"/>
                  <a:pt x="3550847" y="1113009"/>
                </a:cubicBezTo>
                <a:cubicBezTo>
                  <a:pt x="3551903" y="1111281"/>
                  <a:pt x="3555072" y="1110993"/>
                  <a:pt x="3556608" y="1109361"/>
                </a:cubicBezTo>
                <a:cubicBezTo>
                  <a:pt x="3561505" y="1104368"/>
                  <a:pt x="3567842" y="1099760"/>
                  <a:pt x="3570435" y="1093710"/>
                </a:cubicBezTo>
                <a:cubicBezTo>
                  <a:pt x="3577923" y="1076044"/>
                  <a:pt x="3583780" y="1057800"/>
                  <a:pt x="3590501" y="1039846"/>
                </a:cubicBezTo>
                <a:cubicBezTo>
                  <a:pt x="3591942" y="1036005"/>
                  <a:pt x="3593285" y="1031108"/>
                  <a:pt x="3596263" y="1028900"/>
                </a:cubicBezTo>
                <a:cubicBezTo>
                  <a:pt x="3613449" y="1016226"/>
                  <a:pt x="3630925" y="1004032"/>
                  <a:pt x="3648591" y="992030"/>
                </a:cubicBezTo>
                <a:cubicBezTo>
                  <a:pt x="3655696" y="987229"/>
                  <a:pt x="3661649" y="989918"/>
                  <a:pt x="3667986" y="995487"/>
                </a:cubicBezTo>
                <a:cubicBezTo>
                  <a:pt x="3674131" y="1000768"/>
                  <a:pt x="3681717" y="1006240"/>
                  <a:pt x="3689397" y="1007585"/>
                </a:cubicBezTo>
                <a:cubicBezTo>
                  <a:pt x="3704760" y="1010177"/>
                  <a:pt x="3720698" y="1010753"/>
                  <a:pt x="3736349" y="1010753"/>
                </a:cubicBezTo>
                <a:cubicBezTo>
                  <a:pt x="3742205" y="1010753"/>
                  <a:pt x="3748446" y="1007297"/>
                  <a:pt x="3753919" y="1004513"/>
                </a:cubicBezTo>
                <a:cubicBezTo>
                  <a:pt x="3764289" y="999231"/>
                  <a:pt x="3773890" y="992126"/>
                  <a:pt x="3784643" y="987710"/>
                </a:cubicBezTo>
                <a:cubicBezTo>
                  <a:pt x="3797126" y="982621"/>
                  <a:pt x="3804615" y="974459"/>
                  <a:pt x="3808359" y="961689"/>
                </a:cubicBezTo>
                <a:cubicBezTo>
                  <a:pt x="3813929" y="942679"/>
                  <a:pt x="3827179" y="929428"/>
                  <a:pt x="3842829" y="918674"/>
                </a:cubicBezTo>
                <a:cubicBezTo>
                  <a:pt x="3862705" y="904944"/>
                  <a:pt x="3886421" y="905616"/>
                  <a:pt x="3908983" y="902256"/>
                </a:cubicBezTo>
                <a:cubicBezTo>
                  <a:pt x="3917625" y="901008"/>
                  <a:pt x="3926555" y="899951"/>
                  <a:pt x="3934428" y="896783"/>
                </a:cubicBezTo>
                <a:cubicBezTo>
                  <a:pt x="3964288" y="884877"/>
                  <a:pt x="3994149" y="873548"/>
                  <a:pt x="4026987" y="873835"/>
                </a:cubicBezTo>
                <a:cubicBezTo>
                  <a:pt x="4029674" y="873835"/>
                  <a:pt x="4032363" y="873548"/>
                  <a:pt x="4035051" y="873067"/>
                </a:cubicBezTo>
                <a:cubicBezTo>
                  <a:pt x="4058383" y="869131"/>
                  <a:pt x="4082483" y="867594"/>
                  <a:pt x="4099189" y="846664"/>
                </a:cubicBezTo>
                <a:cubicBezTo>
                  <a:pt x="4102261" y="842823"/>
                  <a:pt x="4109271" y="841671"/>
                  <a:pt x="4114647" y="840134"/>
                </a:cubicBezTo>
                <a:cubicBezTo>
                  <a:pt x="4123961" y="837638"/>
                  <a:pt x="4130203" y="832549"/>
                  <a:pt x="4133563" y="823427"/>
                </a:cubicBezTo>
                <a:cubicBezTo>
                  <a:pt x="4139229" y="807681"/>
                  <a:pt x="4145949" y="792223"/>
                  <a:pt x="4151039" y="776284"/>
                </a:cubicBezTo>
                <a:cubicBezTo>
                  <a:pt x="4154591" y="765338"/>
                  <a:pt x="4161215" y="759289"/>
                  <a:pt x="4171489" y="754776"/>
                </a:cubicBezTo>
                <a:cubicBezTo>
                  <a:pt x="4177251" y="752280"/>
                  <a:pt x="4182243" y="746808"/>
                  <a:pt x="4186372" y="741718"/>
                </a:cubicBezTo>
                <a:cubicBezTo>
                  <a:pt x="4191365" y="735573"/>
                  <a:pt x="4193957" y="727412"/>
                  <a:pt x="4199429" y="721940"/>
                </a:cubicBezTo>
                <a:cubicBezTo>
                  <a:pt x="4212775" y="708305"/>
                  <a:pt x="4216905" y="693231"/>
                  <a:pt x="4212487" y="674604"/>
                </a:cubicBezTo>
                <a:cubicBezTo>
                  <a:pt x="4208551" y="658090"/>
                  <a:pt x="4218921" y="636006"/>
                  <a:pt x="4232555" y="632645"/>
                </a:cubicBezTo>
                <a:cubicBezTo>
                  <a:pt x="4247629" y="628900"/>
                  <a:pt x="4257999" y="619684"/>
                  <a:pt x="4268657" y="609410"/>
                </a:cubicBezTo>
                <a:cubicBezTo>
                  <a:pt x="4274609" y="603649"/>
                  <a:pt x="4282963" y="598656"/>
                  <a:pt x="4291028" y="597216"/>
                </a:cubicBezTo>
                <a:cubicBezTo>
                  <a:pt x="4321657" y="591647"/>
                  <a:pt x="4350557" y="598464"/>
                  <a:pt x="4379651" y="609506"/>
                </a:cubicBezTo>
                <a:cubicBezTo>
                  <a:pt x="4398661" y="616707"/>
                  <a:pt x="4419784" y="618627"/>
                  <a:pt x="4440139" y="621507"/>
                </a:cubicBezTo>
                <a:cubicBezTo>
                  <a:pt x="4446477" y="622371"/>
                  <a:pt x="4454542" y="620452"/>
                  <a:pt x="4460015" y="616899"/>
                </a:cubicBezTo>
                <a:cubicBezTo>
                  <a:pt x="4479218" y="604609"/>
                  <a:pt x="4498325" y="591935"/>
                  <a:pt x="4516183" y="577724"/>
                </a:cubicBezTo>
                <a:cubicBezTo>
                  <a:pt x="4532795" y="564379"/>
                  <a:pt x="4551517" y="558810"/>
                  <a:pt x="4571681" y="560250"/>
                </a:cubicBezTo>
                <a:cubicBezTo>
                  <a:pt x="4586371" y="561306"/>
                  <a:pt x="4599621" y="558905"/>
                  <a:pt x="4613447" y="555257"/>
                </a:cubicBezTo>
                <a:cubicBezTo>
                  <a:pt x="4624969" y="552185"/>
                  <a:pt x="4637643" y="550072"/>
                  <a:pt x="4649355" y="551417"/>
                </a:cubicBezTo>
                <a:cubicBezTo>
                  <a:pt x="4665775" y="553337"/>
                  <a:pt x="4679313" y="550553"/>
                  <a:pt x="4692467" y="540663"/>
                </a:cubicBezTo>
                <a:cubicBezTo>
                  <a:pt x="4699476" y="535382"/>
                  <a:pt x="4708502" y="532598"/>
                  <a:pt x="4716855" y="528949"/>
                </a:cubicBezTo>
                <a:cubicBezTo>
                  <a:pt x="4729721" y="523284"/>
                  <a:pt x="4743067" y="518483"/>
                  <a:pt x="4755645" y="512147"/>
                </a:cubicBezTo>
                <a:cubicBezTo>
                  <a:pt x="4769183" y="505425"/>
                  <a:pt x="4781569" y="496112"/>
                  <a:pt x="4795395" y="490351"/>
                </a:cubicBezTo>
                <a:cubicBezTo>
                  <a:pt x="4810278" y="484110"/>
                  <a:pt x="4819879" y="474605"/>
                  <a:pt x="4825928" y="459818"/>
                </a:cubicBezTo>
                <a:cubicBezTo>
                  <a:pt x="4829769" y="450504"/>
                  <a:pt x="4835049" y="440615"/>
                  <a:pt x="4842347" y="434086"/>
                </a:cubicBezTo>
                <a:cubicBezTo>
                  <a:pt x="4857422" y="420740"/>
                  <a:pt x="4875087" y="410370"/>
                  <a:pt x="4890451" y="397216"/>
                </a:cubicBezTo>
                <a:cubicBezTo>
                  <a:pt x="4912054" y="378781"/>
                  <a:pt x="4932025" y="359194"/>
                  <a:pt x="4933945" y="327701"/>
                </a:cubicBezTo>
                <a:cubicBezTo>
                  <a:pt x="4935001" y="310322"/>
                  <a:pt x="4944219" y="302929"/>
                  <a:pt x="4961214" y="298801"/>
                </a:cubicBezTo>
                <a:cubicBezTo>
                  <a:pt x="4966878" y="297457"/>
                  <a:pt x="4974945" y="294864"/>
                  <a:pt x="4976672" y="290639"/>
                </a:cubicBezTo>
                <a:cubicBezTo>
                  <a:pt x="4981857" y="278061"/>
                  <a:pt x="4992610" y="275565"/>
                  <a:pt x="5002979" y="270573"/>
                </a:cubicBezTo>
                <a:cubicBezTo>
                  <a:pt x="5009221" y="267596"/>
                  <a:pt x="5016903" y="261739"/>
                  <a:pt x="5018535" y="255690"/>
                </a:cubicBezTo>
                <a:cubicBezTo>
                  <a:pt x="5025255" y="231206"/>
                  <a:pt x="5043690" y="216804"/>
                  <a:pt x="5061069" y="200961"/>
                </a:cubicBezTo>
                <a:cubicBezTo>
                  <a:pt x="5066158" y="196256"/>
                  <a:pt x="5071631" y="190879"/>
                  <a:pt x="5074127" y="184735"/>
                </a:cubicBezTo>
                <a:cubicBezTo>
                  <a:pt x="5079409" y="171484"/>
                  <a:pt x="5087281" y="161882"/>
                  <a:pt x="5101108" y="156891"/>
                </a:cubicBezTo>
                <a:cubicBezTo>
                  <a:pt x="5105524" y="155354"/>
                  <a:pt x="5109557" y="151801"/>
                  <a:pt x="5112918" y="148441"/>
                </a:cubicBezTo>
                <a:cubicBezTo>
                  <a:pt x="5120119" y="141144"/>
                  <a:pt x="5126167" y="132598"/>
                  <a:pt x="5133753" y="125782"/>
                </a:cubicBezTo>
                <a:cubicBezTo>
                  <a:pt x="5153051" y="108211"/>
                  <a:pt x="5172159" y="90928"/>
                  <a:pt x="5183393" y="66348"/>
                </a:cubicBezTo>
                <a:cubicBezTo>
                  <a:pt x="5188865" y="54346"/>
                  <a:pt x="5195107" y="41288"/>
                  <a:pt x="5204709" y="33030"/>
                </a:cubicBezTo>
                <a:cubicBezTo>
                  <a:pt x="5216903" y="22565"/>
                  <a:pt x="5232937" y="16612"/>
                  <a:pt x="5247243" y="8451"/>
                </a:cubicBezTo>
                <a:close/>
              </a:path>
            </a:pathLst>
          </a:custGeom>
          <a:blipFill dpi="0" rotWithShape="1">
            <a:blip r:embed="rId2">
              <a:alphaModFix amt="57000"/>
            </a:blip>
            <a:srcRect/>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 name="Content Placeholder 2">
            <a:extLst>
              <a:ext uri="{FF2B5EF4-FFF2-40B4-BE49-F238E27FC236}">
                <a16:creationId xmlns:a16="http://schemas.microsoft.com/office/drawing/2014/main" id="{F047449F-1CE1-76CA-F943-6629FE1389A5}"/>
              </a:ext>
            </a:extLst>
          </p:cNvPr>
          <p:cNvSpPr>
            <a:spLocks noGrp="1"/>
          </p:cNvSpPr>
          <p:nvPr>
            <p:ph idx="1"/>
          </p:nvPr>
        </p:nvSpPr>
        <p:spPr>
          <a:xfrm>
            <a:off x="5765480" y="2415468"/>
            <a:ext cx="5891474" cy="1707471"/>
          </a:xfrm>
        </p:spPr>
        <p:txBody>
          <a:bodyPr>
            <a:normAutofit/>
          </a:bodyPr>
          <a:lstStyle/>
          <a:p>
            <a:pPr marL="0" indent="0">
              <a:buNone/>
            </a:pPr>
            <a:r>
              <a:rPr lang="en-US" sz="2400" dirty="0">
                <a:solidFill>
                  <a:schemeClr val="tx1">
                    <a:alpha val="80000"/>
                  </a:schemeClr>
                </a:solidFill>
              </a:rPr>
              <a:t>The </a:t>
            </a:r>
            <a:r>
              <a:rPr lang="en-US" sz="2400" b="1" dirty="0">
                <a:solidFill>
                  <a:srgbClr val="FF0000">
                    <a:alpha val="80000"/>
                  </a:srgbClr>
                </a:solidFill>
              </a:rPr>
              <a:t>opinions</a:t>
            </a:r>
            <a:r>
              <a:rPr lang="en-US" sz="2400" dirty="0">
                <a:solidFill>
                  <a:schemeClr val="tx1">
                    <a:alpha val="80000"/>
                  </a:schemeClr>
                </a:solidFill>
              </a:rPr>
              <a:t> expressed in </a:t>
            </a:r>
            <a:r>
              <a:rPr lang="en-US" sz="2400" b="1" dirty="0">
                <a:solidFill>
                  <a:srgbClr val="FF0000">
                    <a:alpha val="80000"/>
                  </a:srgbClr>
                </a:solidFill>
              </a:rPr>
              <a:t>this presentation</a:t>
            </a:r>
            <a:r>
              <a:rPr lang="en-US" sz="2400" b="1" dirty="0">
                <a:solidFill>
                  <a:schemeClr val="tx1">
                    <a:alpha val="80000"/>
                  </a:schemeClr>
                </a:solidFill>
              </a:rPr>
              <a:t> </a:t>
            </a:r>
            <a:r>
              <a:rPr lang="en-US" sz="2400" dirty="0">
                <a:solidFill>
                  <a:schemeClr val="tx1">
                    <a:alpha val="80000"/>
                  </a:schemeClr>
                </a:solidFill>
              </a:rPr>
              <a:t>are </a:t>
            </a:r>
            <a:r>
              <a:rPr lang="en-US" sz="2400" b="1" dirty="0">
                <a:solidFill>
                  <a:srgbClr val="FF0000">
                    <a:alpha val="80000"/>
                  </a:srgbClr>
                </a:solidFill>
              </a:rPr>
              <a:t>my own</a:t>
            </a:r>
            <a:r>
              <a:rPr lang="en-US" sz="2400" dirty="0">
                <a:solidFill>
                  <a:srgbClr val="FF0000">
                    <a:alpha val="80000"/>
                  </a:srgbClr>
                </a:solidFill>
              </a:rPr>
              <a:t> </a:t>
            </a:r>
            <a:r>
              <a:rPr lang="en-US" sz="2400" dirty="0">
                <a:solidFill>
                  <a:schemeClr val="tx1">
                    <a:alpha val="80000"/>
                  </a:schemeClr>
                </a:solidFill>
              </a:rPr>
              <a:t>and </a:t>
            </a:r>
            <a:r>
              <a:rPr lang="en-US" sz="2400" b="1" dirty="0">
                <a:solidFill>
                  <a:srgbClr val="FF0000">
                    <a:alpha val="80000"/>
                  </a:srgbClr>
                </a:solidFill>
              </a:rPr>
              <a:t>do not represent </a:t>
            </a:r>
            <a:r>
              <a:rPr lang="en-US" sz="2400" dirty="0">
                <a:solidFill>
                  <a:schemeClr val="tx1">
                    <a:alpha val="80000"/>
                  </a:schemeClr>
                </a:solidFill>
              </a:rPr>
              <a:t>my current </a:t>
            </a:r>
            <a:r>
              <a:rPr lang="en-US" sz="2400" b="1" dirty="0">
                <a:solidFill>
                  <a:srgbClr val="FF0000">
                    <a:alpha val="80000"/>
                  </a:srgbClr>
                </a:solidFill>
              </a:rPr>
              <a:t>employer</a:t>
            </a:r>
            <a:r>
              <a:rPr lang="en-US" sz="2400" dirty="0">
                <a:solidFill>
                  <a:schemeClr val="tx1">
                    <a:alpha val="80000"/>
                  </a:schemeClr>
                </a:solidFill>
              </a:rPr>
              <a:t> and any</a:t>
            </a:r>
            <a:r>
              <a:rPr lang="en-US" sz="2400" b="1" dirty="0">
                <a:solidFill>
                  <a:schemeClr val="tx1">
                    <a:alpha val="80000"/>
                  </a:schemeClr>
                </a:solidFill>
              </a:rPr>
              <a:t> </a:t>
            </a:r>
            <a:r>
              <a:rPr lang="en-US" sz="2400" b="1" dirty="0">
                <a:solidFill>
                  <a:srgbClr val="FF0000">
                    <a:alpha val="80000"/>
                  </a:srgbClr>
                </a:solidFill>
              </a:rPr>
              <a:t>organization</a:t>
            </a:r>
            <a:r>
              <a:rPr lang="en-US" sz="2400" dirty="0">
                <a:solidFill>
                  <a:schemeClr val="tx1">
                    <a:alpha val="80000"/>
                  </a:schemeClr>
                </a:solidFill>
              </a:rPr>
              <a:t>.</a:t>
            </a:r>
          </a:p>
        </p:txBody>
      </p:sp>
    </p:spTree>
    <p:extLst>
      <p:ext uri="{BB962C8B-B14F-4D97-AF65-F5344CB8AC3E}">
        <p14:creationId xmlns:p14="http://schemas.microsoft.com/office/powerpoint/2010/main" val="1627540915"/>
      </p:ext>
    </p:extLst>
  </p:cSld>
  <p:clrMapOvr>
    <a:overrideClrMapping bg1="dk1" tx1="lt1" bg2="dk2" tx2="lt2" accent1="accent1" accent2="accent2" accent3="accent3" accent4="accent4" accent5="accent5" accent6="accent6" hlink="hlink" folHlink="folHlink"/>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a:extLst>
              <a:ext uri="{FF2B5EF4-FFF2-40B4-BE49-F238E27FC236}">
                <a16:creationId xmlns:a16="http://schemas.microsoft.com/office/drawing/2014/main" id="{649C91A9-84E7-4BF0-9026-62F01380D8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 y="0"/>
            <a:ext cx="1219199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 name="Title 1">
            <a:extLst>
              <a:ext uri="{FF2B5EF4-FFF2-40B4-BE49-F238E27FC236}">
                <a16:creationId xmlns:a16="http://schemas.microsoft.com/office/drawing/2014/main" id="{58D0687F-ADBF-248D-7B57-08863202011D}"/>
              </a:ext>
            </a:extLst>
          </p:cNvPr>
          <p:cNvSpPr>
            <a:spLocks noGrp="1"/>
          </p:cNvSpPr>
          <p:nvPr>
            <p:ph type="title"/>
          </p:nvPr>
        </p:nvSpPr>
        <p:spPr>
          <a:xfrm>
            <a:off x="761802" y="762001"/>
            <a:ext cx="4080362" cy="1708242"/>
          </a:xfrm>
        </p:spPr>
        <p:txBody>
          <a:bodyPr anchor="ctr">
            <a:normAutofit/>
          </a:bodyPr>
          <a:lstStyle/>
          <a:p>
            <a:r>
              <a:rPr lang="en-US" sz="4000"/>
              <a:t>$whoami</a:t>
            </a:r>
            <a:endParaRPr lang="en-US" sz="4000" dirty="0"/>
          </a:p>
        </p:txBody>
      </p:sp>
      <p:sp>
        <p:nvSpPr>
          <p:cNvPr id="3" name="Content Placeholder 2">
            <a:extLst>
              <a:ext uri="{FF2B5EF4-FFF2-40B4-BE49-F238E27FC236}">
                <a16:creationId xmlns:a16="http://schemas.microsoft.com/office/drawing/2014/main" id="{7676BF36-D708-125A-7F3F-7E9FB917ADCA}"/>
              </a:ext>
            </a:extLst>
          </p:cNvPr>
          <p:cNvSpPr>
            <a:spLocks noGrp="1"/>
          </p:cNvSpPr>
          <p:nvPr>
            <p:ph idx="1"/>
          </p:nvPr>
        </p:nvSpPr>
        <p:spPr>
          <a:xfrm>
            <a:off x="761803" y="2470244"/>
            <a:ext cx="4080361" cy="3769834"/>
          </a:xfrm>
        </p:spPr>
        <p:txBody>
          <a:bodyPr anchor="ctr">
            <a:normAutofit/>
          </a:bodyPr>
          <a:lstStyle/>
          <a:p>
            <a:pPr>
              <a:spcAft>
                <a:spcPts val="900"/>
              </a:spcAft>
              <a:buFont typeface="Wingdings" pitchFamily="2" charset="2"/>
              <a:buChar char="Ø"/>
            </a:pPr>
            <a:r>
              <a:rPr lang="en-US" sz="1700" dirty="0">
                <a:latin typeface="Aptos" panose="020B0004020202020204" pitchFamily="34" charset="0"/>
                <a:cs typeface="Arial" panose="020B0604020202020204" pitchFamily="34" charset="0"/>
              </a:rPr>
              <a:t>Senior Offensive Security Consultant</a:t>
            </a:r>
          </a:p>
          <a:p>
            <a:pPr>
              <a:spcAft>
                <a:spcPts val="900"/>
              </a:spcAft>
              <a:buFont typeface="Wingdings" pitchFamily="2" charset="2"/>
              <a:buChar char="Ø"/>
            </a:pPr>
            <a:r>
              <a:rPr lang="en-US" sz="1700" dirty="0">
                <a:latin typeface="Aptos" panose="020B0004020202020204" pitchFamily="34" charset="0"/>
                <a:cs typeface="Arial" panose="020B0604020202020204" pitchFamily="34" charset="0"/>
              </a:rPr>
              <a:t>Adversary Simulation</a:t>
            </a:r>
          </a:p>
          <a:p>
            <a:pPr>
              <a:spcAft>
                <a:spcPts val="900"/>
              </a:spcAft>
              <a:buFont typeface="Wingdings" pitchFamily="2" charset="2"/>
              <a:buChar char="Ø"/>
            </a:pPr>
            <a:r>
              <a:rPr lang="en-US" sz="1700">
                <a:latin typeface="Aptos" panose="020B0004020202020204" pitchFamily="34" charset="0"/>
                <a:cs typeface="Arial" panose="020B0604020202020204" pitchFamily="34" charset="0"/>
              </a:rPr>
              <a:t>Tiber-EU/iCAST </a:t>
            </a:r>
            <a:r>
              <a:rPr lang="en-US" sz="1700" dirty="0">
                <a:latin typeface="Aptos" panose="020B0004020202020204" pitchFamily="34" charset="0"/>
                <a:cs typeface="Arial" panose="020B0604020202020204" pitchFamily="34" charset="0"/>
              </a:rPr>
              <a:t>Threat-Led</a:t>
            </a:r>
          </a:p>
          <a:p>
            <a:pPr>
              <a:spcAft>
                <a:spcPts val="900"/>
              </a:spcAft>
              <a:buFont typeface="Wingdings" pitchFamily="2" charset="2"/>
              <a:buChar char="Ø"/>
            </a:pPr>
            <a:r>
              <a:rPr lang="en-US" sz="1700" dirty="0">
                <a:latin typeface="Aptos" panose="020B0004020202020204" pitchFamily="34" charset="0"/>
                <a:cs typeface="Arial" panose="020B0604020202020204" pitchFamily="34" charset="0"/>
              </a:rPr>
              <a:t>OSCE3, OSCP, OSWP, CRTL, CRTO &amp;&amp; OASP</a:t>
            </a:r>
          </a:p>
          <a:p>
            <a:pPr>
              <a:spcAft>
                <a:spcPts val="900"/>
              </a:spcAft>
              <a:buFont typeface="Wingdings" pitchFamily="2" charset="2"/>
              <a:buChar char="Ø"/>
            </a:pPr>
            <a:r>
              <a:rPr lang="en-US" sz="1700" dirty="0">
                <a:latin typeface="Aptos" panose="020B0004020202020204" pitchFamily="34" charset="0"/>
                <a:cs typeface="Arial" panose="020B0604020202020204" pitchFamily="34" charset="0"/>
              </a:rPr>
              <a:t>Supernova, COM-Hunter Author</a:t>
            </a:r>
          </a:p>
          <a:p>
            <a:pPr>
              <a:spcAft>
                <a:spcPts val="900"/>
              </a:spcAft>
              <a:buFont typeface="Wingdings" pitchFamily="2" charset="2"/>
              <a:buChar char="Ø"/>
            </a:pPr>
            <a:r>
              <a:rPr lang="en-US" sz="1700" dirty="0">
                <a:latin typeface="Aptos" panose="020B0004020202020204" pitchFamily="34" charset="0"/>
                <a:cs typeface="Arial" panose="020B0604020202020204" pitchFamily="34" charset="0"/>
              </a:rPr>
              <a:t>00010011 == 19</a:t>
            </a:r>
          </a:p>
          <a:p>
            <a:pPr>
              <a:spcAft>
                <a:spcPts val="900"/>
              </a:spcAft>
              <a:buFont typeface="Wingdings" pitchFamily="2" charset="2"/>
              <a:buChar char="Ø"/>
            </a:pPr>
            <a:r>
              <a:rPr lang="en-US" sz="1700">
                <a:latin typeface="Aptos" panose="020B0004020202020204" pitchFamily="34" charset="0"/>
                <a:cs typeface="Arial" panose="020B0604020202020204" pitchFamily="34" charset="0"/>
              </a:rPr>
              <a:t>@nickvourd</a:t>
            </a:r>
            <a:endParaRPr lang="en-US" sz="1700" dirty="0">
              <a:latin typeface="Aptos" panose="020B0004020202020204" pitchFamily="34" charset="0"/>
              <a:cs typeface="Arial" panose="020B0604020202020204" pitchFamily="34" charset="0"/>
            </a:endParaRPr>
          </a:p>
        </p:txBody>
      </p:sp>
      <p:sp>
        <p:nvSpPr>
          <p:cNvPr id="30" name="Rectangle 29">
            <a:extLst>
              <a:ext uri="{FF2B5EF4-FFF2-40B4-BE49-F238E27FC236}">
                <a16:creationId xmlns:a16="http://schemas.microsoft.com/office/drawing/2014/main" id="{9B47378D-AD27-45D0-8C1C-5B1098DCC06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10200" y="0"/>
            <a:ext cx="6781799" cy="6858000"/>
          </a:xfrm>
          <a:prstGeom prst="rect">
            <a:avLst/>
          </a:prstGeom>
          <a:solidFill>
            <a:srgbClr val="FFFFFF"/>
          </a:solidFill>
          <a:ln>
            <a:noFill/>
          </a:ln>
          <a:effectLst>
            <a:outerShdw blurRad="177800" dist="215900" dir="8520000" sx="94000" sy="94000" algn="t" rotWithShape="0">
              <a:srgbClr val="000000">
                <a:alpha val="14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pic>
        <p:nvPicPr>
          <p:cNvPr id="7" name="Picture 6">
            <a:extLst>
              <a:ext uri="{FF2B5EF4-FFF2-40B4-BE49-F238E27FC236}">
                <a16:creationId xmlns:a16="http://schemas.microsoft.com/office/drawing/2014/main" id="{EF0309A3-D374-5FE7-A3B2-506D0170AD90}"/>
              </a:ext>
            </a:extLst>
          </p:cNvPr>
          <p:cNvPicPr>
            <a:picLocks noChangeAspect="1"/>
          </p:cNvPicPr>
          <p:nvPr/>
        </p:nvPicPr>
        <p:blipFill>
          <a:blip r:embed="rId2"/>
          <a:stretch>
            <a:fillRect/>
          </a:stretch>
        </p:blipFill>
        <p:spPr>
          <a:xfrm>
            <a:off x="6095998" y="761901"/>
            <a:ext cx="5334197" cy="5334197"/>
          </a:xfrm>
          <a:prstGeom prst="rect">
            <a:avLst/>
          </a:prstGeom>
        </p:spPr>
      </p:pic>
    </p:spTree>
    <p:extLst>
      <p:ext uri="{BB962C8B-B14F-4D97-AF65-F5344CB8AC3E}">
        <p14:creationId xmlns:p14="http://schemas.microsoft.com/office/powerpoint/2010/main" val="369524585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5FEF463D-EE6B-46FF-B7C7-74B09A96C8A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11A27B3A-460C-4100-99B5-817F25979F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827089" y="1498602"/>
            <a:ext cx="4403345" cy="3940174"/>
            <a:chOff x="827089" y="1498602"/>
            <a:chExt cx="4403345" cy="3940174"/>
          </a:xfrm>
          <a:effectLst>
            <a:outerShdw blurRad="381000" dist="152400" dir="5400000" algn="ctr" rotWithShape="0">
              <a:srgbClr val="000000">
                <a:alpha val="10000"/>
              </a:srgbClr>
            </a:outerShdw>
          </a:effectLst>
        </p:grpSpPr>
        <p:sp>
          <p:nvSpPr>
            <p:cNvPr id="11" name="Freeform: Shape 10">
              <a:extLst>
                <a:ext uri="{FF2B5EF4-FFF2-40B4-BE49-F238E27FC236}">
                  <a16:creationId xmlns:a16="http://schemas.microsoft.com/office/drawing/2014/main" id="{35450488-7F33-43E4-B4DA-CAB50A1CC3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7089" y="1498602"/>
              <a:ext cx="4403345" cy="3940174"/>
            </a:xfrm>
            <a:custGeom>
              <a:avLst/>
              <a:gdLst>
                <a:gd name="connsiteX0" fmla="*/ 0 w 5260975"/>
                <a:gd name="connsiteY0" fmla="*/ 0 h 4707593"/>
                <a:gd name="connsiteX1" fmla="*/ 5260975 w 5260975"/>
                <a:gd name="connsiteY1" fmla="*/ 0 h 4707593"/>
                <a:gd name="connsiteX2" fmla="*/ 5260975 w 5260975"/>
                <a:gd name="connsiteY2" fmla="*/ 3296937 h 4707593"/>
                <a:gd name="connsiteX3" fmla="*/ 5260975 w 5260975"/>
                <a:gd name="connsiteY3" fmla="*/ 3518571 h 4707593"/>
                <a:gd name="connsiteX4" fmla="*/ 5226504 w 5260975"/>
                <a:gd name="connsiteY4" fmla="*/ 3534000 h 4707593"/>
                <a:gd name="connsiteX5" fmla="*/ 5206341 w 5260975"/>
                <a:gd name="connsiteY5" fmla="*/ 3542065 h 4707593"/>
                <a:gd name="connsiteX6" fmla="*/ 5123287 w 5260975"/>
                <a:gd name="connsiteY6" fmla="*/ 3594010 h 4707593"/>
                <a:gd name="connsiteX7" fmla="*/ 5048107 w 5260975"/>
                <a:gd name="connsiteY7" fmla="*/ 3658244 h 4707593"/>
                <a:gd name="connsiteX8" fmla="*/ 4992899 w 5260975"/>
                <a:gd name="connsiteY8" fmla="*/ 3734479 h 4707593"/>
                <a:gd name="connsiteX9" fmla="*/ 4977440 w 5260975"/>
                <a:gd name="connsiteY9" fmla="*/ 3752627 h 4707593"/>
                <a:gd name="connsiteX10" fmla="*/ 4935194 w 5260975"/>
                <a:gd name="connsiteY10" fmla="*/ 3775382 h 4707593"/>
                <a:gd name="connsiteX11" fmla="*/ 4897844 w 5260975"/>
                <a:gd name="connsiteY11" fmla="*/ 3792472 h 4707593"/>
                <a:gd name="connsiteX12" fmla="*/ 4870767 w 5260975"/>
                <a:gd name="connsiteY12" fmla="*/ 3811388 h 4707593"/>
                <a:gd name="connsiteX13" fmla="*/ 4847917 w 5260975"/>
                <a:gd name="connsiteY13" fmla="*/ 3828767 h 4707593"/>
                <a:gd name="connsiteX14" fmla="*/ 4796163 w 5260975"/>
                <a:gd name="connsiteY14" fmla="*/ 3873702 h 4707593"/>
                <a:gd name="connsiteX15" fmla="*/ 4738843 w 5260975"/>
                <a:gd name="connsiteY15" fmla="*/ 3911628 h 4707593"/>
                <a:gd name="connsiteX16" fmla="*/ 4692755 w 5260975"/>
                <a:gd name="connsiteY16" fmla="*/ 3958099 h 4707593"/>
                <a:gd name="connsiteX17" fmla="*/ 4673744 w 5260975"/>
                <a:gd name="connsiteY17" fmla="*/ 3983255 h 4707593"/>
                <a:gd name="connsiteX18" fmla="*/ 4633801 w 5260975"/>
                <a:gd name="connsiteY18" fmla="*/ 4000442 h 4707593"/>
                <a:gd name="connsiteX19" fmla="*/ 4590499 w 5260975"/>
                <a:gd name="connsiteY19" fmla="*/ 4027326 h 4707593"/>
                <a:gd name="connsiteX20" fmla="*/ 4559773 w 5260975"/>
                <a:gd name="connsiteY20" fmla="*/ 4054018 h 4707593"/>
                <a:gd name="connsiteX21" fmla="*/ 4536059 w 5260975"/>
                <a:gd name="connsiteY21" fmla="*/ 4071877 h 4707593"/>
                <a:gd name="connsiteX22" fmla="*/ 4502550 w 5260975"/>
                <a:gd name="connsiteY22" fmla="*/ 4089832 h 4707593"/>
                <a:gd name="connsiteX23" fmla="*/ 4468944 w 5260975"/>
                <a:gd name="connsiteY23" fmla="*/ 4113356 h 4707593"/>
                <a:gd name="connsiteX24" fmla="*/ 4452623 w 5260975"/>
                <a:gd name="connsiteY24" fmla="*/ 4127854 h 4707593"/>
                <a:gd name="connsiteX25" fmla="*/ 4421032 w 5260975"/>
                <a:gd name="connsiteY25" fmla="*/ 4151953 h 4707593"/>
                <a:gd name="connsiteX26" fmla="*/ 4388483 w 5260975"/>
                <a:gd name="connsiteY26" fmla="*/ 4174421 h 4707593"/>
                <a:gd name="connsiteX27" fmla="*/ 4327321 w 5260975"/>
                <a:gd name="connsiteY27" fmla="*/ 4200153 h 4707593"/>
                <a:gd name="connsiteX28" fmla="*/ 4271633 w 5260975"/>
                <a:gd name="connsiteY28" fmla="*/ 4237983 h 4707593"/>
                <a:gd name="connsiteX29" fmla="*/ 4227465 w 5260975"/>
                <a:gd name="connsiteY29" fmla="*/ 4265635 h 4707593"/>
                <a:gd name="connsiteX30" fmla="*/ 4201733 w 5260975"/>
                <a:gd name="connsiteY30" fmla="*/ 4283783 h 4707593"/>
                <a:gd name="connsiteX31" fmla="*/ 4154494 w 5260975"/>
                <a:gd name="connsiteY31" fmla="*/ 4324301 h 4707593"/>
                <a:gd name="connsiteX32" fmla="*/ 4081234 w 5260975"/>
                <a:gd name="connsiteY32" fmla="*/ 4366931 h 4707593"/>
                <a:gd name="connsiteX33" fmla="*/ 4036971 w 5260975"/>
                <a:gd name="connsiteY33" fmla="*/ 4389975 h 4707593"/>
                <a:gd name="connsiteX34" fmla="*/ 3941725 w 5260975"/>
                <a:gd name="connsiteY34" fmla="*/ 4424733 h 4707593"/>
                <a:gd name="connsiteX35" fmla="*/ 3910999 w 5260975"/>
                <a:gd name="connsiteY35" fmla="*/ 4437119 h 4707593"/>
                <a:gd name="connsiteX36" fmla="*/ 3875859 w 5260975"/>
                <a:gd name="connsiteY36" fmla="*/ 4445280 h 4707593"/>
                <a:gd name="connsiteX37" fmla="*/ 3819401 w 5260975"/>
                <a:gd name="connsiteY37" fmla="*/ 4464579 h 4707593"/>
                <a:gd name="connsiteX38" fmla="*/ 3709176 w 5260975"/>
                <a:gd name="connsiteY38" fmla="*/ 4497800 h 4707593"/>
                <a:gd name="connsiteX39" fmla="*/ 3684981 w 5260975"/>
                <a:gd name="connsiteY39" fmla="*/ 4502889 h 4707593"/>
                <a:gd name="connsiteX40" fmla="*/ 3623338 w 5260975"/>
                <a:gd name="connsiteY40" fmla="*/ 4524300 h 4707593"/>
                <a:gd name="connsiteX41" fmla="*/ 3586373 w 5260975"/>
                <a:gd name="connsiteY41" fmla="*/ 4538702 h 4707593"/>
                <a:gd name="connsiteX42" fmla="*/ 3555743 w 5260975"/>
                <a:gd name="connsiteY42" fmla="*/ 4546960 h 4707593"/>
                <a:gd name="connsiteX43" fmla="*/ 3528667 w 5260975"/>
                <a:gd name="connsiteY43" fmla="*/ 4550801 h 4707593"/>
                <a:gd name="connsiteX44" fmla="*/ 3457424 w 5260975"/>
                <a:gd name="connsiteY44" fmla="*/ 4569811 h 4707593"/>
                <a:gd name="connsiteX45" fmla="*/ 3429003 w 5260975"/>
                <a:gd name="connsiteY45" fmla="*/ 4577301 h 4707593"/>
                <a:gd name="connsiteX46" fmla="*/ 3355264 w 5260975"/>
                <a:gd name="connsiteY46" fmla="*/ 4603033 h 4707593"/>
                <a:gd name="connsiteX47" fmla="*/ 3292757 w 5260975"/>
                <a:gd name="connsiteY47" fmla="*/ 4620027 h 4707593"/>
                <a:gd name="connsiteX48" fmla="*/ 3266643 w 5260975"/>
                <a:gd name="connsiteY48" fmla="*/ 4628188 h 4707593"/>
                <a:gd name="connsiteX49" fmla="*/ 3206921 w 5260975"/>
                <a:gd name="connsiteY49" fmla="*/ 4641823 h 4707593"/>
                <a:gd name="connsiteX50" fmla="*/ 3173123 w 5260975"/>
                <a:gd name="connsiteY50" fmla="*/ 4651425 h 4707593"/>
                <a:gd name="connsiteX51" fmla="*/ 3090646 w 5260975"/>
                <a:gd name="connsiteY51" fmla="*/ 4662274 h 4707593"/>
                <a:gd name="connsiteX52" fmla="*/ 3005480 w 5260975"/>
                <a:gd name="connsiteY52" fmla="*/ 4672739 h 4707593"/>
                <a:gd name="connsiteX53" fmla="*/ 2958721 w 5260975"/>
                <a:gd name="connsiteY53" fmla="*/ 4676196 h 4707593"/>
                <a:gd name="connsiteX54" fmla="*/ 2917915 w 5260975"/>
                <a:gd name="connsiteY54" fmla="*/ 4681670 h 4707593"/>
                <a:gd name="connsiteX55" fmla="*/ 2882389 w 5260975"/>
                <a:gd name="connsiteY55" fmla="*/ 4685126 h 4707593"/>
                <a:gd name="connsiteX56" fmla="*/ 2825837 w 5260975"/>
                <a:gd name="connsiteY56" fmla="*/ 4692135 h 4707593"/>
                <a:gd name="connsiteX57" fmla="*/ 2802313 w 5260975"/>
                <a:gd name="connsiteY57" fmla="*/ 4693960 h 4707593"/>
                <a:gd name="connsiteX58" fmla="*/ 2746816 w 5260975"/>
                <a:gd name="connsiteY58" fmla="*/ 4693863 h 4707593"/>
                <a:gd name="connsiteX59" fmla="*/ 2727517 w 5260975"/>
                <a:gd name="connsiteY59" fmla="*/ 4692903 h 4707593"/>
                <a:gd name="connsiteX60" fmla="*/ 2690359 w 5260975"/>
                <a:gd name="connsiteY60" fmla="*/ 4680997 h 4707593"/>
                <a:gd name="connsiteX61" fmla="*/ 2685943 w 5260975"/>
                <a:gd name="connsiteY61" fmla="*/ 4680133 h 4707593"/>
                <a:gd name="connsiteX62" fmla="*/ 2661554 w 5260975"/>
                <a:gd name="connsiteY62" fmla="*/ 4675428 h 4707593"/>
                <a:gd name="connsiteX63" fmla="*/ 2648208 w 5260975"/>
                <a:gd name="connsiteY63" fmla="*/ 4673892 h 4707593"/>
                <a:gd name="connsiteX64" fmla="*/ 2597512 w 5260975"/>
                <a:gd name="connsiteY64" fmla="*/ 4664099 h 4707593"/>
                <a:gd name="connsiteX65" fmla="*/ 2568324 w 5260975"/>
                <a:gd name="connsiteY65" fmla="*/ 4659490 h 4707593"/>
                <a:gd name="connsiteX66" fmla="*/ 2544704 w 5260975"/>
                <a:gd name="connsiteY66" fmla="*/ 4660162 h 4707593"/>
                <a:gd name="connsiteX67" fmla="*/ 2503225 w 5260975"/>
                <a:gd name="connsiteY67" fmla="*/ 4661026 h 4707593"/>
                <a:gd name="connsiteX68" fmla="*/ 2489975 w 5260975"/>
                <a:gd name="connsiteY68" fmla="*/ 4663235 h 4707593"/>
                <a:gd name="connsiteX69" fmla="*/ 2430061 w 5260975"/>
                <a:gd name="connsiteY69" fmla="*/ 4656897 h 4707593"/>
                <a:gd name="connsiteX70" fmla="*/ 2395880 w 5260975"/>
                <a:gd name="connsiteY70" fmla="*/ 4656417 h 4707593"/>
                <a:gd name="connsiteX71" fmla="*/ 2357378 w 5260975"/>
                <a:gd name="connsiteY71" fmla="*/ 4648544 h 4707593"/>
                <a:gd name="connsiteX72" fmla="*/ 2346145 w 5260975"/>
                <a:gd name="connsiteY72" fmla="*/ 4648928 h 4707593"/>
                <a:gd name="connsiteX73" fmla="*/ 2333567 w 5260975"/>
                <a:gd name="connsiteY73" fmla="*/ 4649600 h 4707593"/>
                <a:gd name="connsiteX74" fmla="*/ 2294968 w 5260975"/>
                <a:gd name="connsiteY74" fmla="*/ 4650177 h 4707593"/>
                <a:gd name="connsiteX75" fmla="*/ 2271540 w 5260975"/>
                <a:gd name="connsiteY75" fmla="*/ 4653057 h 4707593"/>
                <a:gd name="connsiteX76" fmla="*/ 2226895 w 5260975"/>
                <a:gd name="connsiteY76" fmla="*/ 4651329 h 4707593"/>
                <a:gd name="connsiteX77" fmla="*/ 2210379 w 5260975"/>
                <a:gd name="connsiteY77" fmla="*/ 4653825 h 4707593"/>
                <a:gd name="connsiteX78" fmla="*/ 2168613 w 5260975"/>
                <a:gd name="connsiteY78" fmla="*/ 4654113 h 4707593"/>
                <a:gd name="connsiteX79" fmla="*/ 2131167 w 5260975"/>
                <a:gd name="connsiteY79" fmla="*/ 4652673 h 4707593"/>
                <a:gd name="connsiteX80" fmla="*/ 2095065 w 5260975"/>
                <a:gd name="connsiteY80" fmla="*/ 4653441 h 4707593"/>
                <a:gd name="connsiteX81" fmla="*/ 2069237 w 5260975"/>
                <a:gd name="connsiteY81" fmla="*/ 4656609 h 4707593"/>
                <a:gd name="connsiteX82" fmla="*/ 2041201 w 5260975"/>
                <a:gd name="connsiteY82" fmla="*/ 4658529 h 4707593"/>
                <a:gd name="connsiteX83" fmla="*/ 1963909 w 5260975"/>
                <a:gd name="connsiteY83" fmla="*/ 4669955 h 4707593"/>
                <a:gd name="connsiteX84" fmla="*/ 1949603 w 5260975"/>
                <a:gd name="connsiteY84" fmla="*/ 4667171 h 4707593"/>
                <a:gd name="connsiteX85" fmla="*/ 1868373 w 5260975"/>
                <a:gd name="connsiteY85" fmla="*/ 4664578 h 4707593"/>
                <a:gd name="connsiteX86" fmla="*/ 1850707 w 5260975"/>
                <a:gd name="connsiteY86" fmla="*/ 4664771 h 4707593"/>
                <a:gd name="connsiteX87" fmla="*/ 1803275 w 5260975"/>
                <a:gd name="connsiteY87" fmla="*/ 4653441 h 4707593"/>
                <a:gd name="connsiteX88" fmla="*/ 1730112 w 5260975"/>
                <a:gd name="connsiteY88" fmla="*/ 4671396 h 4707593"/>
                <a:gd name="connsiteX89" fmla="*/ 1661652 w 5260975"/>
                <a:gd name="connsiteY89" fmla="*/ 4693863 h 4707593"/>
                <a:gd name="connsiteX90" fmla="*/ 1653011 w 5260975"/>
                <a:gd name="connsiteY90" fmla="*/ 4696744 h 4707593"/>
                <a:gd name="connsiteX91" fmla="*/ 1628431 w 5260975"/>
                <a:gd name="connsiteY91" fmla="*/ 4701641 h 4707593"/>
                <a:gd name="connsiteX92" fmla="*/ 1597995 w 5260975"/>
                <a:gd name="connsiteY92" fmla="*/ 4703369 h 4707593"/>
                <a:gd name="connsiteX93" fmla="*/ 1559396 w 5260975"/>
                <a:gd name="connsiteY93" fmla="*/ 4707593 h 4707593"/>
                <a:gd name="connsiteX94" fmla="*/ 1528480 w 5260975"/>
                <a:gd name="connsiteY94" fmla="*/ 4702312 h 4707593"/>
                <a:gd name="connsiteX95" fmla="*/ 1485272 w 5260975"/>
                <a:gd name="connsiteY95" fmla="*/ 4694439 h 4707593"/>
                <a:gd name="connsiteX96" fmla="*/ 1444562 w 5260975"/>
                <a:gd name="connsiteY96" fmla="*/ 4686950 h 4707593"/>
                <a:gd name="connsiteX97" fmla="*/ 1431696 w 5260975"/>
                <a:gd name="connsiteY97" fmla="*/ 4695783 h 4707593"/>
                <a:gd name="connsiteX98" fmla="*/ 1411821 w 5260975"/>
                <a:gd name="connsiteY98" fmla="*/ 4703464 h 4707593"/>
                <a:gd name="connsiteX99" fmla="*/ 1389738 w 5260975"/>
                <a:gd name="connsiteY99" fmla="*/ 4694247 h 4707593"/>
                <a:gd name="connsiteX100" fmla="*/ 1338081 w 5260975"/>
                <a:gd name="connsiteY100" fmla="*/ 4675141 h 4707593"/>
                <a:gd name="connsiteX101" fmla="*/ 1305436 w 5260975"/>
                <a:gd name="connsiteY101" fmla="*/ 4674276 h 4707593"/>
                <a:gd name="connsiteX102" fmla="*/ 1234481 w 5260975"/>
                <a:gd name="connsiteY102" fmla="*/ 4666115 h 4707593"/>
                <a:gd name="connsiteX103" fmla="*/ 1188106 w 5260975"/>
                <a:gd name="connsiteY103" fmla="*/ 4654497 h 4707593"/>
                <a:gd name="connsiteX104" fmla="*/ 1154790 w 5260975"/>
                <a:gd name="connsiteY104" fmla="*/ 4641343 h 4707593"/>
                <a:gd name="connsiteX105" fmla="*/ 1107069 w 5260975"/>
                <a:gd name="connsiteY105" fmla="*/ 4624156 h 4707593"/>
                <a:gd name="connsiteX106" fmla="*/ 1059158 w 5260975"/>
                <a:gd name="connsiteY106" fmla="*/ 4615227 h 4707593"/>
                <a:gd name="connsiteX107" fmla="*/ 1024496 w 5260975"/>
                <a:gd name="connsiteY107" fmla="*/ 4603993 h 4707593"/>
                <a:gd name="connsiteX108" fmla="*/ 982153 w 5260975"/>
                <a:gd name="connsiteY108" fmla="*/ 4596311 h 4707593"/>
                <a:gd name="connsiteX109" fmla="*/ 946628 w 5260975"/>
                <a:gd name="connsiteY109" fmla="*/ 4596024 h 4707593"/>
                <a:gd name="connsiteX110" fmla="*/ 890939 w 5260975"/>
                <a:gd name="connsiteY110" fmla="*/ 4597368 h 4707593"/>
                <a:gd name="connsiteX111" fmla="*/ 822769 w 5260975"/>
                <a:gd name="connsiteY111" fmla="*/ 4574133 h 4707593"/>
                <a:gd name="connsiteX112" fmla="*/ 795212 w 5260975"/>
                <a:gd name="connsiteY112" fmla="*/ 4568947 h 4707593"/>
                <a:gd name="connsiteX113" fmla="*/ 769288 w 5260975"/>
                <a:gd name="connsiteY113" fmla="*/ 4566547 h 4707593"/>
                <a:gd name="connsiteX114" fmla="*/ 714271 w 5260975"/>
                <a:gd name="connsiteY114" fmla="*/ 4551089 h 4707593"/>
                <a:gd name="connsiteX115" fmla="*/ 691900 w 5260975"/>
                <a:gd name="connsiteY115" fmla="*/ 4545999 h 4707593"/>
                <a:gd name="connsiteX116" fmla="*/ 660598 w 5260975"/>
                <a:gd name="connsiteY116" fmla="*/ 4546096 h 4707593"/>
                <a:gd name="connsiteX117" fmla="*/ 603662 w 5260975"/>
                <a:gd name="connsiteY117" fmla="*/ 4538991 h 4707593"/>
                <a:gd name="connsiteX118" fmla="*/ 546821 w 5260975"/>
                <a:gd name="connsiteY118" fmla="*/ 4518251 h 4707593"/>
                <a:gd name="connsiteX119" fmla="*/ 522721 w 5260975"/>
                <a:gd name="connsiteY119" fmla="*/ 4520267 h 4707593"/>
                <a:gd name="connsiteX120" fmla="*/ 514080 w 5260975"/>
                <a:gd name="connsiteY120" fmla="*/ 4519788 h 4707593"/>
                <a:gd name="connsiteX121" fmla="*/ 436404 w 5260975"/>
                <a:gd name="connsiteY121" fmla="*/ 4508361 h 4707593"/>
                <a:gd name="connsiteX122" fmla="*/ 428626 w 5260975"/>
                <a:gd name="connsiteY122" fmla="*/ 4507114 h 4707593"/>
                <a:gd name="connsiteX123" fmla="*/ 392141 w 5260975"/>
                <a:gd name="connsiteY123" fmla="*/ 4496936 h 4707593"/>
                <a:gd name="connsiteX124" fmla="*/ 300157 w 5260975"/>
                <a:gd name="connsiteY124" fmla="*/ 4490599 h 4707593"/>
                <a:gd name="connsiteX125" fmla="*/ 294493 w 5260975"/>
                <a:gd name="connsiteY125" fmla="*/ 4489831 h 4707593"/>
                <a:gd name="connsiteX126" fmla="*/ 263671 w 5260975"/>
                <a:gd name="connsiteY126" fmla="*/ 4494919 h 4707593"/>
                <a:gd name="connsiteX127" fmla="*/ 248406 w 5260975"/>
                <a:gd name="connsiteY127" fmla="*/ 4502121 h 4707593"/>
                <a:gd name="connsiteX128" fmla="*/ 224594 w 5260975"/>
                <a:gd name="connsiteY128" fmla="*/ 4509610 h 4707593"/>
                <a:gd name="connsiteX129" fmla="*/ 200398 w 5260975"/>
                <a:gd name="connsiteY129" fmla="*/ 4512395 h 4707593"/>
                <a:gd name="connsiteX130" fmla="*/ 159783 w 5260975"/>
                <a:gd name="connsiteY130" fmla="*/ 4501064 h 4707593"/>
                <a:gd name="connsiteX131" fmla="*/ 144997 w 5260975"/>
                <a:gd name="connsiteY131" fmla="*/ 4499912 h 4707593"/>
                <a:gd name="connsiteX132" fmla="*/ 112064 w 5260975"/>
                <a:gd name="connsiteY132" fmla="*/ 4494440 h 4707593"/>
                <a:gd name="connsiteX133" fmla="*/ 83259 w 5260975"/>
                <a:gd name="connsiteY133" fmla="*/ 4494824 h 4707593"/>
                <a:gd name="connsiteX134" fmla="*/ 60120 w 5260975"/>
                <a:gd name="connsiteY134" fmla="*/ 4503561 h 4707593"/>
                <a:gd name="connsiteX135" fmla="*/ 26514 w 5260975"/>
                <a:gd name="connsiteY135" fmla="*/ 4505289 h 4707593"/>
                <a:gd name="connsiteX136" fmla="*/ 4814 w 5260975"/>
                <a:gd name="connsiteY136" fmla="*/ 4498952 h 4707593"/>
                <a:gd name="connsiteX137" fmla="*/ 398 w 5260975"/>
                <a:gd name="connsiteY137" fmla="*/ 4498089 h 4707593"/>
                <a:gd name="connsiteX138" fmla="*/ 0 w 5260975"/>
                <a:gd name="connsiteY138" fmla="*/ 4498087 h 470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260975" h="4707593">
                  <a:moveTo>
                    <a:pt x="0" y="0"/>
                  </a:moveTo>
                  <a:lnTo>
                    <a:pt x="5260975" y="0"/>
                  </a:lnTo>
                  <a:lnTo>
                    <a:pt x="5260975" y="3296937"/>
                  </a:lnTo>
                  <a:lnTo>
                    <a:pt x="5260975" y="3518571"/>
                  </a:lnTo>
                  <a:lnTo>
                    <a:pt x="5226504" y="3534000"/>
                  </a:lnTo>
                  <a:cubicBezTo>
                    <a:pt x="5219783" y="3536785"/>
                    <a:pt x="5212389" y="3538321"/>
                    <a:pt x="5206341" y="3542065"/>
                  </a:cubicBezTo>
                  <a:cubicBezTo>
                    <a:pt x="5178495" y="3559156"/>
                    <a:pt x="5151515" y="3577591"/>
                    <a:pt x="5123287" y="3594010"/>
                  </a:cubicBezTo>
                  <a:cubicBezTo>
                    <a:pt x="5094195" y="3611004"/>
                    <a:pt x="5068175" y="3631071"/>
                    <a:pt x="5048107" y="3658244"/>
                  </a:cubicBezTo>
                  <a:cubicBezTo>
                    <a:pt x="5029480" y="3683496"/>
                    <a:pt x="5011429" y="3709131"/>
                    <a:pt x="4992899" y="3734479"/>
                  </a:cubicBezTo>
                  <a:cubicBezTo>
                    <a:pt x="4988194" y="3740912"/>
                    <a:pt x="4983874" y="3748498"/>
                    <a:pt x="4977440" y="3752627"/>
                  </a:cubicBezTo>
                  <a:cubicBezTo>
                    <a:pt x="4964094" y="3761268"/>
                    <a:pt x="4949500" y="3768277"/>
                    <a:pt x="4935194" y="3775382"/>
                  </a:cubicBezTo>
                  <a:cubicBezTo>
                    <a:pt x="4922903" y="3781431"/>
                    <a:pt x="4909846" y="3785943"/>
                    <a:pt x="4897844" y="3792472"/>
                  </a:cubicBezTo>
                  <a:cubicBezTo>
                    <a:pt x="4888243" y="3797658"/>
                    <a:pt x="4879697" y="3804859"/>
                    <a:pt x="4870767" y="3811388"/>
                  </a:cubicBezTo>
                  <a:cubicBezTo>
                    <a:pt x="4862990" y="3817052"/>
                    <a:pt x="4854445" y="3821949"/>
                    <a:pt x="4847917" y="3828767"/>
                  </a:cubicBezTo>
                  <a:cubicBezTo>
                    <a:pt x="4831977" y="3845281"/>
                    <a:pt x="4815942" y="3861508"/>
                    <a:pt x="4796163" y="3873702"/>
                  </a:cubicBezTo>
                  <a:cubicBezTo>
                    <a:pt x="4776672" y="3885799"/>
                    <a:pt x="4758237" y="3899338"/>
                    <a:pt x="4738843" y="3911628"/>
                  </a:cubicBezTo>
                  <a:cubicBezTo>
                    <a:pt x="4719831" y="3923630"/>
                    <a:pt x="4702645" y="3936783"/>
                    <a:pt x="4692755" y="3958099"/>
                  </a:cubicBezTo>
                  <a:cubicBezTo>
                    <a:pt x="4688339" y="3967508"/>
                    <a:pt x="4682097" y="3977782"/>
                    <a:pt x="4673744" y="3983255"/>
                  </a:cubicBezTo>
                  <a:cubicBezTo>
                    <a:pt x="4661838" y="3991032"/>
                    <a:pt x="4646764" y="3993817"/>
                    <a:pt x="4633801" y="4000442"/>
                  </a:cubicBezTo>
                  <a:cubicBezTo>
                    <a:pt x="4618535" y="4008219"/>
                    <a:pt x="4600869" y="4014940"/>
                    <a:pt x="4590499" y="4027326"/>
                  </a:cubicBezTo>
                  <a:cubicBezTo>
                    <a:pt x="4581281" y="4038368"/>
                    <a:pt x="4571968" y="4047009"/>
                    <a:pt x="4559773" y="4054018"/>
                  </a:cubicBezTo>
                  <a:cubicBezTo>
                    <a:pt x="4551229" y="4058915"/>
                    <a:pt x="4544892" y="4067844"/>
                    <a:pt x="4536059" y="4071877"/>
                  </a:cubicBezTo>
                  <a:cubicBezTo>
                    <a:pt x="4524442" y="4077254"/>
                    <a:pt x="4512727" y="4081479"/>
                    <a:pt x="4502550" y="4089832"/>
                  </a:cubicBezTo>
                  <a:cubicBezTo>
                    <a:pt x="4491987" y="4098473"/>
                    <a:pt x="4479986" y="4105290"/>
                    <a:pt x="4468944" y="4113356"/>
                  </a:cubicBezTo>
                  <a:cubicBezTo>
                    <a:pt x="4463087" y="4117676"/>
                    <a:pt x="4458286" y="4123341"/>
                    <a:pt x="4452623" y="4127854"/>
                  </a:cubicBezTo>
                  <a:cubicBezTo>
                    <a:pt x="4442252" y="4136111"/>
                    <a:pt x="4431690" y="4144176"/>
                    <a:pt x="4421032" y="4151953"/>
                  </a:cubicBezTo>
                  <a:cubicBezTo>
                    <a:pt x="4410375" y="4159731"/>
                    <a:pt x="4400197" y="4168756"/>
                    <a:pt x="4388483" y="4174421"/>
                  </a:cubicBezTo>
                  <a:cubicBezTo>
                    <a:pt x="4368513" y="4184023"/>
                    <a:pt x="4346717" y="4189784"/>
                    <a:pt x="4327321" y="4200153"/>
                  </a:cubicBezTo>
                  <a:cubicBezTo>
                    <a:pt x="4307639" y="4210714"/>
                    <a:pt x="4289107" y="4223965"/>
                    <a:pt x="4271633" y="4237983"/>
                  </a:cubicBezTo>
                  <a:cubicBezTo>
                    <a:pt x="4257807" y="4249025"/>
                    <a:pt x="4244845" y="4259971"/>
                    <a:pt x="4227465" y="4265635"/>
                  </a:cubicBezTo>
                  <a:cubicBezTo>
                    <a:pt x="4217768" y="4268804"/>
                    <a:pt x="4207591" y="4275717"/>
                    <a:pt x="4201733" y="4283783"/>
                  </a:cubicBezTo>
                  <a:cubicBezTo>
                    <a:pt x="4189059" y="4301353"/>
                    <a:pt x="4172833" y="4313739"/>
                    <a:pt x="4154494" y="4324301"/>
                  </a:cubicBezTo>
                  <a:cubicBezTo>
                    <a:pt x="4130010" y="4338511"/>
                    <a:pt x="4105814" y="4353009"/>
                    <a:pt x="4081234" y="4366931"/>
                  </a:cubicBezTo>
                  <a:cubicBezTo>
                    <a:pt x="4066737" y="4375189"/>
                    <a:pt x="4052335" y="4383926"/>
                    <a:pt x="4036971" y="4389975"/>
                  </a:cubicBezTo>
                  <a:cubicBezTo>
                    <a:pt x="4005575" y="4402457"/>
                    <a:pt x="3973410" y="4413114"/>
                    <a:pt x="3941725" y="4424733"/>
                  </a:cubicBezTo>
                  <a:cubicBezTo>
                    <a:pt x="3931355" y="4428477"/>
                    <a:pt x="3921561" y="4433854"/>
                    <a:pt x="3910999" y="4437119"/>
                  </a:cubicBezTo>
                  <a:cubicBezTo>
                    <a:pt x="3899573" y="4440671"/>
                    <a:pt x="3887285" y="4441727"/>
                    <a:pt x="3875859" y="4445280"/>
                  </a:cubicBezTo>
                  <a:cubicBezTo>
                    <a:pt x="3856847" y="4451136"/>
                    <a:pt x="3838412" y="4458626"/>
                    <a:pt x="3819401" y="4464579"/>
                  </a:cubicBezTo>
                  <a:cubicBezTo>
                    <a:pt x="3782723" y="4476005"/>
                    <a:pt x="3745949" y="4486951"/>
                    <a:pt x="3709176" y="4497800"/>
                  </a:cubicBezTo>
                  <a:cubicBezTo>
                    <a:pt x="3701303" y="4500105"/>
                    <a:pt x="3692757" y="4500393"/>
                    <a:pt x="3684981" y="4502889"/>
                  </a:cubicBezTo>
                  <a:cubicBezTo>
                    <a:pt x="3664337" y="4509610"/>
                    <a:pt x="3643789" y="4516907"/>
                    <a:pt x="3623338" y="4524300"/>
                  </a:cubicBezTo>
                  <a:cubicBezTo>
                    <a:pt x="3610953" y="4528813"/>
                    <a:pt x="3598854" y="4534382"/>
                    <a:pt x="3586373" y="4538702"/>
                  </a:cubicBezTo>
                  <a:cubicBezTo>
                    <a:pt x="3576387" y="4542159"/>
                    <a:pt x="3566113" y="4544847"/>
                    <a:pt x="3555743" y="4546960"/>
                  </a:cubicBezTo>
                  <a:cubicBezTo>
                    <a:pt x="3546814" y="4548785"/>
                    <a:pt x="3537501" y="4548592"/>
                    <a:pt x="3528667" y="4550801"/>
                  </a:cubicBezTo>
                  <a:cubicBezTo>
                    <a:pt x="3504759" y="4556753"/>
                    <a:pt x="3481140" y="4563475"/>
                    <a:pt x="3457424" y="4569811"/>
                  </a:cubicBezTo>
                  <a:cubicBezTo>
                    <a:pt x="3447919" y="4572308"/>
                    <a:pt x="3438221" y="4574133"/>
                    <a:pt x="3429003" y="4577301"/>
                  </a:cubicBezTo>
                  <a:cubicBezTo>
                    <a:pt x="3404327" y="4585654"/>
                    <a:pt x="3380036" y="4595159"/>
                    <a:pt x="3355264" y="4603033"/>
                  </a:cubicBezTo>
                  <a:cubicBezTo>
                    <a:pt x="3334717" y="4609562"/>
                    <a:pt x="3313593" y="4614266"/>
                    <a:pt x="3292757" y="4620027"/>
                  </a:cubicBezTo>
                  <a:cubicBezTo>
                    <a:pt x="3283924" y="4622524"/>
                    <a:pt x="3275475" y="4626077"/>
                    <a:pt x="3266643" y="4628188"/>
                  </a:cubicBezTo>
                  <a:cubicBezTo>
                    <a:pt x="3246863" y="4632990"/>
                    <a:pt x="3226796" y="4637022"/>
                    <a:pt x="3206921" y="4641823"/>
                  </a:cubicBezTo>
                  <a:cubicBezTo>
                    <a:pt x="3195590" y="4644607"/>
                    <a:pt x="3184645" y="4649600"/>
                    <a:pt x="3173123" y="4651425"/>
                  </a:cubicBezTo>
                  <a:cubicBezTo>
                    <a:pt x="3145759" y="4655745"/>
                    <a:pt x="3118203" y="4658817"/>
                    <a:pt x="3090646" y="4662274"/>
                  </a:cubicBezTo>
                  <a:cubicBezTo>
                    <a:pt x="3062227" y="4665826"/>
                    <a:pt x="3033902" y="4669571"/>
                    <a:pt x="3005480" y="4672739"/>
                  </a:cubicBezTo>
                  <a:cubicBezTo>
                    <a:pt x="2989926" y="4674372"/>
                    <a:pt x="2974275" y="4674660"/>
                    <a:pt x="2958721" y="4676196"/>
                  </a:cubicBezTo>
                  <a:cubicBezTo>
                    <a:pt x="2945087" y="4677541"/>
                    <a:pt x="2931549" y="4680037"/>
                    <a:pt x="2917915" y="4681670"/>
                  </a:cubicBezTo>
                  <a:cubicBezTo>
                    <a:pt x="2906105" y="4683013"/>
                    <a:pt x="2894199" y="4683781"/>
                    <a:pt x="2882389" y="4685126"/>
                  </a:cubicBezTo>
                  <a:cubicBezTo>
                    <a:pt x="2863475" y="4687334"/>
                    <a:pt x="2844655" y="4689831"/>
                    <a:pt x="2825837" y="4692135"/>
                  </a:cubicBezTo>
                  <a:cubicBezTo>
                    <a:pt x="2817964" y="4692999"/>
                    <a:pt x="2809706" y="4695399"/>
                    <a:pt x="2802313" y="4693960"/>
                  </a:cubicBezTo>
                  <a:cubicBezTo>
                    <a:pt x="2783686" y="4690310"/>
                    <a:pt x="2765347" y="4691367"/>
                    <a:pt x="2746816" y="4693863"/>
                  </a:cubicBezTo>
                  <a:cubicBezTo>
                    <a:pt x="2740479" y="4694728"/>
                    <a:pt x="2733662" y="4694535"/>
                    <a:pt x="2727517" y="4692903"/>
                  </a:cubicBezTo>
                  <a:cubicBezTo>
                    <a:pt x="2714939" y="4689638"/>
                    <a:pt x="2702745" y="4685029"/>
                    <a:pt x="2690359" y="4680997"/>
                  </a:cubicBezTo>
                  <a:cubicBezTo>
                    <a:pt x="2689014" y="4680517"/>
                    <a:pt x="2687382" y="4680421"/>
                    <a:pt x="2685943" y="4680133"/>
                  </a:cubicBezTo>
                  <a:cubicBezTo>
                    <a:pt x="2677781" y="4678500"/>
                    <a:pt x="2669717" y="4676868"/>
                    <a:pt x="2661554" y="4675428"/>
                  </a:cubicBezTo>
                  <a:cubicBezTo>
                    <a:pt x="2657138" y="4674660"/>
                    <a:pt x="2652625" y="4674564"/>
                    <a:pt x="2648208" y="4673892"/>
                  </a:cubicBezTo>
                  <a:cubicBezTo>
                    <a:pt x="2631118" y="4671203"/>
                    <a:pt x="2612299" y="4675716"/>
                    <a:pt x="2597512" y="4664099"/>
                  </a:cubicBezTo>
                  <a:cubicBezTo>
                    <a:pt x="2587911" y="4656609"/>
                    <a:pt x="2578597" y="4658338"/>
                    <a:pt x="2568324" y="4659490"/>
                  </a:cubicBezTo>
                  <a:cubicBezTo>
                    <a:pt x="2560547" y="4660354"/>
                    <a:pt x="2552577" y="4660065"/>
                    <a:pt x="2544704" y="4660162"/>
                  </a:cubicBezTo>
                  <a:cubicBezTo>
                    <a:pt x="2530878" y="4660449"/>
                    <a:pt x="2517052" y="4660546"/>
                    <a:pt x="2503225" y="4661026"/>
                  </a:cubicBezTo>
                  <a:cubicBezTo>
                    <a:pt x="2498808" y="4661218"/>
                    <a:pt x="2494297" y="4663619"/>
                    <a:pt x="2489975" y="4663235"/>
                  </a:cubicBezTo>
                  <a:cubicBezTo>
                    <a:pt x="2470004" y="4661410"/>
                    <a:pt x="2450033" y="4658529"/>
                    <a:pt x="2430061" y="4656897"/>
                  </a:cubicBezTo>
                  <a:cubicBezTo>
                    <a:pt x="2418732" y="4655938"/>
                    <a:pt x="2407114" y="4657761"/>
                    <a:pt x="2395880" y="4656417"/>
                  </a:cubicBezTo>
                  <a:cubicBezTo>
                    <a:pt x="2382919" y="4654881"/>
                    <a:pt x="2370245" y="4650945"/>
                    <a:pt x="2357378" y="4648544"/>
                  </a:cubicBezTo>
                  <a:cubicBezTo>
                    <a:pt x="2353826" y="4647872"/>
                    <a:pt x="2349889" y="4648736"/>
                    <a:pt x="2346145" y="4648928"/>
                  </a:cubicBezTo>
                  <a:cubicBezTo>
                    <a:pt x="2341920" y="4649120"/>
                    <a:pt x="2337791" y="4649504"/>
                    <a:pt x="2333567" y="4649600"/>
                  </a:cubicBezTo>
                  <a:cubicBezTo>
                    <a:pt x="2320700" y="4649793"/>
                    <a:pt x="2307835" y="4649504"/>
                    <a:pt x="2294968" y="4650177"/>
                  </a:cubicBezTo>
                  <a:cubicBezTo>
                    <a:pt x="2287095" y="4650561"/>
                    <a:pt x="2278839" y="4654497"/>
                    <a:pt x="2271540" y="4653057"/>
                  </a:cubicBezTo>
                  <a:cubicBezTo>
                    <a:pt x="2256659" y="4650272"/>
                    <a:pt x="2241776" y="4656513"/>
                    <a:pt x="2226895" y="4651329"/>
                  </a:cubicBezTo>
                  <a:cubicBezTo>
                    <a:pt x="2222285" y="4649793"/>
                    <a:pt x="2215948" y="4653633"/>
                    <a:pt x="2210379" y="4653825"/>
                  </a:cubicBezTo>
                  <a:cubicBezTo>
                    <a:pt x="2196457" y="4654305"/>
                    <a:pt x="2182535" y="4654209"/>
                    <a:pt x="2168613" y="4654113"/>
                  </a:cubicBezTo>
                  <a:cubicBezTo>
                    <a:pt x="2156131" y="4654017"/>
                    <a:pt x="2143168" y="4655361"/>
                    <a:pt x="2131167" y="4652673"/>
                  </a:cubicBezTo>
                  <a:cubicBezTo>
                    <a:pt x="2118588" y="4649793"/>
                    <a:pt x="2107259" y="4650177"/>
                    <a:pt x="2095065" y="4653441"/>
                  </a:cubicBezTo>
                  <a:cubicBezTo>
                    <a:pt x="2086711" y="4655649"/>
                    <a:pt x="2077878" y="4655938"/>
                    <a:pt x="2069237" y="4656609"/>
                  </a:cubicBezTo>
                  <a:cubicBezTo>
                    <a:pt x="2059924" y="4657377"/>
                    <a:pt x="2049650" y="4655361"/>
                    <a:pt x="2041201" y="4658529"/>
                  </a:cubicBezTo>
                  <a:cubicBezTo>
                    <a:pt x="2016044" y="4667939"/>
                    <a:pt x="1990216" y="4669955"/>
                    <a:pt x="1963909" y="4669955"/>
                  </a:cubicBezTo>
                  <a:cubicBezTo>
                    <a:pt x="1959107" y="4669955"/>
                    <a:pt x="1954210" y="4668612"/>
                    <a:pt x="1949603" y="4667171"/>
                  </a:cubicBezTo>
                  <a:cubicBezTo>
                    <a:pt x="1922717" y="4658529"/>
                    <a:pt x="1895737" y="4659297"/>
                    <a:pt x="1868373" y="4664578"/>
                  </a:cubicBezTo>
                  <a:cubicBezTo>
                    <a:pt x="1862708" y="4665731"/>
                    <a:pt x="1856372" y="4665923"/>
                    <a:pt x="1850707" y="4664771"/>
                  </a:cubicBezTo>
                  <a:cubicBezTo>
                    <a:pt x="1834768" y="4661410"/>
                    <a:pt x="1819309" y="4655841"/>
                    <a:pt x="1803275" y="4653441"/>
                  </a:cubicBezTo>
                  <a:cubicBezTo>
                    <a:pt x="1776775" y="4649504"/>
                    <a:pt x="1753828" y="4662754"/>
                    <a:pt x="1730112" y="4671396"/>
                  </a:cubicBezTo>
                  <a:cubicBezTo>
                    <a:pt x="1707548" y="4679557"/>
                    <a:pt x="1688345" y="4697992"/>
                    <a:pt x="1661652" y="4693863"/>
                  </a:cubicBezTo>
                  <a:cubicBezTo>
                    <a:pt x="1658965" y="4693479"/>
                    <a:pt x="1655988" y="4696071"/>
                    <a:pt x="1653011" y="4696744"/>
                  </a:cubicBezTo>
                  <a:cubicBezTo>
                    <a:pt x="1644850" y="4698568"/>
                    <a:pt x="1636689" y="4700776"/>
                    <a:pt x="1628431" y="4701641"/>
                  </a:cubicBezTo>
                  <a:cubicBezTo>
                    <a:pt x="1618350" y="4702793"/>
                    <a:pt x="1608076" y="4702409"/>
                    <a:pt x="1597995" y="4703369"/>
                  </a:cubicBezTo>
                  <a:cubicBezTo>
                    <a:pt x="1585032" y="4704521"/>
                    <a:pt x="1572263" y="4707593"/>
                    <a:pt x="1559396" y="4707593"/>
                  </a:cubicBezTo>
                  <a:cubicBezTo>
                    <a:pt x="1549026" y="4707593"/>
                    <a:pt x="1538753" y="4704041"/>
                    <a:pt x="1528480" y="4702312"/>
                  </a:cubicBezTo>
                  <a:cubicBezTo>
                    <a:pt x="1513981" y="4699912"/>
                    <a:pt x="1498042" y="4700584"/>
                    <a:pt x="1485272" y="4694439"/>
                  </a:cubicBezTo>
                  <a:cubicBezTo>
                    <a:pt x="1471639" y="4687910"/>
                    <a:pt x="1458676" y="4684934"/>
                    <a:pt x="1444562" y="4686950"/>
                  </a:cubicBezTo>
                  <a:cubicBezTo>
                    <a:pt x="1439857" y="4687622"/>
                    <a:pt x="1433808" y="4691655"/>
                    <a:pt x="1431696" y="4695783"/>
                  </a:cubicBezTo>
                  <a:cubicBezTo>
                    <a:pt x="1426991" y="4705001"/>
                    <a:pt x="1420559" y="4706634"/>
                    <a:pt x="1411821" y="4703464"/>
                  </a:cubicBezTo>
                  <a:cubicBezTo>
                    <a:pt x="1404236" y="4700776"/>
                    <a:pt x="1394922" y="4699432"/>
                    <a:pt x="1389738" y="4694247"/>
                  </a:cubicBezTo>
                  <a:cubicBezTo>
                    <a:pt x="1375047" y="4679557"/>
                    <a:pt x="1356324" y="4679077"/>
                    <a:pt x="1338081" y="4675141"/>
                  </a:cubicBezTo>
                  <a:cubicBezTo>
                    <a:pt x="1326945" y="4672739"/>
                    <a:pt x="1316574" y="4672644"/>
                    <a:pt x="1305436" y="4674276"/>
                  </a:cubicBezTo>
                  <a:cubicBezTo>
                    <a:pt x="1281241" y="4677925"/>
                    <a:pt x="1257717" y="4672739"/>
                    <a:pt x="1234481" y="4666115"/>
                  </a:cubicBezTo>
                  <a:cubicBezTo>
                    <a:pt x="1219118" y="4661698"/>
                    <a:pt x="1203372" y="4659010"/>
                    <a:pt x="1188106" y="4654497"/>
                  </a:cubicBezTo>
                  <a:cubicBezTo>
                    <a:pt x="1176680" y="4651041"/>
                    <a:pt x="1165255" y="4646912"/>
                    <a:pt x="1154790" y="4641343"/>
                  </a:cubicBezTo>
                  <a:cubicBezTo>
                    <a:pt x="1139618" y="4633181"/>
                    <a:pt x="1126369" y="4620891"/>
                    <a:pt x="1107069" y="4624156"/>
                  </a:cubicBezTo>
                  <a:cubicBezTo>
                    <a:pt x="1090074" y="4627036"/>
                    <a:pt x="1074713" y="4620988"/>
                    <a:pt x="1059158" y="4615227"/>
                  </a:cubicBezTo>
                  <a:cubicBezTo>
                    <a:pt x="1047732" y="4611002"/>
                    <a:pt x="1036308" y="4606681"/>
                    <a:pt x="1024496" y="4603993"/>
                  </a:cubicBezTo>
                  <a:cubicBezTo>
                    <a:pt x="1010478" y="4600824"/>
                    <a:pt x="994635" y="4602169"/>
                    <a:pt x="982153" y="4596311"/>
                  </a:cubicBezTo>
                  <a:cubicBezTo>
                    <a:pt x="969095" y="4590166"/>
                    <a:pt x="958246" y="4594295"/>
                    <a:pt x="946628" y="4596024"/>
                  </a:cubicBezTo>
                  <a:cubicBezTo>
                    <a:pt x="928097" y="4598712"/>
                    <a:pt x="909661" y="4603705"/>
                    <a:pt x="890939" y="4597368"/>
                  </a:cubicBezTo>
                  <a:cubicBezTo>
                    <a:pt x="868184" y="4589687"/>
                    <a:pt x="845620" y="4581430"/>
                    <a:pt x="822769" y="4574133"/>
                  </a:cubicBezTo>
                  <a:cubicBezTo>
                    <a:pt x="813934" y="4571347"/>
                    <a:pt x="804431" y="4570195"/>
                    <a:pt x="795212" y="4568947"/>
                  </a:cubicBezTo>
                  <a:cubicBezTo>
                    <a:pt x="786476" y="4567891"/>
                    <a:pt x="776010" y="4570579"/>
                    <a:pt x="769288" y="4566547"/>
                  </a:cubicBezTo>
                  <a:cubicBezTo>
                    <a:pt x="752005" y="4556178"/>
                    <a:pt x="734243" y="4551089"/>
                    <a:pt x="714271" y="4551089"/>
                  </a:cubicBezTo>
                  <a:cubicBezTo>
                    <a:pt x="706781" y="4551089"/>
                    <a:pt x="699484" y="4546768"/>
                    <a:pt x="691900" y="4545999"/>
                  </a:cubicBezTo>
                  <a:cubicBezTo>
                    <a:pt x="681529" y="4545040"/>
                    <a:pt x="669623" y="4542447"/>
                    <a:pt x="660598" y="4546096"/>
                  </a:cubicBezTo>
                  <a:cubicBezTo>
                    <a:pt x="639379" y="4554737"/>
                    <a:pt x="622193" y="4547536"/>
                    <a:pt x="603662" y="4538991"/>
                  </a:cubicBezTo>
                  <a:cubicBezTo>
                    <a:pt x="585418" y="4530541"/>
                    <a:pt x="566215" y="4523821"/>
                    <a:pt x="546821" y="4518251"/>
                  </a:cubicBezTo>
                  <a:cubicBezTo>
                    <a:pt x="539524" y="4516235"/>
                    <a:pt x="530787" y="4519596"/>
                    <a:pt x="522721" y="4520267"/>
                  </a:cubicBezTo>
                  <a:cubicBezTo>
                    <a:pt x="519840" y="4520460"/>
                    <a:pt x="516671" y="4520748"/>
                    <a:pt x="514080" y="4519788"/>
                  </a:cubicBezTo>
                  <a:cubicBezTo>
                    <a:pt x="489020" y="4510570"/>
                    <a:pt x="463575" y="4503561"/>
                    <a:pt x="436404" y="4508361"/>
                  </a:cubicBezTo>
                  <a:cubicBezTo>
                    <a:pt x="433908" y="4508842"/>
                    <a:pt x="431123" y="4507786"/>
                    <a:pt x="428626" y="4507114"/>
                  </a:cubicBezTo>
                  <a:cubicBezTo>
                    <a:pt x="416432" y="4503657"/>
                    <a:pt x="404526" y="4498184"/>
                    <a:pt x="392141" y="4496936"/>
                  </a:cubicBezTo>
                  <a:cubicBezTo>
                    <a:pt x="361608" y="4493864"/>
                    <a:pt x="330884" y="4492615"/>
                    <a:pt x="300157" y="4490599"/>
                  </a:cubicBezTo>
                  <a:cubicBezTo>
                    <a:pt x="298237" y="4490503"/>
                    <a:pt x="296221" y="4490503"/>
                    <a:pt x="294493" y="4489831"/>
                  </a:cubicBezTo>
                  <a:cubicBezTo>
                    <a:pt x="283163" y="4485702"/>
                    <a:pt x="273274" y="4487047"/>
                    <a:pt x="263671" y="4494919"/>
                  </a:cubicBezTo>
                  <a:cubicBezTo>
                    <a:pt x="259447" y="4498376"/>
                    <a:pt x="253686" y="4500200"/>
                    <a:pt x="248406" y="4502121"/>
                  </a:cubicBezTo>
                  <a:cubicBezTo>
                    <a:pt x="240628" y="4505002"/>
                    <a:pt x="232659" y="4507786"/>
                    <a:pt x="224594" y="4509610"/>
                  </a:cubicBezTo>
                  <a:cubicBezTo>
                    <a:pt x="216624" y="4511338"/>
                    <a:pt x="208079" y="4513738"/>
                    <a:pt x="200398" y="4512395"/>
                  </a:cubicBezTo>
                  <a:cubicBezTo>
                    <a:pt x="186572" y="4509994"/>
                    <a:pt x="173417" y="4504618"/>
                    <a:pt x="159783" y="4501064"/>
                  </a:cubicBezTo>
                  <a:cubicBezTo>
                    <a:pt x="155079" y="4499816"/>
                    <a:pt x="149893" y="4500009"/>
                    <a:pt x="144997" y="4499912"/>
                  </a:cubicBezTo>
                  <a:cubicBezTo>
                    <a:pt x="133763" y="4499625"/>
                    <a:pt x="122241" y="4502409"/>
                    <a:pt x="112064" y="4494440"/>
                  </a:cubicBezTo>
                  <a:cubicBezTo>
                    <a:pt x="102655" y="4486951"/>
                    <a:pt x="93148" y="4489158"/>
                    <a:pt x="83259" y="4494824"/>
                  </a:cubicBezTo>
                  <a:cubicBezTo>
                    <a:pt x="76154" y="4498857"/>
                    <a:pt x="68090" y="4502025"/>
                    <a:pt x="60120" y="4503561"/>
                  </a:cubicBezTo>
                  <a:cubicBezTo>
                    <a:pt x="49174" y="4505673"/>
                    <a:pt x="38324" y="4506538"/>
                    <a:pt x="26514" y="4505289"/>
                  </a:cubicBezTo>
                  <a:cubicBezTo>
                    <a:pt x="18161" y="4504425"/>
                    <a:pt x="11343" y="4504041"/>
                    <a:pt x="4814" y="4498952"/>
                  </a:cubicBezTo>
                  <a:cubicBezTo>
                    <a:pt x="3759" y="4498184"/>
                    <a:pt x="1839" y="4497992"/>
                    <a:pt x="398" y="4498089"/>
                  </a:cubicBezTo>
                  <a:lnTo>
                    <a:pt x="0" y="4498087"/>
                  </a:lnTo>
                  <a:close/>
                </a:path>
              </a:pathLst>
            </a:custGeom>
            <a:solidFill>
              <a:schemeClr val="tx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alpha val="14000"/>
                  </a:schemeClr>
                </a:solidFill>
              </a:endParaRPr>
            </a:p>
          </p:txBody>
        </p:sp>
        <p:sp>
          <p:nvSpPr>
            <p:cNvPr id="12" name="Freeform: Shape 11">
              <a:extLst>
                <a:ext uri="{FF2B5EF4-FFF2-40B4-BE49-F238E27FC236}">
                  <a16:creationId xmlns:a16="http://schemas.microsoft.com/office/drawing/2014/main" id="{EE5154B2-BEF9-4C08-B6B1-9DED9F17C4B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7089" y="1498602"/>
              <a:ext cx="4403345" cy="3940174"/>
            </a:xfrm>
            <a:custGeom>
              <a:avLst/>
              <a:gdLst>
                <a:gd name="connsiteX0" fmla="*/ 0 w 5260975"/>
                <a:gd name="connsiteY0" fmla="*/ 0 h 4707593"/>
                <a:gd name="connsiteX1" fmla="*/ 5260975 w 5260975"/>
                <a:gd name="connsiteY1" fmla="*/ 0 h 4707593"/>
                <a:gd name="connsiteX2" fmla="*/ 5260975 w 5260975"/>
                <a:gd name="connsiteY2" fmla="*/ 3296937 h 4707593"/>
                <a:gd name="connsiteX3" fmla="*/ 5260975 w 5260975"/>
                <a:gd name="connsiteY3" fmla="*/ 3518571 h 4707593"/>
                <a:gd name="connsiteX4" fmla="*/ 5226504 w 5260975"/>
                <a:gd name="connsiteY4" fmla="*/ 3534000 h 4707593"/>
                <a:gd name="connsiteX5" fmla="*/ 5206341 w 5260975"/>
                <a:gd name="connsiteY5" fmla="*/ 3542065 h 4707593"/>
                <a:gd name="connsiteX6" fmla="*/ 5123287 w 5260975"/>
                <a:gd name="connsiteY6" fmla="*/ 3594010 h 4707593"/>
                <a:gd name="connsiteX7" fmla="*/ 5048107 w 5260975"/>
                <a:gd name="connsiteY7" fmla="*/ 3658244 h 4707593"/>
                <a:gd name="connsiteX8" fmla="*/ 4992899 w 5260975"/>
                <a:gd name="connsiteY8" fmla="*/ 3734479 h 4707593"/>
                <a:gd name="connsiteX9" fmla="*/ 4977440 w 5260975"/>
                <a:gd name="connsiteY9" fmla="*/ 3752627 h 4707593"/>
                <a:gd name="connsiteX10" fmla="*/ 4935194 w 5260975"/>
                <a:gd name="connsiteY10" fmla="*/ 3775382 h 4707593"/>
                <a:gd name="connsiteX11" fmla="*/ 4897844 w 5260975"/>
                <a:gd name="connsiteY11" fmla="*/ 3792472 h 4707593"/>
                <a:gd name="connsiteX12" fmla="*/ 4870767 w 5260975"/>
                <a:gd name="connsiteY12" fmla="*/ 3811388 h 4707593"/>
                <a:gd name="connsiteX13" fmla="*/ 4847917 w 5260975"/>
                <a:gd name="connsiteY13" fmla="*/ 3828767 h 4707593"/>
                <a:gd name="connsiteX14" fmla="*/ 4796163 w 5260975"/>
                <a:gd name="connsiteY14" fmla="*/ 3873702 h 4707593"/>
                <a:gd name="connsiteX15" fmla="*/ 4738843 w 5260975"/>
                <a:gd name="connsiteY15" fmla="*/ 3911628 h 4707593"/>
                <a:gd name="connsiteX16" fmla="*/ 4692755 w 5260975"/>
                <a:gd name="connsiteY16" fmla="*/ 3958099 h 4707593"/>
                <a:gd name="connsiteX17" fmla="*/ 4673744 w 5260975"/>
                <a:gd name="connsiteY17" fmla="*/ 3983255 h 4707593"/>
                <a:gd name="connsiteX18" fmla="*/ 4633801 w 5260975"/>
                <a:gd name="connsiteY18" fmla="*/ 4000442 h 4707593"/>
                <a:gd name="connsiteX19" fmla="*/ 4590499 w 5260975"/>
                <a:gd name="connsiteY19" fmla="*/ 4027326 h 4707593"/>
                <a:gd name="connsiteX20" fmla="*/ 4559773 w 5260975"/>
                <a:gd name="connsiteY20" fmla="*/ 4054018 h 4707593"/>
                <a:gd name="connsiteX21" fmla="*/ 4536059 w 5260975"/>
                <a:gd name="connsiteY21" fmla="*/ 4071877 h 4707593"/>
                <a:gd name="connsiteX22" fmla="*/ 4502550 w 5260975"/>
                <a:gd name="connsiteY22" fmla="*/ 4089832 h 4707593"/>
                <a:gd name="connsiteX23" fmla="*/ 4468944 w 5260975"/>
                <a:gd name="connsiteY23" fmla="*/ 4113356 h 4707593"/>
                <a:gd name="connsiteX24" fmla="*/ 4452623 w 5260975"/>
                <a:gd name="connsiteY24" fmla="*/ 4127854 h 4707593"/>
                <a:gd name="connsiteX25" fmla="*/ 4421032 w 5260975"/>
                <a:gd name="connsiteY25" fmla="*/ 4151953 h 4707593"/>
                <a:gd name="connsiteX26" fmla="*/ 4388483 w 5260975"/>
                <a:gd name="connsiteY26" fmla="*/ 4174421 h 4707593"/>
                <a:gd name="connsiteX27" fmla="*/ 4327321 w 5260975"/>
                <a:gd name="connsiteY27" fmla="*/ 4200153 h 4707593"/>
                <a:gd name="connsiteX28" fmla="*/ 4271633 w 5260975"/>
                <a:gd name="connsiteY28" fmla="*/ 4237983 h 4707593"/>
                <a:gd name="connsiteX29" fmla="*/ 4227465 w 5260975"/>
                <a:gd name="connsiteY29" fmla="*/ 4265635 h 4707593"/>
                <a:gd name="connsiteX30" fmla="*/ 4201733 w 5260975"/>
                <a:gd name="connsiteY30" fmla="*/ 4283783 h 4707593"/>
                <a:gd name="connsiteX31" fmla="*/ 4154494 w 5260975"/>
                <a:gd name="connsiteY31" fmla="*/ 4324301 h 4707593"/>
                <a:gd name="connsiteX32" fmla="*/ 4081234 w 5260975"/>
                <a:gd name="connsiteY32" fmla="*/ 4366931 h 4707593"/>
                <a:gd name="connsiteX33" fmla="*/ 4036971 w 5260975"/>
                <a:gd name="connsiteY33" fmla="*/ 4389975 h 4707593"/>
                <a:gd name="connsiteX34" fmla="*/ 3941725 w 5260975"/>
                <a:gd name="connsiteY34" fmla="*/ 4424733 h 4707593"/>
                <a:gd name="connsiteX35" fmla="*/ 3910999 w 5260975"/>
                <a:gd name="connsiteY35" fmla="*/ 4437119 h 4707593"/>
                <a:gd name="connsiteX36" fmla="*/ 3875859 w 5260975"/>
                <a:gd name="connsiteY36" fmla="*/ 4445280 h 4707593"/>
                <a:gd name="connsiteX37" fmla="*/ 3819401 w 5260975"/>
                <a:gd name="connsiteY37" fmla="*/ 4464579 h 4707593"/>
                <a:gd name="connsiteX38" fmla="*/ 3709176 w 5260975"/>
                <a:gd name="connsiteY38" fmla="*/ 4497800 h 4707593"/>
                <a:gd name="connsiteX39" fmla="*/ 3684981 w 5260975"/>
                <a:gd name="connsiteY39" fmla="*/ 4502889 h 4707593"/>
                <a:gd name="connsiteX40" fmla="*/ 3623338 w 5260975"/>
                <a:gd name="connsiteY40" fmla="*/ 4524300 h 4707593"/>
                <a:gd name="connsiteX41" fmla="*/ 3586373 w 5260975"/>
                <a:gd name="connsiteY41" fmla="*/ 4538702 h 4707593"/>
                <a:gd name="connsiteX42" fmla="*/ 3555743 w 5260975"/>
                <a:gd name="connsiteY42" fmla="*/ 4546960 h 4707593"/>
                <a:gd name="connsiteX43" fmla="*/ 3528667 w 5260975"/>
                <a:gd name="connsiteY43" fmla="*/ 4550801 h 4707593"/>
                <a:gd name="connsiteX44" fmla="*/ 3457424 w 5260975"/>
                <a:gd name="connsiteY44" fmla="*/ 4569811 h 4707593"/>
                <a:gd name="connsiteX45" fmla="*/ 3429003 w 5260975"/>
                <a:gd name="connsiteY45" fmla="*/ 4577301 h 4707593"/>
                <a:gd name="connsiteX46" fmla="*/ 3355264 w 5260975"/>
                <a:gd name="connsiteY46" fmla="*/ 4603033 h 4707593"/>
                <a:gd name="connsiteX47" fmla="*/ 3292757 w 5260975"/>
                <a:gd name="connsiteY47" fmla="*/ 4620027 h 4707593"/>
                <a:gd name="connsiteX48" fmla="*/ 3266643 w 5260975"/>
                <a:gd name="connsiteY48" fmla="*/ 4628188 h 4707593"/>
                <a:gd name="connsiteX49" fmla="*/ 3206921 w 5260975"/>
                <a:gd name="connsiteY49" fmla="*/ 4641823 h 4707593"/>
                <a:gd name="connsiteX50" fmla="*/ 3173123 w 5260975"/>
                <a:gd name="connsiteY50" fmla="*/ 4651425 h 4707593"/>
                <a:gd name="connsiteX51" fmla="*/ 3090646 w 5260975"/>
                <a:gd name="connsiteY51" fmla="*/ 4662274 h 4707593"/>
                <a:gd name="connsiteX52" fmla="*/ 3005480 w 5260975"/>
                <a:gd name="connsiteY52" fmla="*/ 4672739 h 4707593"/>
                <a:gd name="connsiteX53" fmla="*/ 2958721 w 5260975"/>
                <a:gd name="connsiteY53" fmla="*/ 4676196 h 4707593"/>
                <a:gd name="connsiteX54" fmla="*/ 2917915 w 5260975"/>
                <a:gd name="connsiteY54" fmla="*/ 4681670 h 4707593"/>
                <a:gd name="connsiteX55" fmla="*/ 2882389 w 5260975"/>
                <a:gd name="connsiteY55" fmla="*/ 4685126 h 4707593"/>
                <a:gd name="connsiteX56" fmla="*/ 2825837 w 5260975"/>
                <a:gd name="connsiteY56" fmla="*/ 4692135 h 4707593"/>
                <a:gd name="connsiteX57" fmla="*/ 2802313 w 5260975"/>
                <a:gd name="connsiteY57" fmla="*/ 4693960 h 4707593"/>
                <a:gd name="connsiteX58" fmla="*/ 2746816 w 5260975"/>
                <a:gd name="connsiteY58" fmla="*/ 4693863 h 4707593"/>
                <a:gd name="connsiteX59" fmla="*/ 2727517 w 5260975"/>
                <a:gd name="connsiteY59" fmla="*/ 4692903 h 4707593"/>
                <a:gd name="connsiteX60" fmla="*/ 2690359 w 5260975"/>
                <a:gd name="connsiteY60" fmla="*/ 4680997 h 4707593"/>
                <a:gd name="connsiteX61" fmla="*/ 2685943 w 5260975"/>
                <a:gd name="connsiteY61" fmla="*/ 4680133 h 4707593"/>
                <a:gd name="connsiteX62" fmla="*/ 2661554 w 5260975"/>
                <a:gd name="connsiteY62" fmla="*/ 4675428 h 4707593"/>
                <a:gd name="connsiteX63" fmla="*/ 2648208 w 5260975"/>
                <a:gd name="connsiteY63" fmla="*/ 4673892 h 4707593"/>
                <a:gd name="connsiteX64" fmla="*/ 2597512 w 5260975"/>
                <a:gd name="connsiteY64" fmla="*/ 4664099 h 4707593"/>
                <a:gd name="connsiteX65" fmla="*/ 2568324 w 5260975"/>
                <a:gd name="connsiteY65" fmla="*/ 4659490 h 4707593"/>
                <a:gd name="connsiteX66" fmla="*/ 2544704 w 5260975"/>
                <a:gd name="connsiteY66" fmla="*/ 4660162 h 4707593"/>
                <a:gd name="connsiteX67" fmla="*/ 2503225 w 5260975"/>
                <a:gd name="connsiteY67" fmla="*/ 4661026 h 4707593"/>
                <a:gd name="connsiteX68" fmla="*/ 2489975 w 5260975"/>
                <a:gd name="connsiteY68" fmla="*/ 4663235 h 4707593"/>
                <a:gd name="connsiteX69" fmla="*/ 2430061 w 5260975"/>
                <a:gd name="connsiteY69" fmla="*/ 4656897 h 4707593"/>
                <a:gd name="connsiteX70" fmla="*/ 2395880 w 5260975"/>
                <a:gd name="connsiteY70" fmla="*/ 4656417 h 4707593"/>
                <a:gd name="connsiteX71" fmla="*/ 2357378 w 5260975"/>
                <a:gd name="connsiteY71" fmla="*/ 4648544 h 4707593"/>
                <a:gd name="connsiteX72" fmla="*/ 2346145 w 5260975"/>
                <a:gd name="connsiteY72" fmla="*/ 4648928 h 4707593"/>
                <a:gd name="connsiteX73" fmla="*/ 2333567 w 5260975"/>
                <a:gd name="connsiteY73" fmla="*/ 4649600 h 4707593"/>
                <a:gd name="connsiteX74" fmla="*/ 2294968 w 5260975"/>
                <a:gd name="connsiteY74" fmla="*/ 4650177 h 4707593"/>
                <a:gd name="connsiteX75" fmla="*/ 2271540 w 5260975"/>
                <a:gd name="connsiteY75" fmla="*/ 4653057 h 4707593"/>
                <a:gd name="connsiteX76" fmla="*/ 2226895 w 5260975"/>
                <a:gd name="connsiteY76" fmla="*/ 4651329 h 4707593"/>
                <a:gd name="connsiteX77" fmla="*/ 2210379 w 5260975"/>
                <a:gd name="connsiteY77" fmla="*/ 4653825 h 4707593"/>
                <a:gd name="connsiteX78" fmla="*/ 2168613 w 5260975"/>
                <a:gd name="connsiteY78" fmla="*/ 4654113 h 4707593"/>
                <a:gd name="connsiteX79" fmla="*/ 2131167 w 5260975"/>
                <a:gd name="connsiteY79" fmla="*/ 4652673 h 4707593"/>
                <a:gd name="connsiteX80" fmla="*/ 2095065 w 5260975"/>
                <a:gd name="connsiteY80" fmla="*/ 4653441 h 4707593"/>
                <a:gd name="connsiteX81" fmla="*/ 2069237 w 5260975"/>
                <a:gd name="connsiteY81" fmla="*/ 4656609 h 4707593"/>
                <a:gd name="connsiteX82" fmla="*/ 2041201 w 5260975"/>
                <a:gd name="connsiteY82" fmla="*/ 4658529 h 4707593"/>
                <a:gd name="connsiteX83" fmla="*/ 1963909 w 5260975"/>
                <a:gd name="connsiteY83" fmla="*/ 4669955 h 4707593"/>
                <a:gd name="connsiteX84" fmla="*/ 1949603 w 5260975"/>
                <a:gd name="connsiteY84" fmla="*/ 4667171 h 4707593"/>
                <a:gd name="connsiteX85" fmla="*/ 1868373 w 5260975"/>
                <a:gd name="connsiteY85" fmla="*/ 4664578 h 4707593"/>
                <a:gd name="connsiteX86" fmla="*/ 1850707 w 5260975"/>
                <a:gd name="connsiteY86" fmla="*/ 4664771 h 4707593"/>
                <a:gd name="connsiteX87" fmla="*/ 1803275 w 5260975"/>
                <a:gd name="connsiteY87" fmla="*/ 4653441 h 4707593"/>
                <a:gd name="connsiteX88" fmla="*/ 1730112 w 5260975"/>
                <a:gd name="connsiteY88" fmla="*/ 4671396 h 4707593"/>
                <a:gd name="connsiteX89" fmla="*/ 1661652 w 5260975"/>
                <a:gd name="connsiteY89" fmla="*/ 4693863 h 4707593"/>
                <a:gd name="connsiteX90" fmla="*/ 1653011 w 5260975"/>
                <a:gd name="connsiteY90" fmla="*/ 4696744 h 4707593"/>
                <a:gd name="connsiteX91" fmla="*/ 1628431 w 5260975"/>
                <a:gd name="connsiteY91" fmla="*/ 4701641 h 4707593"/>
                <a:gd name="connsiteX92" fmla="*/ 1597995 w 5260975"/>
                <a:gd name="connsiteY92" fmla="*/ 4703369 h 4707593"/>
                <a:gd name="connsiteX93" fmla="*/ 1559396 w 5260975"/>
                <a:gd name="connsiteY93" fmla="*/ 4707593 h 4707593"/>
                <a:gd name="connsiteX94" fmla="*/ 1528480 w 5260975"/>
                <a:gd name="connsiteY94" fmla="*/ 4702312 h 4707593"/>
                <a:gd name="connsiteX95" fmla="*/ 1485272 w 5260975"/>
                <a:gd name="connsiteY95" fmla="*/ 4694439 h 4707593"/>
                <a:gd name="connsiteX96" fmla="*/ 1444562 w 5260975"/>
                <a:gd name="connsiteY96" fmla="*/ 4686950 h 4707593"/>
                <a:gd name="connsiteX97" fmla="*/ 1431696 w 5260975"/>
                <a:gd name="connsiteY97" fmla="*/ 4695783 h 4707593"/>
                <a:gd name="connsiteX98" fmla="*/ 1411821 w 5260975"/>
                <a:gd name="connsiteY98" fmla="*/ 4703464 h 4707593"/>
                <a:gd name="connsiteX99" fmla="*/ 1389738 w 5260975"/>
                <a:gd name="connsiteY99" fmla="*/ 4694247 h 4707593"/>
                <a:gd name="connsiteX100" fmla="*/ 1338081 w 5260975"/>
                <a:gd name="connsiteY100" fmla="*/ 4675141 h 4707593"/>
                <a:gd name="connsiteX101" fmla="*/ 1305436 w 5260975"/>
                <a:gd name="connsiteY101" fmla="*/ 4674276 h 4707593"/>
                <a:gd name="connsiteX102" fmla="*/ 1234481 w 5260975"/>
                <a:gd name="connsiteY102" fmla="*/ 4666115 h 4707593"/>
                <a:gd name="connsiteX103" fmla="*/ 1188106 w 5260975"/>
                <a:gd name="connsiteY103" fmla="*/ 4654497 h 4707593"/>
                <a:gd name="connsiteX104" fmla="*/ 1154790 w 5260975"/>
                <a:gd name="connsiteY104" fmla="*/ 4641343 h 4707593"/>
                <a:gd name="connsiteX105" fmla="*/ 1107069 w 5260975"/>
                <a:gd name="connsiteY105" fmla="*/ 4624156 h 4707593"/>
                <a:gd name="connsiteX106" fmla="*/ 1059158 w 5260975"/>
                <a:gd name="connsiteY106" fmla="*/ 4615227 h 4707593"/>
                <a:gd name="connsiteX107" fmla="*/ 1024496 w 5260975"/>
                <a:gd name="connsiteY107" fmla="*/ 4603993 h 4707593"/>
                <a:gd name="connsiteX108" fmla="*/ 982153 w 5260975"/>
                <a:gd name="connsiteY108" fmla="*/ 4596311 h 4707593"/>
                <a:gd name="connsiteX109" fmla="*/ 946628 w 5260975"/>
                <a:gd name="connsiteY109" fmla="*/ 4596024 h 4707593"/>
                <a:gd name="connsiteX110" fmla="*/ 890939 w 5260975"/>
                <a:gd name="connsiteY110" fmla="*/ 4597368 h 4707593"/>
                <a:gd name="connsiteX111" fmla="*/ 822769 w 5260975"/>
                <a:gd name="connsiteY111" fmla="*/ 4574133 h 4707593"/>
                <a:gd name="connsiteX112" fmla="*/ 795212 w 5260975"/>
                <a:gd name="connsiteY112" fmla="*/ 4568947 h 4707593"/>
                <a:gd name="connsiteX113" fmla="*/ 769288 w 5260975"/>
                <a:gd name="connsiteY113" fmla="*/ 4566547 h 4707593"/>
                <a:gd name="connsiteX114" fmla="*/ 714271 w 5260975"/>
                <a:gd name="connsiteY114" fmla="*/ 4551089 h 4707593"/>
                <a:gd name="connsiteX115" fmla="*/ 691900 w 5260975"/>
                <a:gd name="connsiteY115" fmla="*/ 4545999 h 4707593"/>
                <a:gd name="connsiteX116" fmla="*/ 660598 w 5260975"/>
                <a:gd name="connsiteY116" fmla="*/ 4546096 h 4707593"/>
                <a:gd name="connsiteX117" fmla="*/ 603662 w 5260975"/>
                <a:gd name="connsiteY117" fmla="*/ 4538991 h 4707593"/>
                <a:gd name="connsiteX118" fmla="*/ 546821 w 5260975"/>
                <a:gd name="connsiteY118" fmla="*/ 4518251 h 4707593"/>
                <a:gd name="connsiteX119" fmla="*/ 522721 w 5260975"/>
                <a:gd name="connsiteY119" fmla="*/ 4520267 h 4707593"/>
                <a:gd name="connsiteX120" fmla="*/ 514080 w 5260975"/>
                <a:gd name="connsiteY120" fmla="*/ 4519788 h 4707593"/>
                <a:gd name="connsiteX121" fmla="*/ 436404 w 5260975"/>
                <a:gd name="connsiteY121" fmla="*/ 4508361 h 4707593"/>
                <a:gd name="connsiteX122" fmla="*/ 428626 w 5260975"/>
                <a:gd name="connsiteY122" fmla="*/ 4507114 h 4707593"/>
                <a:gd name="connsiteX123" fmla="*/ 392141 w 5260975"/>
                <a:gd name="connsiteY123" fmla="*/ 4496936 h 4707593"/>
                <a:gd name="connsiteX124" fmla="*/ 300157 w 5260975"/>
                <a:gd name="connsiteY124" fmla="*/ 4490599 h 4707593"/>
                <a:gd name="connsiteX125" fmla="*/ 294493 w 5260975"/>
                <a:gd name="connsiteY125" fmla="*/ 4489831 h 4707593"/>
                <a:gd name="connsiteX126" fmla="*/ 263671 w 5260975"/>
                <a:gd name="connsiteY126" fmla="*/ 4494919 h 4707593"/>
                <a:gd name="connsiteX127" fmla="*/ 248406 w 5260975"/>
                <a:gd name="connsiteY127" fmla="*/ 4502121 h 4707593"/>
                <a:gd name="connsiteX128" fmla="*/ 224594 w 5260975"/>
                <a:gd name="connsiteY128" fmla="*/ 4509610 h 4707593"/>
                <a:gd name="connsiteX129" fmla="*/ 200398 w 5260975"/>
                <a:gd name="connsiteY129" fmla="*/ 4512395 h 4707593"/>
                <a:gd name="connsiteX130" fmla="*/ 159783 w 5260975"/>
                <a:gd name="connsiteY130" fmla="*/ 4501064 h 4707593"/>
                <a:gd name="connsiteX131" fmla="*/ 144997 w 5260975"/>
                <a:gd name="connsiteY131" fmla="*/ 4499912 h 4707593"/>
                <a:gd name="connsiteX132" fmla="*/ 112064 w 5260975"/>
                <a:gd name="connsiteY132" fmla="*/ 4494440 h 4707593"/>
                <a:gd name="connsiteX133" fmla="*/ 83259 w 5260975"/>
                <a:gd name="connsiteY133" fmla="*/ 4494824 h 4707593"/>
                <a:gd name="connsiteX134" fmla="*/ 60120 w 5260975"/>
                <a:gd name="connsiteY134" fmla="*/ 4503561 h 4707593"/>
                <a:gd name="connsiteX135" fmla="*/ 26514 w 5260975"/>
                <a:gd name="connsiteY135" fmla="*/ 4505289 h 4707593"/>
                <a:gd name="connsiteX136" fmla="*/ 4814 w 5260975"/>
                <a:gd name="connsiteY136" fmla="*/ 4498952 h 4707593"/>
                <a:gd name="connsiteX137" fmla="*/ 398 w 5260975"/>
                <a:gd name="connsiteY137" fmla="*/ 4498089 h 4707593"/>
                <a:gd name="connsiteX138" fmla="*/ 0 w 5260975"/>
                <a:gd name="connsiteY138" fmla="*/ 4498087 h 470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260975" h="4707593">
                  <a:moveTo>
                    <a:pt x="0" y="0"/>
                  </a:moveTo>
                  <a:lnTo>
                    <a:pt x="5260975" y="0"/>
                  </a:lnTo>
                  <a:lnTo>
                    <a:pt x="5260975" y="3296937"/>
                  </a:lnTo>
                  <a:lnTo>
                    <a:pt x="5260975" y="3518571"/>
                  </a:lnTo>
                  <a:lnTo>
                    <a:pt x="5226504" y="3534000"/>
                  </a:lnTo>
                  <a:cubicBezTo>
                    <a:pt x="5219783" y="3536785"/>
                    <a:pt x="5212389" y="3538321"/>
                    <a:pt x="5206341" y="3542065"/>
                  </a:cubicBezTo>
                  <a:cubicBezTo>
                    <a:pt x="5178495" y="3559156"/>
                    <a:pt x="5151515" y="3577591"/>
                    <a:pt x="5123287" y="3594010"/>
                  </a:cubicBezTo>
                  <a:cubicBezTo>
                    <a:pt x="5094195" y="3611004"/>
                    <a:pt x="5068175" y="3631071"/>
                    <a:pt x="5048107" y="3658244"/>
                  </a:cubicBezTo>
                  <a:cubicBezTo>
                    <a:pt x="5029480" y="3683496"/>
                    <a:pt x="5011429" y="3709131"/>
                    <a:pt x="4992899" y="3734479"/>
                  </a:cubicBezTo>
                  <a:cubicBezTo>
                    <a:pt x="4988194" y="3740912"/>
                    <a:pt x="4983874" y="3748498"/>
                    <a:pt x="4977440" y="3752627"/>
                  </a:cubicBezTo>
                  <a:cubicBezTo>
                    <a:pt x="4964094" y="3761268"/>
                    <a:pt x="4949500" y="3768277"/>
                    <a:pt x="4935194" y="3775382"/>
                  </a:cubicBezTo>
                  <a:cubicBezTo>
                    <a:pt x="4922903" y="3781431"/>
                    <a:pt x="4909846" y="3785943"/>
                    <a:pt x="4897844" y="3792472"/>
                  </a:cubicBezTo>
                  <a:cubicBezTo>
                    <a:pt x="4888243" y="3797658"/>
                    <a:pt x="4879697" y="3804859"/>
                    <a:pt x="4870767" y="3811388"/>
                  </a:cubicBezTo>
                  <a:cubicBezTo>
                    <a:pt x="4862990" y="3817052"/>
                    <a:pt x="4854445" y="3821949"/>
                    <a:pt x="4847917" y="3828767"/>
                  </a:cubicBezTo>
                  <a:cubicBezTo>
                    <a:pt x="4831977" y="3845281"/>
                    <a:pt x="4815942" y="3861508"/>
                    <a:pt x="4796163" y="3873702"/>
                  </a:cubicBezTo>
                  <a:cubicBezTo>
                    <a:pt x="4776672" y="3885799"/>
                    <a:pt x="4758237" y="3899338"/>
                    <a:pt x="4738843" y="3911628"/>
                  </a:cubicBezTo>
                  <a:cubicBezTo>
                    <a:pt x="4719831" y="3923630"/>
                    <a:pt x="4702645" y="3936783"/>
                    <a:pt x="4692755" y="3958099"/>
                  </a:cubicBezTo>
                  <a:cubicBezTo>
                    <a:pt x="4688339" y="3967508"/>
                    <a:pt x="4682097" y="3977782"/>
                    <a:pt x="4673744" y="3983255"/>
                  </a:cubicBezTo>
                  <a:cubicBezTo>
                    <a:pt x="4661838" y="3991032"/>
                    <a:pt x="4646764" y="3993817"/>
                    <a:pt x="4633801" y="4000442"/>
                  </a:cubicBezTo>
                  <a:cubicBezTo>
                    <a:pt x="4618535" y="4008219"/>
                    <a:pt x="4600869" y="4014940"/>
                    <a:pt x="4590499" y="4027326"/>
                  </a:cubicBezTo>
                  <a:cubicBezTo>
                    <a:pt x="4581281" y="4038368"/>
                    <a:pt x="4571968" y="4047009"/>
                    <a:pt x="4559773" y="4054018"/>
                  </a:cubicBezTo>
                  <a:cubicBezTo>
                    <a:pt x="4551229" y="4058915"/>
                    <a:pt x="4544892" y="4067844"/>
                    <a:pt x="4536059" y="4071877"/>
                  </a:cubicBezTo>
                  <a:cubicBezTo>
                    <a:pt x="4524442" y="4077254"/>
                    <a:pt x="4512727" y="4081479"/>
                    <a:pt x="4502550" y="4089832"/>
                  </a:cubicBezTo>
                  <a:cubicBezTo>
                    <a:pt x="4491987" y="4098473"/>
                    <a:pt x="4479986" y="4105290"/>
                    <a:pt x="4468944" y="4113356"/>
                  </a:cubicBezTo>
                  <a:cubicBezTo>
                    <a:pt x="4463087" y="4117676"/>
                    <a:pt x="4458286" y="4123341"/>
                    <a:pt x="4452623" y="4127854"/>
                  </a:cubicBezTo>
                  <a:cubicBezTo>
                    <a:pt x="4442252" y="4136111"/>
                    <a:pt x="4431690" y="4144176"/>
                    <a:pt x="4421032" y="4151953"/>
                  </a:cubicBezTo>
                  <a:cubicBezTo>
                    <a:pt x="4410375" y="4159731"/>
                    <a:pt x="4400197" y="4168756"/>
                    <a:pt x="4388483" y="4174421"/>
                  </a:cubicBezTo>
                  <a:cubicBezTo>
                    <a:pt x="4368513" y="4184023"/>
                    <a:pt x="4346717" y="4189784"/>
                    <a:pt x="4327321" y="4200153"/>
                  </a:cubicBezTo>
                  <a:cubicBezTo>
                    <a:pt x="4307639" y="4210714"/>
                    <a:pt x="4289107" y="4223965"/>
                    <a:pt x="4271633" y="4237983"/>
                  </a:cubicBezTo>
                  <a:cubicBezTo>
                    <a:pt x="4257807" y="4249025"/>
                    <a:pt x="4244845" y="4259971"/>
                    <a:pt x="4227465" y="4265635"/>
                  </a:cubicBezTo>
                  <a:cubicBezTo>
                    <a:pt x="4217768" y="4268804"/>
                    <a:pt x="4207591" y="4275717"/>
                    <a:pt x="4201733" y="4283783"/>
                  </a:cubicBezTo>
                  <a:cubicBezTo>
                    <a:pt x="4189059" y="4301353"/>
                    <a:pt x="4172833" y="4313739"/>
                    <a:pt x="4154494" y="4324301"/>
                  </a:cubicBezTo>
                  <a:cubicBezTo>
                    <a:pt x="4130010" y="4338511"/>
                    <a:pt x="4105814" y="4353009"/>
                    <a:pt x="4081234" y="4366931"/>
                  </a:cubicBezTo>
                  <a:cubicBezTo>
                    <a:pt x="4066737" y="4375189"/>
                    <a:pt x="4052335" y="4383926"/>
                    <a:pt x="4036971" y="4389975"/>
                  </a:cubicBezTo>
                  <a:cubicBezTo>
                    <a:pt x="4005575" y="4402457"/>
                    <a:pt x="3973410" y="4413114"/>
                    <a:pt x="3941725" y="4424733"/>
                  </a:cubicBezTo>
                  <a:cubicBezTo>
                    <a:pt x="3931355" y="4428477"/>
                    <a:pt x="3921561" y="4433854"/>
                    <a:pt x="3910999" y="4437119"/>
                  </a:cubicBezTo>
                  <a:cubicBezTo>
                    <a:pt x="3899573" y="4440671"/>
                    <a:pt x="3887285" y="4441727"/>
                    <a:pt x="3875859" y="4445280"/>
                  </a:cubicBezTo>
                  <a:cubicBezTo>
                    <a:pt x="3856847" y="4451136"/>
                    <a:pt x="3838412" y="4458626"/>
                    <a:pt x="3819401" y="4464579"/>
                  </a:cubicBezTo>
                  <a:cubicBezTo>
                    <a:pt x="3782723" y="4476005"/>
                    <a:pt x="3745949" y="4486951"/>
                    <a:pt x="3709176" y="4497800"/>
                  </a:cubicBezTo>
                  <a:cubicBezTo>
                    <a:pt x="3701303" y="4500105"/>
                    <a:pt x="3692757" y="4500393"/>
                    <a:pt x="3684981" y="4502889"/>
                  </a:cubicBezTo>
                  <a:cubicBezTo>
                    <a:pt x="3664337" y="4509610"/>
                    <a:pt x="3643789" y="4516907"/>
                    <a:pt x="3623338" y="4524300"/>
                  </a:cubicBezTo>
                  <a:cubicBezTo>
                    <a:pt x="3610953" y="4528813"/>
                    <a:pt x="3598854" y="4534382"/>
                    <a:pt x="3586373" y="4538702"/>
                  </a:cubicBezTo>
                  <a:cubicBezTo>
                    <a:pt x="3576387" y="4542159"/>
                    <a:pt x="3566113" y="4544847"/>
                    <a:pt x="3555743" y="4546960"/>
                  </a:cubicBezTo>
                  <a:cubicBezTo>
                    <a:pt x="3546814" y="4548785"/>
                    <a:pt x="3537501" y="4548592"/>
                    <a:pt x="3528667" y="4550801"/>
                  </a:cubicBezTo>
                  <a:cubicBezTo>
                    <a:pt x="3504759" y="4556753"/>
                    <a:pt x="3481140" y="4563475"/>
                    <a:pt x="3457424" y="4569811"/>
                  </a:cubicBezTo>
                  <a:cubicBezTo>
                    <a:pt x="3447919" y="4572308"/>
                    <a:pt x="3438221" y="4574133"/>
                    <a:pt x="3429003" y="4577301"/>
                  </a:cubicBezTo>
                  <a:cubicBezTo>
                    <a:pt x="3404327" y="4585654"/>
                    <a:pt x="3380036" y="4595159"/>
                    <a:pt x="3355264" y="4603033"/>
                  </a:cubicBezTo>
                  <a:cubicBezTo>
                    <a:pt x="3334717" y="4609562"/>
                    <a:pt x="3313593" y="4614266"/>
                    <a:pt x="3292757" y="4620027"/>
                  </a:cubicBezTo>
                  <a:cubicBezTo>
                    <a:pt x="3283924" y="4622524"/>
                    <a:pt x="3275475" y="4626077"/>
                    <a:pt x="3266643" y="4628188"/>
                  </a:cubicBezTo>
                  <a:cubicBezTo>
                    <a:pt x="3246863" y="4632990"/>
                    <a:pt x="3226796" y="4637022"/>
                    <a:pt x="3206921" y="4641823"/>
                  </a:cubicBezTo>
                  <a:cubicBezTo>
                    <a:pt x="3195590" y="4644607"/>
                    <a:pt x="3184645" y="4649600"/>
                    <a:pt x="3173123" y="4651425"/>
                  </a:cubicBezTo>
                  <a:cubicBezTo>
                    <a:pt x="3145759" y="4655745"/>
                    <a:pt x="3118203" y="4658817"/>
                    <a:pt x="3090646" y="4662274"/>
                  </a:cubicBezTo>
                  <a:cubicBezTo>
                    <a:pt x="3062227" y="4665826"/>
                    <a:pt x="3033902" y="4669571"/>
                    <a:pt x="3005480" y="4672739"/>
                  </a:cubicBezTo>
                  <a:cubicBezTo>
                    <a:pt x="2989926" y="4674372"/>
                    <a:pt x="2974275" y="4674660"/>
                    <a:pt x="2958721" y="4676196"/>
                  </a:cubicBezTo>
                  <a:cubicBezTo>
                    <a:pt x="2945087" y="4677541"/>
                    <a:pt x="2931549" y="4680037"/>
                    <a:pt x="2917915" y="4681670"/>
                  </a:cubicBezTo>
                  <a:cubicBezTo>
                    <a:pt x="2906105" y="4683013"/>
                    <a:pt x="2894199" y="4683781"/>
                    <a:pt x="2882389" y="4685126"/>
                  </a:cubicBezTo>
                  <a:cubicBezTo>
                    <a:pt x="2863475" y="4687334"/>
                    <a:pt x="2844655" y="4689831"/>
                    <a:pt x="2825837" y="4692135"/>
                  </a:cubicBezTo>
                  <a:cubicBezTo>
                    <a:pt x="2817964" y="4692999"/>
                    <a:pt x="2809706" y="4695399"/>
                    <a:pt x="2802313" y="4693960"/>
                  </a:cubicBezTo>
                  <a:cubicBezTo>
                    <a:pt x="2783686" y="4690310"/>
                    <a:pt x="2765347" y="4691367"/>
                    <a:pt x="2746816" y="4693863"/>
                  </a:cubicBezTo>
                  <a:cubicBezTo>
                    <a:pt x="2740479" y="4694728"/>
                    <a:pt x="2733662" y="4694535"/>
                    <a:pt x="2727517" y="4692903"/>
                  </a:cubicBezTo>
                  <a:cubicBezTo>
                    <a:pt x="2714939" y="4689638"/>
                    <a:pt x="2702745" y="4685029"/>
                    <a:pt x="2690359" y="4680997"/>
                  </a:cubicBezTo>
                  <a:cubicBezTo>
                    <a:pt x="2689014" y="4680517"/>
                    <a:pt x="2687382" y="4680421"/>
                    <a:pt x="2685943" y="4680133"/>
                  </a:cubicBezTo>
                  <a:cubicBezTo>
                    <a:pt x="2677781" y="4678500"/>
                    <a:pt x="2669717" y="4676868"/>
                    <a:pt x="2661554" y="4675428"/>
                  </a:cubicBezTo>
                  <a:cubicBezTo>
                    <a:pt x="2657138" y="4674660"/>
                    <a:pt x="2652625" y="4674564"/>
                    <a:pt x="2648208" y="4673892"/>
                  </a:cubicBezTo>
                  <a:cubicBezTo>
                    <a:pt x="2631118" y="4671203"/>
                    <a:pt x="2612299" y="4675716"/>
                    <a:pt x="2597512" y="4664099"/>
                  </a:cubicBezTo>
                  <a:cubicBezTo>
                    <a:pt x="2587911" y="4656609"/>
                    <a:pt x="2578597" y="4658338"/>
                    <a:pt x="2568324" y="4659490"/>
                  </a:cubicBezTo>
                  <a:cubicBezTo>
                    <a:pt x="2560547" y="4660354"/>
                    <a:pt x="2552577" y="4660065"/>
                    <a:pt x="2544704" y="4660162"/>
                  </a:cubicBezTo>
                  <a:cubicBezTo>
                    <a:pt x="2530878" y="4660449"/>
                    <a:pt x="2517052" y="4660546"/>
                    <a:pt x="2503225" y="4661026"/>
                  </a:cubicBezTo>
                  <a:cubicBezTo>
                    <a:pt x="2498808" y="4661218"/>
                    <a:pt x="2494297" y="4663619"/>
                    <a:pt x="2489975" y="4663235"/>
                  </a:cubicBezTo>
                  <a:cubicBezTo>
                    <a:pt x="2470004" y="4661410"/>
                    <a:pt x="2450033" y="4658529"/>
                    <a:pt x="2430061" y="4656897"/>
                  </a:cubicBezTo>
                  <a:cubicBezTo>
                    <a:pt x="2418732" y="4655938"/>
                    <a:pt x="2407114" y="4657761"/>
                    <a:pt x="2395880" y="4656417"/>
                  </a:cubicBezTo>
                  <a:cubicBezTo>
                    <a:pt x="2382919" y="4654881"/>
                    <a:pt x="2370245" y="4650945"/>
                    <a:pt x="2357378" y="4648544"/>
                  </a:cubicBezTo>
                  <a:cubicBezTo>
                    <a:pt x="2353826" y="4647872"/>
                    <a:pt x="2349889" y="4648736"/>
                    <a:pt x="2346145" y="4648928"/>
                  </a:cubicBezTo>
                  <a:cubicBezTo>
                    <a:pt x="2341920" y="4649120"/>
                    <a:pt x="2337791" y="4649504"/>
                    <a:pt x="2333567" y="4649600"/>
                  </a:cubicBezTo>
                  <a:cubicBezTo>
                    <a:pt x="2320700" y="4649793"/>
                    <a:pt x="2307835" y="4649504"/>
                    <a:pt x="2294968" y="4650177"/>
                  </a:cubicBezTo>
                  <a:cubicBezTo>
                    <a:pt x="2287095" y="4650561"/>
                    <a:pt x="2278839" y="4654497"/>
                    <a:pt x="2271540" y="4653057"/>
                  </a:cubicBezTo>
                  <a:cubicBezTo>
                    <a:pt x="2256659" y="4650272"/>
                    <a:pt x="2241776" y="4656513"/>
                    <a:pt x="2226895" y="4651329"/>
                  </a:cubicBezTo>
                  <a:cubicBezTo>
                    <a:pt x="2222285" y="4649793"/>
                    <a:pt x="2215948" y="4653633"/>
                    <a:pt x="2210379" y="4653825"/>
                  </a:cubicBezTo>
                  <a:cubicBezTo>
                    <a:pt x="2196457" y="4654305"/>
                    <a:pt x="2182535" y="4654209"/>
                    <a:pt x="2168613" y="4654113"/>
                  </a:cubicBezTo>
                  <a:cubicBezTo>
                    <a:pt x="2156131" y="4654017"/>
                    <a:pt x="2143168" y="4655361"/>
                    <a:pt x="2131167" y="4652673"/>
                  </a:cubicBezTo>
                  <a:cubicBezTo>
                    <a:pt x="2118588" y="4649793"/>
                    <a:pt x="2107259" y="4650177"/>
                    <a:pt x="2095065" y="4653441"/>
                  </a:cubicBezTo>
                  <a:cubicBezTo>
                    <a:pt x="2086711" y="4655649"/>
                    <a:pt x="2077878" y="4655938"/>
                    <a:pt x="2069237" y="4656609"/>
                  </a:cubicBezTo>
                  <a:cubicBezTo>
                    <a:pt x="2059924" y="4657377"/>
                    <a:pt x="2049650" y="4655361"/>
                    <a:pt x="2041201" y="4658529"/>
                  </a:cubicBezTo>
                  <a:cubicBezTo>
                    <a:pt x="2016044" y="4667939"/>
                    <a:pt x="1990216" y="4669955"/>
                    <a:pt x="1963909" y="4669955"/>
                  </a:cubicBezTo>
                  <a:cubicBezTo>
                    <a:pt x="1959107" y="4669955"/>
                    <a:pt x="1954210" y="4668612"/>
                    <a:pt x="1949603" y="4667171"/>
                  </a:cubicBezTo>
                  <a:cubicBezTo>
                    <a:pt x="1922717" y="4658529"/>
                    <a:pt x="1895737" y="4659297"/>
                    <a:pt x="1868373" y="4664578"/>
                  </a:cubicBezTo>
                  <a:cubicBezTo>
                    <a:pt x="1862708" y="4665731"/>
                    <a:pt x="1856372" y="4665923"/>
                    <a:pt x="1850707" y="4664771"/>
                  </a:cubicBezTo>
                  <a:cubicBezTo>
                    <a:pt x="1834768" y="4661410"/>
                    <a:pt x="1819309" y="4655841"/>
                    <a:pt x="1803275" y="4653441"/>
                  </a:cubicBezTo>
                  <a:cubicBezTo>
                    <a:pt x="1776775" y="4649504"/>
                    <a:pt x="1753828" y="4662754"/>
                    <a:pt x="1730112" y="4671396"/>
                  </a:cubicBezTo>
                  <a:cubicBezTo>
                    <a:pt x="1707548" y="4679557"/>
                    <a:pt x="1688345" y="4697992"/>
                    <a:pt x="1661652" y="4693863"/>
                  </a:cubicBezTo>
                  <a:cubicBezTo>
                    <a:pt x="1658965" y="4693479"/>
                    <a:pt x="1655988" y="4696071"/>
                    <a:pt x="1653011" y="4696744"/>
                  </a:cubicBezTo>
                  <a:cubicBezTo>
                    <a:pt x="1644850" y="4698568"/>
                    <a:pt x="1636689" y="4700776"/>
                    <a:pt x="1628431" y="4701641"/>
                  </a:cubicBezTo>
                  <a:cubicBezTo>
                    <a:pt x="1618350" y="4702793"/>
                    <a:pt x="1608076" y="4702409"/>
                    <a:pt x="1597995" y="4703369"/>
                  </a:cubicBezTo>
                  <a:cubicBezTo>
                    <a:pt x="1585032" y="4704521"/>
                    <a:pt x="1572263" y="4707593"/>
                    <a:pt x="1559396" y="4707593"/>
                  </a:cubicBezTo>
                  <a:cubicBezTo>
                    <a:pt x="1549026" y="4707593"/>
                    <a:pt x="1538753" y="4704041"/>
                    <a:pt x="1528480" y="4702312"/>
                  </a:cubicBezTo>
                  <a:cubicBezTo>
                    <a:pt x="1513981" y="4699912"/>
                    <a:pt x="1498042" y="4700584"/>
                    <a:pt x="1485272" y="4694439"/>
                  </a:cubicBezTo>
                  <a:cubicBezTo>
                    <a:pt x="1471639" y="4687910"/>
                    <a:pt x="1458676" y="4684934"/>
                    <a:pt x="1444562" y="4686950"/>
                  </a:cubicBezTo>
                  <a:cubicBezTo>
                    <a:pt x="1439857" y="4687622"/>
                    <a:pt x="1433808" y="4691655"/>
                    <a:pt x="1431696" y="4695783"/>
                  </a:cubicBezTo>
                  <a:cubicBezTo>
                    <a:pt x="1426991" y="4705001"/>
                    <a:pt x="1420559" y="4706634"/>
                    <a:pt x="1411821" y="4703464"/>
                  </a:cubicBezTo>
                  <a:cubicBezTo>
                    <a:pt x="1404236" y="4700776"/>
                    <a:pt x="1394922" y="4699432"/>
                    <a:pt x="1389738" y="4694247"/>
                  </a:cubicBezTo>
                  <a:cubicBezTo>
                    <a:pt x="1375047" y="4679557"/>
                    <a:pt x="1356324" y="4679077"/>
                    <a:pt x="1338081" y="4675141"/>
                  </a:cubicBezTo>
                  <a:cubicBezTo>
                    <a:pt x="1326945" y="4672739"/>
                    <a:pt x="1316574" y="4672644"/>
                    <a:pt x="1305436" y="4674276"/>
                  </a:cubicBezTo>
                  <a:cubicBezTo>
                    <a:pt x="1281241" y="4677925"/>
                    <a:pt x="1257717" y="4672739"/>
                    <a:pt x="1234481" y="4666115"/>
                  </a:cubicBezTo>
                  <a:cubicBezTo>
                    <a:pt x="1219118" y="4661698"/>
                    <a:pt x="1203372" y="4659010"/>
                    <a:pt x="1188106" y="4654497"/>
                  </a:cubicBezTo>
                  <a:cubicBezTo>
                    <a:pt x="1176680" y="4651041"/>
                    <a:pt x="1165255" y="4646912"/>
                    <a:pt x="1154790" y="4641343"/>
                  </a:cubicBezTo>
                  <a:cubicBezTo>
                    <a:pt x="1139618" y="4633181"/>
                    <a:pt x="1126369" y="4620891"/>
                    <a:pt x="1107069" y="4624156"/>
                  </a:cubicBezTo>
                  <a:cubicBezTo>
                    <a:pt x="1090074" y="4627036"/>
                    <a:pt x="1074713" y="4620988"/>
                    <a:pt x="1059158" y="4615227"/>
                  </a:cubicBezTo>
                  <a:cubicBezTo>
                    <a:pt x="1047732" y="4611002"/>
                    <a:pt x="1036308" y="4606681"/>
                    <a:pt x="1024496" y="4603993"/>
                  </a:cubicBezTo>
                  <a:cubicBezTo>
                    <a:pt x="1010478" y="4600824"/>
                    <a:pt x="994635" y="4602169"/>
                    <a:pt x="982153" y="4596311"/>
                  </a:cubicBezTo>
                  <a:cubicBezTo>
                    <a:pt x="969095" y="4590166"/>
                    <a:pt x="958246" y="4594295"/>
                    <a:pt x="946628" y="4596024"/>
                  </a:cubicBezTo>
                  <a:cubicBezTo>
                    <a:pt x="928097" y="4598712"/>
                    <a:pt x="909661" y="4603705"/>
                    <a:pt x="890939" y="4597368"/>
                  </a:cubicBezTo>
                  <a:cubicBezTo>
                    <a:pt x="868184" y="4589687"/>
                    <a:pt x="845620" y="4581430"/>
                    <a:pt x="822769" y="4574133"/>
                  </a:cubicBezTo>
                  <a:cubicBezTo>
                    <a:pt x="813934" y="4571347"/>
                    <a:pt x="804431" y="4570195"/>
                    <a:pt x="795212" y="4568947"/>
                  </a:cubicBezTo>
                  <a:cubicBezTo>
                    <a:pt x="786476" y="4567891"/>
                    <a:pt x="776010" y="4570579"/>
                    <a:pt x="769288" y="4566547"/>
                  </a:cubicBezTo>
                  <a:cubicBezTo>
                    <a:pt x="752005" y="4556178"/>
                    <a:pt x="734243" y="4551089"/>
                    <a:pt x="714271" y="4551089"/>
                  </a:cubicBezTo>
                  <a:cubicBezTo>
                    <a:pt x="706781" y="4551089"/>
                    <a:pt x="699484" y="4546768"/>
                    <a:pt x="691900" y="4545999"/>
                  </a:cubicBezTo>
                  <a:cubicBezTo>
                    <a:pt x="681529" y="4545040"/>
                    <a:pt x="669623" y="4542447"/>
                    <a:pt x="660598" y="4546096"/>
                  </a:cubicBezTo>
                  <a:cubicBezTo>
                    <a:pt x="639379" y="4554737"/>
                    <a:pt x="622193" y="4547536"/>
                    <a:pt x="603662" y="4538991"/>
                  </a:cubicBezTo>
                  <a:cubicBezTo>
                    <a:pt x="585418" y="4530541"/>
                    <a:pt x="566215" y="4523821"/>
                    <a:pt x="546821" y="4518251"/>
                  </a:cubicBezTo>
                  <a:cubicBezTo>
                    <a:pt x="539524" y="4516235"/>
                    <a:pt x="530787" y="4519596"/>
                    <a:pt x="522721" y="4520267"/>
                  </a:cubicBezTo>
                  <a:cubicBezTo>
                    <a:pt x="519840" y="4520460"/>
                    <a:pt x="516671" y="4520748"/>
                    <a:pt x="514080" y="4519788"/>
                  </a:cubicBezTo>
                  <a:cubicBezTo>
                    <a:pt x="489020" y="4510570"/>
                    <a:pt x="463575" y="4503561"/>
                    <a:pt x="436404" y="4508361"/>
                  </a:cubicBezTo>
                  <a:cubicBezTo>
                    <a:pt x="433908" y="4508842"/>
                    <a:pt x="431123" y="4507786"/>
                    <a:pt x="428626" y="4507114"/>
                  </a:cubicBezTo>
                  <a:cubicBezTo>
                    <a:pt x="416432" y="4503657"/>
                    <a:pt x="404526" y="4498184"/>
                    <a:pt x="392141" y="4496936"/>
                  </a:cubicBezTo>
                  <a:cubicBezTo>
                    <a:pt x="361608" y="4493864"/>
                    <a:pt x="330884" y="4492615"/>
                    <a:pt x="300157" y="4490599"/>
                  </a:cubicBezTo>
                  <a:cubicBezTo>
                    <a:pt x="298237" y="4490503"/>
                    <a:pt x="296221" y="4490503"/>
                    <a:pt x="294493" y="4489831"/>
                  </a:cubicBezTo>
                  <a:cubicBezTo>
                    <a:pt x="283163" y="4485702"/>
                    <a:pt x="273274" y="4487047"/>
                    <a:pt x="263671" y="4494919"/>
                  </a:cubicBezTo>
                  <a:cubicBezTo>
                    <a:pt x="259447" y="4498376"/>
                    <a:pt x="253686" y="4500200"/>
                    <a:pt x="248406" y="4502121"/>
                  </a:cubicBezTo>
                  <a:cubicBezTo>
                    <a:pt x="240628" y="4505002"/>
                    <a:pt x="232659" y="4507786"/>
                    <a:pt x="224594" y="4509610"/>
                  </a:cubicBezTo>
                  <a:cubicBezTo>
                    <a:pt x="216624" y="4511338"/>
                    <a:pt x="208079" y="4513738"/>
                    <a:pt x="200398" y="4512395"/>
                  </a:cubicBezTo>
                  <a:cubicBezTo>
                    <a:pt x="186572" y="4509994"/>
                    <a:pt x="173417" y="4504618"/>
                    <a:pt x="159783" y="4501064"/>
                  </a:cubicBezTo>
                  <a:cubicBezTo>
                    <a:pt x="155079" y="4499816"/>
                    <a:pt x="149893" y="4500009"/>
                    <a:pt x="144997" y="4499912"/>
                  </a:cubicBezTo>
                  <a:cubicBezTo>
                    <a:pt x="133763" y="4499625"/>
                    <a:pt x="122241" y="4502409"/>
                    <a:pt x="112064" y="4494440"/>
                  </a:cubicBezTo>
                  <a:cubicBezTo>
                    <a:pt x="102655" y="4486951"/>
                    <a:pt x="93148" y="4489158"/>
                    <a:pt x="83259" y="4494824"/>
                  </a:cubicBezTo>
                  <a:cubicBezTo>
                    <a:pt x="76154" y="4498857"/>
                    <a:pt x="68090" y="4502025"/>
                    <a:pt x="60120" y="4503561"/>
                  </a:cubicBezTo>
                  <a:cubicBezTo>
                    <a:pt x="49174" y="4505673"/>
                    <a:pt x="38324" y="4506538"/>
                    <a:pt x="26514" y="4505289"/>
                  </a:cubicBezTo>
                  <a:cubicBezTo>
                    <a:pt x="18161" y="4504425"/>
                    <a:pt x="11343" y="4504041"/>
                    <a:pt x="4814" y="4498952"/>
                  </a:cubicBezTo>
                  <a:cubicBezTo>
                    <a:pt x="3759" y="4498184"/>
                    <a:pt x="1839" y="4497992"/>
                    <a:pt x="398" y="4498089"/>
                  </a:cubicBezTo>
                  <a:lnTo>
                    <a:pt x="0" y="4498087"/>
                  </a:lnTo>
                  <a:close/>
                </a:path>
              </a:pathLst>
            </a:custGeom>
            <a:solidFill>
              <a:schemeClr val="bg1">
                <a:alpha val="86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alpha val="14000"/>
                  </a:schemeClr>
                </a:solidFill>
              </a:endParaRPr>
            </a:p>
          </p:txBody>
        </p:sp>
      </p:grpSp>
      <p:sp>
        <p:nvSpPr>
          <p:cNvPr id="2" name="Title 1">
            <a:extLst>
              <a:ext uri="{FF2B5EF4-FFF2-40B4-BE49-F238E27FC236}">
                <a16:creationId xmlns:a16="http://schemas.microsoft.com/office/drawing/2014/main" id="{E7EC6505-17BC-9CCC-165B-A999D3EA013B}"/>
              </a:ext>
            </a:extLst>
          </p:cNvPr>
          <p:cNvSpPr>
            <a:spLocks noGrp="1"/>
          </p:cNvSpPr>
          <p:nvPr>
            <p:ph type="title"/>
          </p:nvPr>
        </p:nvSpPr>
        <p:spPr>
          <a:xfrm>
            <a:off x="1268127" y="2023558"/>
            <a:ext cx="3521265" cy="2491292"/>
          </a:xfrm>
        </p:spPr>
        <p:txBody>
          <a:bodyPr anchor="t">
            <a:normAutofit/>
          </a:bodyPr>
          <a:lstStyle/>
          <a:p>
            <a:r>
              <a:rPr lang="en-US" sz="4000"/>
              <a:t>Today’s Agenda</a:t>
            </a:r>
          </a:p>
        </p:txBody>
      </p:sp>
      <p:sp>
        <p:nvSpPr>
          <p:cNvPr id="14" name="Freeform: Shape 13">
            <a:extLst>
              <a:ext uri="{FF2B5EF4-FFF2-40B4-BE49-F238E27FC236}">
                <a16:creationId xmlns:a16="http://schemas.microsoft.com/office/drawing/2014/main" id="{30B5ED20-499B-41E7-95BE-8BBD313145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088" y="4258080"/>
            <a:ext cx="4403345" cy="1180695"/>
          </a:xfrm>
          <a:custGeom>
            <a:avLst/>
            <a:gdLst>
              <a:gd name="connsiteX0" fmla="*/ 5260975 w 5260975"/>
              <a:gd name="connsiteY0" fmla="*/ 0 h 1410656"/>
              <a:gd name="connsiteX1" fmla="*/ 5260975 w 5260975"/>
              <a:gd name="connsiteY1" fmla="*/ 221634 h 1410656"/>
              <a:gd name="connsiteX2" fmla="*/ 5226503 w 5260975"/>
              <a:gd name="connsiteY2" fmla="*/ 237063 h 1410656"/>
              <a:gd name="connsiteX3" fmla="*/ 5206341 w 5260975"/>
              <a:gd name="connsiteY3" fmla="*/ 245128 h 1410656"/>
              <a:gd name="connsiteX4" fmla="*/ 5123287 w 5260975"/>
              <a:gd name="connsiteY4" fmla="*/ 297073 h 1410656"/>
              <a:gd name="connsiteX5" fmla="*/ 5048107 w 5260975"/>
              <a:gd name="connsiteY5" fmla="*/ 361307 h 1410656"/>
              <a:gd name="connsiteX6" fmla="*/ 4992899 w 5260975"/>
              <a:gd name="connsiteY6" fmla="*/ 437542 h 1410656"/>
              <a:gd name="connsiteX7" fmla="*/ 4977440 w 5260975"/>
              <a:gd name="connsiteY7" fmla="*/ 455690 h 1410656"/>
              <a:gd name="connsiteX8" fmla="*/ 4935193 w 5260975"/>
              <a:gd name="connsiteY8" fmla="*/ 478445 h 1410656"/>
              <a:gd name="connsiteX9" fmla="*/ 4897844 w 5260975"/>
              <a:gd name="connsiteY9" fmla="*/ 495535 h 1410656"/>
              <a:gd name="connsiteX10" fmla="*/ 4870767 w 5260975"/>
              <a:gd name="connsiteY10" fmla="*/ 514451 h 1410656"/>
              <a:gd name="connsiteX11" fmla="*/ 4847916 w 5260975"/>
              <a:gd name="connsiteY11" fmla="*/ 531830 h 1410656"/>
              <a:gd name="connsiteX12" fmla="*/ 4796163 w 5260975"/>
              <a:gd name="connsiteY12" fmla="*/ 576765 h 1410656"/>
              <a:gd name="connsiteX13" fmla="*/ 4738843 w 5260975"/>
              <a:gd name="connsiteY13" fmla="*/ 614691 h 1410656"/>
              <a:gd name="connsiteX14" fmla="*/ 4692755 w 5260975"/>
              <a:gd name="connsiteY14" fmla="*/ 661162 h 1410656"/>
              <a:gd name="connsiteX15" fmla="*/ 4673744 w 5260975"/>
              <a:gd name="connsiteY15" fmla="*/ 686318 h 1410656"/>
              <a:gd name="connsiteX16" fmla="*/ 4633801 w 5260975"/>
              <a:gd name="connsiteY16" fmla="*/ 703505 h 1410656"/>
              <a:gd name="connsiteX17" fmla="*/ 4590499 w 5260975"/>
              <a:gd name="connsiteY17" fmla="*/ 730389 h 1410656"/>
              <a:gd name="connsiteX18" fmla="*/ 4559773 w 5260975"/>
              <a:gd name="connsiteY18" fmla="*/ 757081 h 1410656"/>
              <a:gd name="connsiteX19" fmla="*/ 4536059 w 5260975"/>
              <a:gd name="connsiteY19" fmla="*/ 774940 h 1410656"/>
              <a:gd name="connsiteX20" fmla="*/ 4502549 w 5260975"/>
              <a:gd name="connsiteY20" fmla="*/ 792895 h 1410656"/>
              <a:gd name="connsiteX21" fmla="*/ 4468944 w 5260975"/>
              <a:gd name="connsiteY21" fmla="*/ 816419 h 1410656"/>
              <a:gd name="connsiteX22" fmla="*/ 4452622 w 5260975"/>
              <a:gd name="connsiteY22" fmla="*/ 830917 h 1410656"/>
              <a:gd name="connsiteX23" fmla="*/ 4421032 w 5260975"/>
              <a:gd name="connsiteY23" fmla="*/ 855016 h 1410656"/>
              <a:gd name="connsiteX24" fmla="*/ 4388483 w 5260975"/>
              <a:gd name="connsiteY24" fmla="*/ 877484 h 1410656"/>
              <a:gd name="connsiteX25" fmla="*/ 4327321 w 5260975"/>
              <a:gd name="connsiteY25" fmla="*/ 903216 h 1410656"/>
              <a:gd name="connsiteX26" fmla="*/ 4271633 w 5260975"/>
              <a:gd name="connsiteY26" fmla="*/ 941046 h 1410656"/>
              <a:gd name="connsiteX27" fmla="*/ 4227465 w 5260975"/>
              <a:gd name="connsiteY27" fmla="*/ 968698 h 1410656"/>
              <a:gd name="connsiteX28" fmla="*/ 4201733 w 5260975"/>
              <a:gd name="connsiteY28" fmla="*/ 986846 h 1410656"/>
              <a:gd name="connsiteX29" fmla="*/ 4154494 w 5260975"/>
              <a:gd name="connsiteY29" fmla="*/ 1027364 h 1410656"/>
              <a:gd name="connsiteX30" fmla="*/ 4081234 w 5260975"/>
              <a:gd name="connsiteY30" fmla="*/ 1069994 h 1410656"/>
              <a:gd name="connsiteX31" fmla="*/ 4036971 w 5260975"/>
              <a:gd name="connsiteY31" fmla="*/ 1093038 h 1410656"/>
              <a:gd name="connsiteX32" fmla="*/ 3941725 w 5260975"/>
              <a:gd name="connsiteY32" fmla="*/ 1127796 h 1410656"/>
              <a:gd name="connsiteX33" fmla="*/ 3910999 w 5260975"/>
              <a:gd name="connsiteY33" fmla="*/ 1140182 h 1410656"/>
              <a:gd name="connsiteX34" fmla="*/ 3875859 w 5260975"/>
              <a:gd name="connsiteY34" fmla="*/ 1148343 h 1410656"/>
              <a:gd name="connsiteX35" fmla="*/ 3819401 w 5260975"/>
              <a:gd name="connsiteY35" fmla="*/ 1167642 h 1410656"/>
              <a:gd name="connsiteX36" fmla="*/ 3709176 w 5260975"/>
              <a:gd name="connsiteY36" fmla="*/ 1200863 h 1410656"/>
              <a:gd name="connsiteX37" fmla="*/ 3684981 w 5260975"/>
              <a:gd name="connsiteY37" fmla="*/ 1205952 h 1410656"/>
              <a:gd name="connsiteX38" fmla="*/ 3623338 w 5260975"/>
              <a:gd name="connsiteY38" fmla="*/ 1227363 h 1410656"/>
              <a:gd name="connsiteX39" fmla="*/ 3586373 w 5260975"/>
              <a:gd name="connsiteY39" fmla="*/ 1241765 h 1410656"/>
              <a:gd name="connsiteX40" fmla="*/ 3555743 w 5260975"/>
              <a:gd name="connsiteY40" fmla="*/ 1250023 h 1410656"/>
              <a:gd name="connsiteX41" fmla="*/ 3528667 w 5260975"/>
              <a:gd name="connsiteY41" fmla="*/ 1253864 h 1410656"/>
              <a:gd name="connsiteX42" fmla="*/ 3457424 w 5260975"/>
              <a:gd name="connsiteY42" fmla="*/ 1272874 h 1410656"/>
              <a:gd name="connsiteX43" fmla="*/ 3429003 w 5260975"/>
              <a:gd name="connsiteY43" fmla="*/ 1280364 h 1410656"/>
              <a:gd name="connsiteX44" fmla="*/ 3355264 w 5260975"/>
              <a:gd name="connsiteY44" fmla="*/ 1306096 h 1410656"/>
              <a:gd name="connsiteX45" fmla="*/ 3292757 w 5260975"/>
              <a:gd name="connsiteY45" fmla="*/ 1323090 h 1410656"/>
              <a:gd name="connsiteX46" fmla="*/ 3266643 w 5260975"/>
              <a:gd name="connsiteY46" fmla="*/ 1331251 h 1410656"/>
              <a:gd name="connsiteX47" fmla="*/ 3206921 w 5260975"/>
              <a:gd name="connsiteY47" fmla="*/ 1344886 h 1410656"/>
              <a:gd name="connsiteX48" fmla="*/ 3173123 w 5260975"/>
              <a:gd name="connsiteY48" fmla="*/ 1354488 h 1410656"/>
              <a:gd name="connsiteX49" fmla="*/ 3090646 w 5260975"/>
              <a:gd name="connsiteY49" fmla="*/ 1365337 h 1410656"/>
              <a:gd name="connsiteX50" fmla="*/ 3005480 w 5260975"/>
              <a:gd name="connsiteY50" fmla="*/ 1375802 h 1410656"/>
              <a:gd name="connsiteX51" fmla="*/ 2958721 w 5260975"/>
              <a:gd name="connsiteY51" fmla="*/ 1379259 h 1410656"/>
              <a:gd name="connsiteX52" fmla="*/ 2917915 w 5260975"/>
              <a:gd name="connsiteY52" fmla="*/ 1384733 h 1410656"/>
              <a:gd name="connsiteX53" fmla="*/ 2882389 w 5260975"/>
              <a:gd name="connsiteY53" fmla="*/ 1388189 h 1410656"/>
              <a:gd name="connsiteX54" fmla="*/ 2825837 w 5260975"/>
              <a:gd name="connsiteY54" fmla="*/ 1395198 h 1410656"/>
              <a:gd name="connsiteX55" fmla="*/ 2802313 w 5260975"/>
              <a:gd name="connsiteY55" fmla="*/ 1397023 h 1410656"/>
              <a:gd name="connsiteX56" fmla="*/ 2746816 w 5260975"/>
              <a:gd name="connsiteY56" fmla="*/ 1396926 h 1410656"/>
              <a:gd name="connsiteX57" fmla="*/ 2727517 w 5260975"/>
              <a:gd name="connsiteY57" fmla="*/ 1395966 h 1410656"/>
              <a:gd name="connsiteX58" fmla="*/ 2690359 w 5260975"/>
              <a:gd name="connsiteY58" fmla="*/ 1384060 h 1410656"/>
              <a:gd name="connsiteX59" fmla="*/ 2685943 w 5260975"/>
              <a:gd name="connsiteY59" fmla="*/ 1383196 h 1410656"/>
              <a:gd name="connsiteX60" fmla="*/ 2661554 w 5260975"/>
              <a:gd name="connsiteY60" fmla="*/ 1378491 h 1410656"/>
              <a:gd name="connsiteX61" fmla="*/ 2648208 w 5260975"/>
              <a:gd name="connsiteY61" fmla="*/ 1376955 h 1410656"/>
              <a:gd name="connsiteX62" fmla="*/ 2597512 w 5260975"/>
              <a:gd name="connsiteY62" fmla="*/ 1367162 h 1410656"/>
              <a:gd name="connsiteX63" fmla="*/ 2568324 w 5260975"/>
              <a:gd name="connsiteY63" fmla="*/ 1362553 h 1410656"/>
              <a:gd name="connsiteX64" fmla="*/ 2544704 w 5260975"/>
              <a:gd name="connsiteY64" fmla="*/ 1363225 h 1410656"/>
              <a:gd name="connsiteX65" fmla="*/ 2503225 w 5260975"/>
              <a:gd name="connsiteY65" fmla="*/ 1364089 h 1410656"/>
              <a:gd name="connsiteX66" fmla="*/ 2489975 w 5260975"/>
              <a:gd name="connsiteY66" fmla="*/ 1366298 h 1410656"/>
              <a:gd name="connsiteX67" fmla="*/ 2430061 w 5260975"/>
              <a:gd name="connsiteY67" fmla="*/ 1359960 h 1410656"/>
              <a:gd name="connsiteX68" fmla="*/ 2395880 w 5260975"/>
              <a:gd name="connsiteY68" fmla="*/ 1359480 h 1410656"/>
              <a:gd name="connsiteX69" fmla="*/ 2357378 w 5260975"/>
              <a:gd name="connsiteY69" fmla="*/ 1351607 h 1410656"/>
              <a:gd name="connsiteX70" fmla="*/ 2346145 w 5260975"/>
              <a:gd name="connsiteY70" fmla="*/ 1351991 h 1410656"/>
              <a:gd name="connsiteX71" fmla="*/ 2333567 w 5260975"/>
              <a:gd name="connsiteY71" fmla="*/ 1352663 h 1410656"/>
              <a:gd name="connsiteX72" fmla="*/ 2294968 w 5260975"/>
              <a:gd name="connsiteY72" fmla="*/ 1353240 h 1410656"/>
              <a:gd name="connsiteX73" fmla="*/ 2271540 w 5260975"/>
              <a:gd name="connsiteY73" fmla="*/ 1356120 h 1410656"/>
              <a:gd name="connsiteX74" fmla="*/ 2226895 w 5260975"/>
              <a:gd name="connsiteY74" fmla="*/ 1354392 h 1410656"/>
              <a:gd name="connsiteX75" fmla="*/ 2210379 w 5260975"/>
              <a:gd name="connsiteY75" fmla="*/ 1356888 h 1410656"/>
              <a:gd name="connsiteX76" fmla="*/ 2168613 w 5260975"/>
              <a:gd name="connsiteY76" fmla="*/ 1357176 h 1410656"/>
              <a:gd name="connsiteX77" fmla="*/ 2131167 w 5260975"/>
              <a:gd name="connsiteY77" fmla="*/ 1355736 h 1410656"/>
              <a:gd name="connsiteX78" fmla="*/ 2095065 w 5260975"/>
              <a:gd name="connsiteY78" fmla="*/ 1356504 h 1410656"/>
              <a:gd name="connsiteX79" fmla="*/ 2069237 w 5260975"/>
              <a:gd name="connsiteY79" fmla="*/ 1359672 h 1410656"/>
              <a:gd name="connsiteX80" fmla="*/ 2041201 w 5260975"/>
              <a:gd name="connsiteY80" fmla="*/ 1361592 h 1410656"/>
              <a:gd name="connsiteX81" fmla="*/ 1963909 w 5260975"/>
              <a:gd name="connsiteY81" fmla="*/ 1373018 h 1410656"/>
              <a:gd name="connsiteX82" fmla="*/ 1949603 w 5260975"/>
              <a:gd name="connsiteY82" fmla="*/ 1370234 h 1410656"/>
              <a:gd name="connsiteX83" fmla="*/ 1868373 w 5260975"/>
              <a:gd name="connsiteY83" fmla="*/ 1367641 h 1410656"/>
              <a:gd name="connsiteX84" fmla="*/ 1850707 w 5260975"/>
              <a:gd name="connsiteY84" fmla="*/ 1367834 h 1410656"/>
              <a:gd name="connsiteX85" fmla="*/ 1803275 w 5260975"/>
              <a:gd name="connsiteY85" fmla="*/ 1356504 h 1410656"/>
              <a:gd name="connsiteX86" fmla="*/ 1730112 w 5260975"/>
              <a:gd name="connsiteY86" fmla="*/ 1374459 h 1410656"/>
              <a:gd name="connsiteX87" fmla="*/ 1661652 w 5260975"/>
              <a:gd name="connsiteY87" fmla="*/ 1396926 h 1410656"/>
              <a:gd name="connsiteX88" fmla="*/ 1653011 w 5260975"/>
              <a:gd name="connsiteY88" fmla="*/ 1399807 h 1410656"/>
              <a:gd name="connsiteX89" fmla="*/ 1628431 w 5260975"/>
              <a:gd name="connsiteY89" fmla="*/ 1404704 h 1410656"/>
              <a:gd name="connsiteX90" fmla="*/ 1597995 w 5260975"/>
              <a:gd name="connsiteY90" fmla="*/ 1406432 h 1410656"/>
              <a:gd name="connsiteX91" fmla="*/ 1559396 w 5260975"/>
              <a:gd name="connsiteY91" fmla="*/ 1410656 h 1410656"/>
              <a:gd name="connsiteX92" fmla="*/ 1528480 w 5260975"/>
              <a:gd name="connsiteY92" fmla="*/ 1405375 h 1410656"/>
              <a:gd name="connsiteX93" fmla="*/ 1485272 w 5260975"/>
              <a:gd name="connsiteY93" fmla="*/ 1397502 h 1410656"/>
              <a:gd name="connsiteX94" fmla="*/ 1444562 w 5260975"/>
              <a:gd name="connsiteY94" fmla="*/ 1390013 h 1410656"/>
              <a:gd name="connsiteX95" fmla="*/ 1431696 w 5260975"/>
              <a:gd name="connsiteY95" fmla="*/ 1398846 h 1410656"/>
              <a:gd name="connsiteX96" fmla="*/ 1411821 w 5260975"/>
              <a:gd name="connsiteY96" fmla="*/ 1406527 h 1410656"/>
              <a:gd name="connsiteX97" fmla="*/ 1389738 w 5260975"/>
              <a:gd name="connsiteY97" fmla="*/ 1397310 h 1410656"/>
              <a:gd name="connsiteX98" fmla="*/ 1338081 w 5260975"/>
              <a:gd name="connsiteY98" fmla="*/ 1378204 h 1410656"/>
              <a:gd name="connsiteX99" fmla="*/ 1305436 w 5260975"/>
              <a:gd name="connsiteY99" fmla="*/ 1377339 h 1410656"/>
              <a:gd name="connsiteX100" fmla="*/ 1234481 w 5260975"/>
              <a:gd name="connsiteY100" fmla="*/ 1369178 h 1410656"/>
              <a:gd name="connsiteX101" fmla="*/ 1188106 w 5260975"/>
              <a:gd name="connsiteY101" fmla="*/ 1357560 h 1410656"/>
              <a:gd name="connsiteX102" fmla="*/ 1154790 w 5260975"/>
              <a:gd name="connsiteY102" fmla="*/ 1344406 h 1410656"/>
              <a:gd name="connsiteX103" fmla="*/ 1107069 w 5260975"/>
              <a:gd name="connsiteY103" fmla="*/ 1327219 h 1410656"/>
              <a:gd name="connsiteX104" fmla="*/ 1059158 w 5260975"/>
              <a:gd name="connsiteY104" fmla="*/ 1318290 h 1410656"/>
              <a:gd name="connsiteX105" fmla="*/ 1024496 w 5260975"/>
              <a:gd name="connsiteY105" fmla="*/ 1307056 h 1410656"/>
              <a:gd name="connsiteX106" fmla="*/ 982153 w 5260975"/>
              <a:gd name="connsiteY106" fmla="*/ 1299374 h 1410656"/>
              <a:gd name="connsiteX107" fmla="*/ 946628 w 5260975"/>
              <a:gd name="connsiteY107" fmla="*/ 1299087 h 1410656"/>
              <a:gd name="connsiteX108" fmla="*/ 890939 w 5260975"/>
              <a:gd name="connsiteY108" fmla="*/ 1300431 h 1410656"/>
              <a:gd name="connsiteX109" fmla="*/ 822769 w 5260975"/>
              <a:gd name="connsiteY109" fmla="*/ 1277196 h 1410656"/>
              <a:gd name="connsiteX110" fmla="*/ 795212 w 5260975"/>
              <a:gd name="connsiteY110" fmla="*/ 1272010 h 1410656"/>
              <a:gd name="connsiteX111" fmla="*/ 769288 w 5260975"/>
              <a:gd name="connsiteY111" fmla="*/ 1269610 h 1410656"/>
              <a:gd name="connsiteX112" fmla="*/ 714271 w 5260975"/>
              <a:gd name="connsiteY112" fmla="*/ 1254152 h 1410656"/>
              <a:gd name="connsiteX113" fmla="*/ 691900 w 5260975"/>
              <a:gd name="connsiteY113" fmla="*/ 1249062 h 1410656"/>
              <a:gd name="connsiteX114" fmla="*/ 660598 w 5260975"/>
              <a:gd name="connsiteY114" fmla="*/ 1249159 h 1410656"/>
              <a:gd name="connsiteX115" fmla="*/ 603662 w 5260975"/>
              <a:gd name="connsiteY115" fmla="*/ 1242054 h 1410656"/>
              <a:gd name="connsiteX116" fmla="*/ 546821 w 5260975"/>
              <a:gd name="connsiteY116" fmla="*/ 1221314 h 1410656"/>
              <a:gd name="connsiteX117" fmla="*/ 522721 w 5260975"/>
              <a:gd name="connsiteY117" fmla="*/ 1223330 h 1410656"/>
              <a:gd name="connsiteX118" fmla="*/ 514080 w 5260975"/>
              <a:gd name="connsiteY118" fmla="*/ 1222851 h 1410656"/>
              <a:gd name="connsiteX119" fmla="*/ 436404 w 5260975"/>
              <a:gd name="connsiteY119" fmla="*/ 1211424 h 1410656"/>
              <a:gd name="connsiteX120" fmla="*/ 428626 w 5260975"/>
              <a:gd name="connsiteY120" fmla="*/ 1210177 h 1410656"/>
              <a:gd name="connsiteX121" fmla="*/ 392141 w 5260975"/>
              <a:gd name="connsiteY121" fmla="*/ 1199999 h 1410656"/>
              <a:gd name="connsiteX122" fmla="*/ 300157 w 5260975"/>
              <a:gd name="connsiteY122" fmla="*/ 1193662 h 1410656"/>
              <a:gd name="connsiteX123" fmla="*/ 294493 w 5260975"/>
              <a:gd name="connsiteY123" fmla="*/ 1192894 h 1410656"/>
              <a:gd name="connsiteX124" fmla="*/ 263671 w 5260975"/>
              <a:gd name="connsiteY124" fmla="*/ 1197982 h 1410656"/>
              <a:gd name="connsiteX125" fmla="*/ 248406 w 5260975"/>
              <a:gd name="connsiteY125" fmla="*/ 1205184 h 1410656"/>
              <a:gd name="connsiteX126" fmla="*/ 224594 w 5260975"/>
              <a:gd name="connsiteY126" fmla="*/ 1212673 h 1410656"/>
              <a:gd name="connsiteX127" fmla="*/ 200398 w 5260975"/>
              <a:gd name="connsiteY127" fmla="*/ 1215458 h 1410656"/>
              <a:gd name="connsiteX128" fmla="*/ 159783 w 5260975"/>
              <a:gd name="connsiteY128" fmla="*/ 1204127 h 1410656"/>
              <a:gd name="connsiteX129" fmla="*/ 144997 w 5260975"/>
              <a:gd name="connsiteY129" fmla="*/ 1202975 h 1410656"/>
              <a:gd name="connsiteX130" fmla="*/ 112064 w 5260975"/>
              <a:gd name="connsiteY130" fmla="*/ 1197503 h 1410656"/>
              <a:gd name="connsiteX131" fmla="*/ 83259 w 5260975"/>
              <a:gd name="connsiteY131" fmla="*/ 1197887 h 1410656"/>
              <a:gd name="connsiteX132" fmla="*/ 60120 w 5260975"/>
              <a:gd name="connsiteY132" fmla="*/ 1206624 h 1410656"/>
              <a:gd name="connsiteX133" fmla="*/ 26514 w 5260975"/>
              <a:gd name="connsiteY133" fmla="*/ 1208352 h 1410656"/>
              <a:gd name="connsiteX134" fmla="*/ 4814 w 5260975"/>
              <a:gd name="connsiteY134" fmla="*/ 1202015 h 1410656"/>
              <a:gd name="connsiteX135" fmla="*/ 398 w 5260975"/>
              <a:gd name="connsiteY135" fmla="*/ 1201152 h 1410656"/>
              <a:gd name="connsiteX136" fmla="*/ 0 w 5260975"/>
              <a:gd name="connsiteY136" fmla="*/ 1201150 h 1410656"/>
              <a:gd name="connsiteX137" fmla="*/ 0 w 5260975"/>
              <a:gd name="connsiteY137" fmla="*/ 1004512 h 1410656"/>
              <a:gd name="connsiteX138" fmla="*/ 30355 w 5260975"/>
              <a:gd name="connsiteY138" fmla="*/ 1002784 h 1410656"/>
              <a:gd name="connsiteX139" fmla="*/ 52151 w 5260975"/>
              <a:gd name="connsiteY139" fmla="*/ 997695 h 1410656"/>
              <a:gd name="connsiteX140" fmla="*/ 64248 w 5260975"/>
              <a:gd name="connsiteY140" fmla="*/ 994430 h 1410656"/>
              <a:gd name="connsiteX141" fmla="*/ 126370 w 5260975"/>
              <a:gd name="connsiteY141" fmla="*/ 985405 h 1410656"/>
              <a:gd name="connsiteX142" fmla="*/ 154022 w 5260975"/>
              <a:gd name="connsiteY142" fmla="*/ 975708 h 1410656"/>
              <a:gd name="connsiteX143" fmla="*/ 161512 w 5260975"/>
              <a:gd name="connsiteY143" fmla="*/ 974268 h 1410656"/>
              <a:gd name="connsiteX144" fmla="*/ 202510 w 5260975"/>
              <a:gd name="connsiteY144" fmla="*/ 978300 h 1410656"/>
              <a:gd name="connsiteX145" fmla="*/ 233235 w 5260975"/>
              <a:gd name="connsiteY145" fmla="*/ 993950 h 1410656"/>
              <a:gd name="connsiteX146" fmla="*/ 239188 w 5260975"/>
              <a:gd name="connsiteY146" fmla="*/ 999231 h 1410656"/>
              <a:gd name="connsiteX147" fmla="*/ 324834 w 5260975"/>
              <a:gd name="connsiteY147" fmla="*/ 997407 h 1410656"/>
              <a:gd name="connsiteX148" fmla="*/ 337987 w 5260975"/>
              <a:gd name="connsiteY148" fmla="*/ 995198 h 1410656"/>
              <a:gd name="connsiteX149" fmla="*/ 401550 w 5260975"/>
              <a:gd name="connsiteY149" fmla="*/ 1004416 h 1410656"/>
              <a:gd name="connsiteX150" fmla="*/ 420081 w 5260975"/>
              <a:gd name="connsiteY150" fmla="*/ 1006240 h 1410656"/>
              <a:gd name="connsiteX151" fmla="*/ 486523 w 5260975"/>
              <a:gd name="connsiteY151" fmla="*/ 1014498 h 1410656"/>
              <a:gd name="connsiteX152" fmla="*/ 495932 w 5260975"/>
              <a:gd name="connsiteY152" fmla="*/ 1006817 h 1410656"/>
              <a:gd name="connsiteX153" fmla="*/ 523009 w 5260975"/>
              <a:gd name="connsiteY153" fmla="*/ 987517 h 1410656"/>
              <a:gd name="connsiteX154" fmla="*/ 576393 w 5260975"/>
              <a:gd name="connsiteY154" fmla="*/ 970427 h 1410656"/>
              <a:gd name="connsiteX155" fmla="*/ 590892 w 5260975"/>
              <a:gd name="connsiteY155" fmla="*/ 971387 h 1410656"/>
              <a:gd name="connsiteX156" fmla="*/ 627569 w 5260975"/>
              <a:gd name="connsiteY156" fmla="*/ 999904 h 1410656"/>
              <a:gd name="connsiteX157" fmla="*/ 645429 w 5260975"/>
              <a:gd name="connsiteY157" fmla="*/ 1011329 h 1410656"/>
              <a:gd name="connsiteX158" fmla="*/ 696125 w 5260975"/>
              <a:gd name="connsiteY158" fmla="*/ 1032356 h 1410656"/>
              <a:gd name="connsiteX159" fmla="*/ 700349 w 5260975"/>
              <a:gd name="connsiteY159" fmla="*/ 1036197 h 1410656"/>
              <a:gd name="connsiteX160" fmla="*/ 737795 w 5260975"/>
              <a:gd name="connsiteY160" fmla="*/ 1081804 h 1410656"/>
              <a:gd name="connsiteX161" fmla="*/ 746244 w 5260975"/>
              <a:gd name="connsiteY161" fmla="*/ 1089581 h 1410656"/>
              <a:gd name="connsiteX162" fmla="*/ 756422 w 5260975"/>
              <a:gd name="connsiteY162" fmla="*/ 1101680 h 1410656"/>
              <a:gd name="connsiteX163" fmla="*/ 788202 w 5260975"/>
              <a:gd name="connsiteY163" fmla="*/ 1125108 h 1410656"/>
              <a:gd name="connsiteX164" fmla="*/ 827569 w 5260975"/>
              <a:gd name="connsiteY164" fmla="*/ 1132596 h 1410656"/>
              <a:gd name="connsiteX165" fmla="*/ 875097 w 5260975"/>
              <a:gd name="connsiteY165" fmla="*/ 1144022 h 1410656"/>
              <a:gd name="connsiteX166" fmla="*/ 894972 w 5260975"/>
              <a:gd name="connsiteY166" fmla="*/ 1151704 h 1410656"/>
              <a:gd name="connsiteX167" fmla="*/ 948260 w 5260975"/>
              <a:gd name="connsiteY167" fmla="*/ 1166298 h 1410656"/>
              <a:gd name="connsiteX168" fmla="*/ 986282 w 5260975"/>
              <a:gd name="connsiteY168" fmla="*/ 1178588 h 1410656"/>
              <a:gd name="connsiteX169" fmla="*/ 1041107 w 5260975"/>
              <a:gd name="connsiteY169" fmla="*/ 1185789 h 1410656"/>
              <a:gd name="connsiteX170" fmla="*/ 1067703 w 5260975"/>
              <a:gd name="connsiteY170" fmla="*/ 1186076 h 1410656"/>
              <a:gd name="connsiteX171" fmla="*/ 1116574 w 5260975"/>
              <a:gd name="connsiteY171" fmla="*/ 1222946 h 1410656"/>
              <a:gd name="connsiteX172" fmla="*/ 1155557 w 5260975"/>
              <a:gd name="connsiteY172" fmla="*/ 1247335 h 1410656"/>
              <a:gd name="connsiteX173" fmla="*/ 1196556 w 5260975"/>
              <a:gd name="connsiteY173" fmla="*/ 1235525 h 1410656"/>
              <a:gd name="connsiteX174" fmla="*/ 1207693 w 5260975"/>
              <a:gd name="connsiteY174" fmla="*/ 1224387 h 1410656"/>
              <a:gd name="connsiteX175" fmla="*/ 1274904 w 5260975"/>
              <a:gd name="connsiteY175" fmla="*/ 1213826 h 1410656"/>
              <a:gd name="connsiteX176" fmla="*/ 1370919 w 5260975"/>
              <a:gd name="connsiteY176" fmla="*/ 1213442 h 1410656"/>
              <a:gd name="connsiteX177" fmla="*/ 1530593 w 5260975"/>
              <a:gd name="connsiteY177" fmla="*/ 1189437 h 1410656"/>
              <a:gd name="connsiteX178" fmla="*/ 1558436 w 5260975"/>
              <a:gd name="connsiteY178" fmla="*/ 1178299 h 1410656"/>
              <a:gd name="connsiteX179" fmla="*/ 1589737 w 5260975"/>
              <a:gd name="connsiteY179" fmla="*/ 1175515 h 1410656"/>
              <a:gd name="connsiteX180" fmla="*/ 1601740 w 5260975"/>
              <a:gd name="connsiteY180" fmla="*/ 1182333 h 1410656"/>
              <a:gd name="connsiteX181" fmla="*/ 1654259 w 5260975"/>
              <a:gd name="connsiteY181" fmla="*/ 1192510 h 1410656"/>
              <a:gd name="connsiteX182" fmla="*/ 1664246 w 5260975"/>
              <a:gd name="connsiteY182" fmla="*/ 1192702 h 1410656"/>
              <a:gd name="connsiteX183" fmla="*/ 1698427 w 5260975"/>
              <a:gd name="connsiteY183" fmla="*/ 1188381 h 1410656"/>
              <a:gd name="connsiteX184" fmla="*/ 1730112 w 5260975"/>
              <a:gd name="connsiteY184" fmla="*/ 1185885 h 1410656"/>
              <a:gd name="connsiteX185" fmla="*/ 1809996 w 5260975"/>
              <a:gd name="connsiteY185" fmla="*/ 1194046 h 1410656"/>
              <a:gd name="connsiteX186" fmla="*/ 1871254 w 5260975"/>
              <a:gd name="connsiteY186" fmla="*/ 1192126 h 1410656"/>
              <a:gd name="connsiteX187" fmla="*/ 1899482 w 5260975"/>
              <a:gd name="connsiteY187" fmla="*/ 1194046 h 1410656"/>
              <a:gd name="connsiteX188" fmla="*/ 1915420 w 5260975"/>
              <a:gd name="connsiteY188" fmla="*/ 1196927 h 1410656"/>
              <a:gd name="connsiteX189" fmla="*/ 1951522 w 5260975"/>
              <a:gd name="connsiteY189" fmla="*/ 1216994 h 1410656"/>
              <a:gd name="connsiteX190" fmla="*/ 1971302 w 5260975"/>
              <a:gd name="connsiteY190" fmla="*/ 1221507 h 1410656"/>
              <a:gd name="connsiteX191" fmla="*/ 2030831 w 5260975"/>
              <a:gd name="connsiteY191" fmla="*/ 1221123 h 1410656"/>
              <a:gd name="connsiteX192" fmla="*/ 2120125 w 5260975"/>
              <a:gd name="connsiteY192" fmla="*/ 1190878 h 1410656"/>
              <a:gd name="connsiteX193" fmla="*/ 2129439 w 5260975"/>
              <a:gd name="connsiteY193" fmla="*/ 1186845 h 1410656"/>
              <a:gd name="connsiteX194" fmla="*/ 2174854 w 5260975"/>
              <a:gd name="connsiteY194" fmla="*/ 1181852 h 1410656"/>
              <a:gd name="connsiteX195" fmla="*/ 2205674 w 5260975"/>
              <a:gd name="connsiteY195" fmla="*/ 1188669 h 1410656"/>
              <a:gd name="connsiteX196" fmla="*/ 2247634 w 5260975"/>
              <a:gd name="connsiteY196" fmla="*/ 1202784 h 1410656"/>
              <a:gd name="connsiteX197" fmla="*/ 2285367 w 5260975"/>
              <a:gd name="connsiteY197" fmla="*/ 1214594 h 1410656"/>
              <a:gd name="connsiteX198" fmla="*/ 2312827 w 5260975"/>
              <a:gd name="connsiteY198" fmla="*/ 1227939 h 1410656"/>
              <a:gd name="connsiteX199" fmla="*/ 2375622 w 5260975"/>
              <a:gd name="connsiteY199" fmla="*/ 1237733 h 1410656"/>
              <a:gd name="connsiteX200" fmla="*/ 2382151 w 5260975"/>
              <a:gd name="connsiteY200" fmla="*/ 1239365 h 1410656"/>
              <a:gd name="connsiteX201" fmla="*/ 2429390 w 5260975"/>
              <a:gd name="connsiteY201" fmla="*/ 1227459 h 1410656"/>
              <a:gd name="connsiteX202" fmla="*/ 2486134 w 5260975"/>
              <a:gd name="connsiteY202" fmla="*/ 1215362 h 1410656"/>
              <a:gd name="connsiteX203" fmla="*/ 2506394 w 5260975"/>
              <a:gd name="connsiteY203" fmla="*/ 1219490 h 1410656"/>
              <a:gd name="connsiteX204" fmla="*/ 2534142 w 5260975"/>
              <a:gd name="connsiteY204" fmla="*/ 1225347 h 1410656"/>
              <a:gd name="connsiteX205" fmla="*/ 2559874 w 5260975"/>
              <a:gd name="connsiteY205" fmla="*/ 1222275 h 1410656"/>
              <a:gd name="connsiteX206" fmla="*/ 2575525 w 5260975"/>
              <a:gd name="connsiteY206" fmla="*/ 1221987 h 1410656"/>
              <a:gd name="connsiteX207" fmla="*/ 2646960 w 5260975"/>
              <a:gd name="connsiteY207" fmla="*/ 1257896 h 1410656"/>
              <a:gd name="connsiteX208" fmla="*/ 2665107 w 5260975"/>
              <a:gd name="connsiteY208" fmla="*/ 1260873 h 1410656"/>
              <a:gd name="connsiteX209" fmla="*/ 2675381 w 5260975"/>
              <a:gd name="connsiteY209" fmla="*/ 1265290 h 1410656"/>
              <a:gd name="connsiteX210" fmla="*/ 2737311 w 5260975"/>
              <a:gd name="connsiteY210" fmla="*/ 1309841 h 1410656"/>
              <a:gd name="connsiteX211" fmla="*/ 2763619 w 5260975"/>
              <a:gd name="connsiteY211" fmla="*/ 1318866 h 1410656"/>
              <a:gd name="connsiteX212" fmla="*/ 2792519 w 5260975"/>
              <a:gd name="connsiteY212" fmla="*/ 1317041 h 1410656"/>
              <a:gd name="connsiteX213" fmla="*/ 2809226 w 5260975"/>
              <a:gd name="connsiteY213" fmla="*/ 1313777 h 1410656"/>
              <a:gd name="connsiteX214" fmla="*/ 2850705 w 5260975"/>
              <a:gd name="connsiteY214" fmla="*/ 1285452 h 1410656"/>
              <a:gd name="connsiteX215" fmla="*/ 2874324 w 5260975"/>
              <a:gd name="connsiteY215" fmla="*/ 1286413 h 1410656"/>
              <a:gd name="connsiteX216" fmla="*/ 2911194 w 5260975"/>
              <a:gd name="connsiteY216" fmla="*/ 1305903 h 1410656"/>
              <a:gd name="connsiteX217" fmla="*/ 2978116 w 5260975"/>
              <a:gd name="connsiteY217" fmla="*/ 1314641 h 1410656"/>
              <a:gd name="connsiteX218" fmla="*/ 3012106 w 5260975"/>
              <a:gd name="connsiteY218" fmla="*/ 1287373 h 1410656"/>
              <a:gd name="connsiteX219" fmla="*/ 3029676 w 5260975"/>
              <a:gd name="connsiteY219" fmla="*/ 1261161 h 1410656"/>
              <a:gd name="connsiteX220" fmla="*/ 3080469 w 5260975"/>
              <a:gd name="connsiteY220" fmla="*/ 1230724 h 1410656"/>
              <a:gd name="connsiteX221" fmla="*/ 3092567 w 5260975"/>
              <a:gd name="connsiteY221" fmla="*/ 1242054 h 1410656"/>
              <a:gd name="connsiteX222" fmla="*/ 3129821 w 5260975"/>
              <a:gd name="connsiteY222" fmla="*/ 1246855 h 1410656"/>
              <a:gd name="connsiteX223" fmla="*/ 3170147 w 5260975"/>
              <a:gd name="connsiteY223" fmla="*/ 1246471 h 1410656"/>
              <a:gd name="connsiteX224" fmla="*/ 3240429 w 5260975"/>
              <a:gd name="connsiteY224" fmla="*/ 1251559 h 1410656"/>
              <a:gd name="connsiteX225" fmla="*/ 3287189 w 5260975"/>
              <a:gd name="connsiteY225" fmla="*/ 1222466 h 1410656"/>
              <a:gd name="connsiteX226" fmla="*/ 3305049 w 5260975"/>
              <a:gd name="connsiteY226" fmla="*/ 1210465 h 1410656"/>
              <a:gd name="connsiteX227" fmla="*/ 3321755 w 5260975"/>
              <a:gd name="connsiteY227" fmla="*/ 1202784 h 1410656"/>
              <a:gd name="connsiteX228" fmla="*/ 3341055 w 5260975"/>
              <a:gd name="connsiteY228" fmla="*/ 1198463 h 1410656"/>
              <a:gd name="connsiteX229" fmla="*/ 3387621 w 5260975"/>
              <a:gd name="connsiteY229" fmla="*/ 1182140 h 1410656"/>
              <a:gd name="connsiteX230" fmla="*/ 3413161 w 5260975"/>
              <a:gd name="connsiteY230" fmla="*/ 1166105 h 1410656"/>
              <a:gd name="connsiteX231" fmla="*/ 3470579 w 5260975"/>
              <a:gd name="connsiteY231" fmla="*/ 1150647 h 1410656"/>
              <a:gd name="connsiteX232" fmla="*/ 3509657 w 5260975"/>
              <a:gd name="connsiteY232" fmla="*/ 1136821 h 1410656"/>
              <a:gd name="connsiteX233" fmla="*/ 3550847 w 5260975"/>
              <a:gd name="connsiteY233" fmla="*/ 1113009 h 1410656"/>
              <a:gd name="connsiteX234" fmla="*/ 3556608 w 5260975"/>
              <a:gd name="connsiteY234" fmla="*/ 1109361 h 1410656"/>
              <a:gd name="connsiteX235" fmla="*/ 3570435 w 5260975"/>
              <a:gd name="connsiteY235" fmla="*/ 1093710 h 1410656"/>
              <a:gd name="connsiteX236" fmla="*/ 3590501 w 5260975"/>
              <a:gd name="connsiteY236" fmla="*/ 1039846 h 1410656"/>
              <a:gd name="connsiteX237" fmla="*/ 3596263 w 5260975"/>
              <a:gd name="connsiteY237" fmla="*/ 1028900 h 1410656"/>
              <a:gd name="connsiteX238" fmla="*/ 3648591 w 5260975"/>
              <a:gd name="connsiteY238" fmla="*/ 992030 h 1410656"/>
              <a:gd name="connsiteX239" fmla="*/ 3667986 w 5260975"/>
              <a:gd name="connsiteY239" fmla="*/ 995487 h 1410656"/>
              <a:gd name="connsiteX240" fmla="*/ 3689397 w 5260975"/>
              <a:gd name="connsiteY240" fmla="*/ 1007585 h 1410656"/>
              <a:gd name="connsiteX241" fmla="*/ 3736349 w 5260975"/>
              <a:gd name="connsiteY241" fmla="*/ 1010753 h 1410656"/>
              <a:gd name="connsiteX242" fmla="*/ 3753919 w 5260975"/>
              <a:gd name="connsiteY242" fmla="*/ 1004513 h 1410656"/>
              <a:gd name="connsiteX243" fmla="*/ 3784643 w 5260975"/>
              <a:gd name="connsiteY243" fmla="*/ 987710 h 1410656"/>
              <a:gd name="connsiteX244" fmla="*/ 3808359 w 5260975"/>
              <a:gd name="connsiteY244" fmla="*/ 961689 h 1410656"/>
              <a:gd name="connsiteX245" fmla="*/ 3842829 w 5260975"/>
              <a:gd name="connsiteY245" fmla="*/ 918674 h 1410656"/>
              <a:gd name="connsiteX246" fmla="*/ 3908983 w 5260975"/>
              <a:gd name="connsiteY246" fmla="*/ 902256 h 1410656"/>
              <a:gd name="connsiteX247" fmla="*/ 3934428 w 5260975"/>
              <a:gd name="connsiteY247" fmla="*/ 896783 h 1410656"/>
              <a:gd name="connsiteX248" fmla="*/ 4026987 w 5260975"/>
              <a:gd name="connsiteY248" fmla="*/ 873835 h 1410656"/>
              <a:gd name="connsiteX249" fmla="*/ 4035051 w 5260975"/>
              <a:gd name="connsiteY249" fmla="*/ 873067 h 1410656"/>
              <a:gd name="connsiteX250" fmla="*/ 4099189 w 5260975"/>
              <a:gd name="connsiteY250" fmla="*/ 846664 h 1410656"/>
              <a:gd name="connsiteX251" fmla="*/ 4114647 w 5260975"/>
              <a:gd name="connsiteY251" fmla="*/ 840134 h 1410656"/>
              <a:gd name="connsiteX252" fmla="*/ 4133563 w 5260975"/>
              <a:gd name="connsiteY252" fmla="*/ 823427 h 1410656"/>
              <a:gd name="connsiteX253" fmla="*/ 4151039 w 5260975"/>
              <a:gd name="connsiteY253" fmla="*/ 776284 h 1410656"/>
              <a:gd name="connsiteX254" fmla="*/ 4171489 w 5260975"/>
              <a:gd name="connsiteY254" fmla="*/ 754776 h 1410656"/>
              <a:gd name="connsiteX255" fmla="*/ 4186372 w 5260975"/>
              <a:gd name="connsiteY255" fmla="*/ 741718 h 1410656"/>
              <a:gd name="connsiteX256" fmla="*/ 4199429 w 5260975"/>
              <a:gd name="connsiteY256" fmla="*/ 721940 h 1410656"/>
              <a:gd name="connsiteX257" fmla="*/ 4212487 w 5260975"/>
              <a:gd name="connsiteY257" fmla="*/ 674604 h 1410656"/>
              <a:gd name="connsiteX258" fmla="*/ 4232555 w 5260975"/>
              <a:gd name="connsiteY258" fmla="*/ 632645 h 1410656"/>
              <a:gd name="connsiteX259" fmla="*/ 4268657 w 5260975"/>
              <a:gd name="connsiteY259" fmla="*/ 609410 h 1410656"/>
              <a:gd name="connsiteX260" fmla="*/ 4291028 w 5260975"/>
              <a:gd name="connsiteY260" fmla="*/ 597216 h 1410656"/>
              <a:gd name="connsiteX261" fmla="*/ 4379651 w 5260975"/>
              <a:gd name="connsiteY261" fmla="*/ 609506 h 1410656"/>
              <a:gd name="connsiteX262" fmla="*/ 4440139 w 5260975"/>
              <a:gd name="connsiteY262" fmla="*/ 621507 h 1410656"/>
              <a:gd name="connsiteX263" fmla="*/ 4460015 w 5260975"/>
              <a:gd name="connsiteY263" fmla="*/ 616899 h 1410656"/>
              <a:gd name="connsiteX264" fmla="*/ 4516183 w 5260975"/>
              <a:gd name="connsiteY264" fmla="*/ 577724 h 1410656"/>
              <a:gd name="connsiteX265" fmla="*/ 4571681 w 5260975"/>
              <a:gd name="connsiteY265" fmla="*/ 560250 h 1410656"/>
              <a:gd name="connsiteX266" fmla="*/ 4613447 w 5260975"/>
              <a:gd name="connsiteY266" fmla="*/ 555257 h 1410656"/>
              <a:gd name="connsiteX267" fmla="*/ 4649355 w 5260975"/>
              <a:gd name="connsiteY267" fmla="*/ 551417 h 1410656"/>
              <a:gd name="connsiteX268" fmla="*/ 4692467 w 5260975"/>
              <a:gd name="connsiteY268" fmla="*/ 540663 h 1410656"/>
              <a:gd name="connsiteX269" fmla="*/ 4716855 w 5260975"/>
              <a:gd name="connsiteY269" fmla="*/ 528949 h 1410656"/>
              <a:gd name="connsiteX270" fmla="*/ 4755645 w 5260975"/>
              <a:gd name="connsiteY270" fmla="*/ 512147 h 1410656"/>
              <a:gd name="connsiteX271" fmla="*/ 4795395 w 5260975"/>
              <a:gd name="connsiteY271" fmla="*/ 490351 h 1410656"/>
              <a:gd name="connsiteX272" fmla="*/ 4825928 w 5260975"/>
              <a:gd name="connsiteY272" fmla="*/ 459818 h 1410656"/>
              <a:gd name="connsiteX273" fmla="*/ 4842347 w 5260975"/>
              <a:gd name="connsiteY273" fmla="*/ 434086 h 1410656"/>
              <a:gd name="connsiteX274" fmla="*/ 4890451 w 5260975"/>
              <a:gd name="connsiteY274" fmla="*/ 397216 h 1410656"/>
              <a:gd name="connsiteX275" fmla="*/ 4933945 w 5260975"/>
              <a:gd name="connsiteY275" fmla="*/ 327701 h 1410656"/>
              <a:gd name="connsiteX276" fmla="*/ 4961214 w 5260975"/>
              <a:gd name="connsiteY276" fmla="*/ 298801 h 1410656"/>
              <a:gd name="connsiteX277" fmla="*/ 4976672 w 5260975"/>
              <a:gd name="connsiteY277" fmla="*/ 290639 h 1410656"/>
              <a:gd name="connsiteX278" fmla="*/ 5002979 w 5260975"/>
              <a:gd name="connsiteY278" fmla="*/ 270573 h 1410656"/>
              <a:gd name="connsiteX279" fmla="*/ 5018535 w 5260975"/>
              <a:gd name="connsiteY279" fmla="*/ 255690 h 1410656"/>
              <a:gd name="connsiteX280" fmla="*/ 5061069 w 5260975"/>
              <a:gd name="connsiteY280" fmla="*/ 200961 h 1410656"/>
              <a:gd name="connsiteX281" fmla="*/ 5074127 w 5260975"/>
              <a:gd name="connsiteY281" fmla="*/ 184735 h 1410656"/>
              <a:gd name="connsiteX282" fmla="*/ 5101108 w 5260975"/>
              <a:gd name="connsiteY282" fmla="*/ 156891 h 1410656"/>
              <a:gd name="connsiteX283" fmla="*/ 5112918 w 5260975"/>
              <a:gd name="connsiteY283" fmla="*/ 148441 h 1410656"/>
              <a:gd name="connsiteX284" fmla="*/ 5133753 w 5260975"/>
              <a:gd name="connsiteY284" fmla="*/ 125782 h 1410656"/>
              <a:gd name="connsiteX285" fmla="*/ 5183393 w 5260975"/>
              <a:gd name="connsiteY285" fmla="*/ 66348 h 1410656"/>
              <a:gd name="connsiteX286" fmla="*/ 5204709 w 5260975"/>
              <a:gd name="connsiteY286" fmla="*/ 33030 h 1410656"/>
              <a:gd name="connsiteX287" fmla="*/ 5247243 w 5260975"/>
              <a:gd name="connsiteY287" fmla="*/ 8451 h 141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5260975" h="1410656">
                <a:moveTo>
                  <a:pt x="5260975" y="0"/>
                </a:moveTo>
                <a:lnTo>
                  <a:pt x="5260975" y="221634"/>
                </a:lnTo>
                <a:lnTo>
                  <a:pt x="5226503" y="237063"/>
                </a:lnTo>
                <a:cubicBezTo>
                  <a:pt x="5219783" y="239848"/>
                  <a:pt x="5212389" y="241384"/>
                  <a:pt x="5206341" y="245128"/>
                </a:cubicBezTo>
                <a:cubicBezTo>
                  <a:pt x="5178495" y="262219"/>
                  <a:pt x="5151515" y="280654"/>
                  <a:pt x="5123287" y="297073"/>
                </a:cubicBezTo>
                <a:cubicBezTo>
                  <a:pt x="5094195" y="314067"/>
                  <a:pt x="5068175" y="334134"/>
                  <a:pt x="5048107" y="361307"/>
                </a:cubicBezTo>
                <a:cubicBezTo>
                  <a:pt x="5029480" y="386559"/>
                  <a:pt x="5011429" y="412194"/>
                  <a:pt x="4992899" y="437542"/>
                </a:cubicBezTo>
                <a:cubicBezTo>
                  <a:pt x="4988194" y="443975"/>
                  <a:pt x="4983873" y="451561"/>
                  <a:pt x="4977440" y="455690"/>
                </a:cubicBezTo>
                <a:cubicBezTo>
                  <a:pt x="4964094" y="464331"/>
                  <a:pt x="4949499" y="471340"/>
                  <a:pt x="4935193" y="478445"/>
                </a:cubicBezTo>
                <a:cubicBezTo>
                  <a:pt x="4922903" y="484494"/>
                  <a:pt x="4909845" y="489006"/>
                  <a:pt x="4897844" y="495535"/>
                </a:cubicBezTo>
                <a:cubicBezTo>
                  <a:pt x="4888243" y="500721"/>
                  <a:pt x="4879697" y="507922"/>
                  <a:pt x="4870767" y="514451"/>
                </a:cubicBezTo>
                <a:cubicBezTo>
                  <a:pt x="4862990" y="520115"/>
                  <a:pt x="4854445" y="525012"/>
                  <a:pt x="4847916" y="531830"/>
                </a:cubicBezTo>
                <a:cubicBezTo>
                  <a:pt x="4831977" y="548344"/>
                  <a:pt x="4815942" y="564571"/>
                  <a:pt x="4796163" y="576765"/>
                </a:cubicBezTo>
                <a:cubicBezTo>
                  <a:pt x="4776672" y="588862"/>
                  <a:pt x="4758237" y="602401"/>
                  <a:pt x="4738843" y="614691"/>
                </a:cubicBezTo>
                <a:cubicBezTo>
                  <a:pt x="4719831" y="626693"/>
                  <a:pt x="4702645" y="639846"/>
                  <a:pt x="4692755" y="661162"/>
                </a:cubicBezTo>
                <a:cubicBezTo>
                  <a:pt x="4688339" y="670571"/>
                  <a:pt x="4682097" y="680845"/>
                  <a:pt x="4673744" y="686318"/>
                </a:cubicBezTo>
                <a:cubicBezTo>
                  <a:pt x="4661838" y="694095"/>
                  <a:pt x="4646764" y="696880"/>
                  <a:pt x="4633801" y="703505"/>
                </a:cubicBezTo>
                <a:cubicBezTo>
                  <a:pt x="4618535" y="711282"/>
                  <a:pt x="4600869" y="718003"/>
                  <a:pt x="4590499" y="730389"/>
                </a:cubicBezTo>
                <a:cubicBezTo>
                  <a:pt x="4581281" y="741431"/>
                  <a:pt x="4571968" y="750072"/>
                  <a:pt x="4559773" y="757081"/>
                </a:cubicBezTo>
                <a:cubicBezTo>
                  <a:pt x="4551229" y="761978"/>
                  <a:pt x="4544892" y="770907"/>
                  <a:pt x="4536059" y="774940"/>
                </a:cubicBezTo>
                <a:cubicBezTo>
                  <a:pt x="4524441" y="780317"/>
                  <a:pt x="4512727" y="784542"/>
                  <a:pt x="4502549" y="792895"/>
                </a:cubicBezTo>
                <a:cubicBezTo>
                  <a:pt x="4491987" y="801536"/>
                  <a:pt x="4479986" y="808353"/>
                  <a:pt x="4468944" y="816419"/>
                </a:cubicBezTo>
                <a:cubicBezTo>
                  <a:pt x="4463087" y="820739"/>
                  <a:pt x="4458286" y="826404"/>
                  <a:pt x="4452622" y="830917"/>
                </a:cubicBezTo>
                <a:cubicBezTo>
                  <a:pt x="4442252" y="839174"/>
                  <a:pt x="4431690" y="847239"/>
                  <a:pt x="4421032" y="855016"/>
                </a:cubicBezTo>
                <a:cubicBezTo>
                  <a:pt x="4410375" y="862794"/>
                  <a:pt x="4400197" y="871819"/>
                  <a:pt x="4388483" y="877484"/>
                </a:cubicBezTo>
                <a:cubicBezTo>
                  <a:pt x="4368513" y="887086"/>
                  <a:pt x="4346717" y="892847"/>
                  <a:pt x="4327321" y="903216"/>
                </a:cubicBezTo>
                <a:cubicBezTo>
                  <a:pt x="4307639" y="913777"/>
                  <a:pt x="4289107" y="927028"/>
                  <a:pt x="4271633" y="941046"/>
                </a:cubicBezTo>
                <a:cubicBezTo>
                  <a:pt x="4257807" y="952088"/>
                  <a:pt x="4244845" y="963034"/>
                  <a:pt x="4227465" y="968698"/>
                </a:cubicBezTo>
                <a:cubicBezTo>
                  <a:pt x="4217768" y="971867"/>
                  <a:pt x="4207591" y="978780"/>
                  <a:pt x="4201733" y="986846"/>
                </a:cubicBezTo>
                <a:cubicBezTo>
                  <a:pt x="4189059" y="1004416"/>
                  <a:pt x="4172833" y="1016802"/>
                  <a:pt x="4154494" y="1027364"/>
                </a:cubicBezTo>
                <a:cubicBezTo>
                  <a:pt x="4130010" y="1041574"/>
                  <a:pt x="4105814" y="1056072"/>
                  <a:pt x="4081234" y="1069994"/>
                </a:cubicBezTo>
                <a:cubicBezTo>
                  <a:pt x="4066737" y="1078252"/>
                  <a:pt x="4052335" y="1086989"/>
                  <a:pt x="4036971" y="1093038"/>
                </a:cubicBezTo>
                <a:cubicBezTo>
                  <a:pt x="4005575" y="1105520"/>
                  <a:pt x="3973410" y="1116177"/>
                  <a:pt x="3941725" y="1127796"/>
                </a:cubicBezTo>
                <a:cubicBezTo>
                  <a:pt x="3931355" y="1131540"/>
                  <a:pt x="3921561" y="1136917"/>
                  <a:pt x="3910999" y="1140182"/>
                </a:cubicBezTo>
                <a:cubicBezTo>
                  <a:pt x="3899573" y="1143734"/>
                  <a:pt x="3887285" y="1144790"/>
                  <a:pt x="3875859" y="1148343"/>
                </a:cubicBezTo>
                <a:cubicBezTo>
                  <a:pt x="3856847" y="1154199"/>
                  <a:pt x="3838412" y="1161689"/>
                  <a:pt x="3819401" y="1167642"/>
                </a:cubicBezTo>
                <a:cubicBezTo>
                  <a:pt x="3782723" y="1179068"/>
                  <a:pt x="3745949" y="1190014"/>
                  <a:pt x="3709176" y="1200863"/>
                </a:cubicBezTo>
                <a:cubicBezTo>
                  <a:pt x="3701303" y="1203168"/>
                  <a:pt x="3692757" y="1203456"/>
                  <a:pt x="3684981" y="1205952"/>
                </a:cubicBezTo>
                <a:cubicBezTo>
                  <a:pt x="3664337" y="1212673"/>
                  <a:pt x="3643789" y="1219970"/>
                  <a:pt x="3623338" y="1227363"/>
                </a:cubicBezTo>
                <a:cubicBezTo>
                  <a:pt x="3610953" y="1231876"/>
                  <a:pt x="3598854" y="1237445"/>
                  <a:pt x="3586373" y="1241765"/>
                </a:cubicBezTo>
                <a:cubicBezTo>
                  <a:pt x="3576387" y="1245222"/>
                  <a:pt x="3566113" y="1247910"/>
                  <a:pt x="3555743" y="1250023"/>
                </a:cubicBezTo>
                <a:cubicBezTo>
                  <a:pt x="3546814" y="1251848"/>
                  <a:pt x="3537501" y="1251655"/>
                  <a:pt x="3528667" y="1253864"/>
                </a:cubicBezTo>
                <a:cubicBezTo>
                  <a:pt x="3504759" y="1259816"/>
                  <a:pt x="3481140" y="1266538"/>
                  <a:pt x="3457424" y="1272874"/>
                </a:cubicBezTo>
                <a:cubicBezTo>
                  <a:pt x="3447919" y="1275371"/>
                  <a:pt x="3438221" y="1277196"/>
                  <a:pt x="3429003" y="1280364"/>
                </a:cubicBezTo>
                <a:cubicBezTo>
                  <a:pt x="3404327" y="1288717"/>
                  <a:pt x="3380036" y="1298222"/>
                  <a:pt x="3355264" y="1306096"/>
                </a:cubicBezTo>
                <a:cubicBezTo>
                  <a:pt x="3334717" y="1312625"/>
                  <a:pt x="3313593" y="1317329"/>
                  <a:pt x="3292757" y="1323090"/>
                </a:cubicBezTo>
                <a:cubicBezTo>
                  <a:pt x="3283924" y="1325587"/>
                  <a:pt x="3275475" y="1329140"/>
                  <a:pt x="3266643" y="1331251"/>
                </a:cubicBezTo>
                <a:cubicBezTo>
                  <a:pt x="3246863" y="1336053"/>
                  <a:pt x="3226796" y="1340085"/>
                  <a:pt x="3206921" y="1344886"/>
                </a:cubicBezTo>
                <a:cubicBezTo>
                  <a:pt x="3195590" y="1347670"/>
                  <a:pt x="3184645" y="1352663"/>
                  <a:pt x="3173123" y="1354488"/>
                </a:cubicBezTo>
                <a:cubicBezTo>
                  <a:pt x="3145759" y="1358808"/>
                  <a:pt x="3118203" y="1361880"/>
                  <a:pt x="3090646" y="1365337"/>
                </a:cubicBezTo>
                <a:cubicBezTo>
                  <a:pt x="3062227" y="1368889"/>
                  <a:pt x="3033902" y="1372634"/>
                  <a:pt x="3005480" y="1375802"/>
                </a:cubicBezTo>
                <a:cubicBezTo>
                  <a:pt x="2989926" y="1377435"/>
                  <a:pt x="2974275" y="1377723"/>
                  <a:pt x="2958721" y="1379259"/>
                </a:cubicBezTo>
                <a:cubicBezTo>
                  <a:pt x="2945087" y="1380604"/>
                  <a:pt x="2931549" y="1383100"/>
                  <a:pt x="2917915" y="1384733"/>
                </a:cubicBezTo>
                <a:cubicBezTo>
                  <a:pt x="2906105" y="1386076"/>
                  <a:pt x="2894199" y="1386844"/>
                  <a:pt x="2882389" y="1388189"/>
                </a:cubicBezTo>
                <a:cubicBezTo>
                  <a:pt x="2863475" y="1390397"/>
                  <a:pt x="2844655" y="1392894"/>
                  <a:pt x="2825837" y="1395198"/>
                </a:cubicBezTo>
                <a:cubicBezTo>
                  <a:pt x="2817964" y="1396062"/>
                  <a:pt x="2809706" y="1398462"/>
                  <a:pt x="2802313" y="1397023"/>
                </a:cubicBezTo>
                <a:cubicBezTo>
                  <a:pt x="2783686" y="1393373"/>
                  <a:pt x="2765347" y="1394430"/>
                  <a:pt x="2746816" y="1396926"/>
                </a:cubicBezTo>
                <a:cubicBezTo>
                  <a:pt x="2740479" y="1397791"/>
                  <a:pt x="2733662" y="1397598"/>
                  <a:pt x="2727517" y="1395966"/>
                </a:cubicBezTo>
                <a:cubicBezTo>
                  <a:pt x="2714939" y="1392701"/>
                  <a:pt x="2702745" y="1388092"/>
                  <a:pt x="2690359" y="1384060"/>
                </a:cubicBezTo>
                <a:cubicBezTo>
                  <a:pt x="2689014" y="1383580"/>
                  <a:pt x="2687382" y="1383484"/>
                  <a:pt x="2685943" y="1383196"/>
                </a:cubicBezTo>
                <a:cubicBezTo>
                  <a:pt x="2677781" y="1381563"/>
                  <a:pt x="2669717" y="1379931"/>
                  <a:pt x="2661554" y="1378491"/>
                </a:cubicBezTo>
                <a:cubicBezTo>
                  <a:pt x="2657138" y="1377723"/>
                  <a:pt x="2652625" y="1377627"/>
                  <a:pt x="2648208" y="1376955"/>
                </a:cubicBezTo>
                <a:cubicBezTo>
                  <a:pt x="2631118" y="1374266"/>
                  <a:pt x="2612299" y="1378779"/>
                  <a:pt x="2597512" y="1367162"/>
                </a:cubicBezTo>
                <a:cubicBezTo>
                  <a:pt x="2587911" y="1359672"/>
                  <a:pt x="2578597" y="1361401"/>
                  <a:pt x="2568324" y="1362553"/>
                </a:cubicBezTo>
                <a:cubicBezTo>
                  <a:pt x="2560547" y="1363417"/>
                  <a:pt x="2552577" y="1363128"/>
                  <a:pt x="2544704" y="1363225"/>
                </a:cubicBezTo>
                <a:cubicBezTo>
                  <a:pt x="2530878" y="1363512"/>
                  <a:pt x="2517052" y="1363609"/>
                  <a:pt x="2503225" y="1364089"/>
                </a:cubicBezTo>
                <a:cubicBezTo>
                  <a:pt x="2498808" y="1364281"/>
                  <a:pt x="2494297" y="1366682"/>
                  <a:pt x="2489975" y="1366298"/>
                </a:cubicBezTo>
                <a:cubicBezTo>
                  <a:pt x="2470004" y="1364473"/>
                  <a:pt x="2450033" y="1361592"/>
                  <a:pt x="2430061" y="1359960"/>
                </a:cubicBezTo>
                <a:cubicBezTo>
                  <a:pt x="2418732" y="1359001"/>
                  <a:pt x="2407114" y="1360824"/>
                  <a:pt x="2395880" y="1359480"/>
                </a:cubicBezTo>
                <a:cubicBezTo>
                  <a:pt x="2382919" y="1357944"/>
                  <a:pt x="2370245" y="1354008"/>
                  <a:pt x="2357378" y="1351607"/>
                </a:cubicBezTo>
                <a:cubicBezTo>
                  <a:pt x="2353826" y="1350935"/>
                  <a:pt x="2349889" y="1351799"/>
                  <a:pt x="2346145" y="1351991"/>
                </a:cubicBezTo>
                <a:cubicBezTo>
                  <a:pt x="2341920" y="1352183"/>
                  <a:pt x="2337791" y="1352567"/>
                  <a:pt x="2333567" y="1352663"/>
                </a:cubicBezTo>
                <a:cubicBezTo>
                  <a:pt x="2320700" y="1352856"/>
                  <a:pt x="2307835" y="1352567"/>
                  <a:pt x="2294968" y="1353240"/>
                </a:cubicBezTo>
                <a:cubicBezTo>
                  <a:pt x="2287095" y="1353624"/>
                  <a:pt x="2278839" y="1357560"/>
                  <a:pt x="2271540" y="1356120"/>
                </a:cubicBezTo>
                <a:cubicBezTo>
                  <a:pt x="2256659" y="1353335"/>
                  <a:pt x="2241776" y="1359576"/>
                  <a:pt x="2226895" y="1354392"/>
                </a:cubicBezTo>
                <a:cubicBezTo>
                  <a:pt x="2222285" y="1352856"/>
                  <a:pt x="2215948" y="1356696"/>
                  <a:pt x="2210379" y="1356888"/>
                </a:cubicBezTo>
                <a:cubicBezTo>
                  <a:pt x="2196457" y="1357368"/>
                  <a:pt x="2182535" y="1357272"/>
                  <a:pt x="2168613" y="1357176"/>
                </a:cubicBezTo>
                <a:cubicBezTo>
                  <a:pt x="2156131" y="1357080"/>
                  <a:pt x="2143168" y="1358424"/>
                  <a:pt x="2131167" y="1355736"/>
                </a:cubicBezTo>
                <a:cubicBezTo>
                  <a:pt x="2118588" y="1352856"/>
                  <a:pt x="2107259" y="1353240"/>
                  <a:pt x="2095065" y="1356504"/>
                </a:cubicBezTo>
                <a:cubicBezTo>
                  <a:pt x="2086711" y="1358712"/>
                  <a:pt x="2077878" y="1359001"/>
                  <a:pt x="2069237" y="1359672"/>
                </a:cubicBezTo>
                <a:cubicBezTo>
                  <a:pt x="2059924" y="1360440"/>
                  <a:pt x="2049650" y="1358424"/>
                  <a:pt x="2041201" y="1361592"/>
                </a:cubicBezTo>
                <a:cubicBezTo>
                  <a:pt x="2016044" y="1371002"/>
                  <a:pt x="1990216" y="1373018"/>
                  <a:pt x="1963909" y="1373018"/>
                </a:cubicBezTo>
                <a:cubicBezTo>
                  <a:pt x="1959107" y="1373018"/>
                  <a:pt x="1954210" y="1371675"/>
                  <a:pt x="1949603" y="1370234"/>
                </a:cubicBezTo>
                <a:cubicBezTo>
                  <a:pt x="1922717" y="1361592"/>
                  <a:pt x="1895737" y="1362360"/>
                  <a:pt x="1868373" y="1367641"/>
                </a:cubicBezTo>
                <a:cubicBezTo>
                  <a:pt x="1862708" y="1368794"/>
                  <a:pt x="1856372" y="1368986"/>
                  <a:pt x="1850707" y="1367834"/>
                </a:cubicBezTo>
                <a:cubicBezTo>
                  <a:pt x="1834768" y="1364473"/>
                  <a:pt x="1819309" y="1358904"/>
                  <a:pt x="1803275" y="1356504"/>
                </a:cubicBezTo>
                <a:cubicBezTo>
                  <a:pt x="1776775" y="1352567"/>
                  <a:pt x="1753828" y="1365817"/>
                  <a:pt x="1730112" y="1374459"/>
                </a:cubicBezTo>
                <a:cubicBezTo>
                  <a:pt x="1707548" y="1382620"/>
                  <a:pt x="1688345" y="1401055"/>
                  <a:pt x="1661652" y="1396926"/>
                </a:cubicBezTo>
                <a:cubicBezTo>
                  <a:pt x="1658965" y="1396542"/>
                  <a:pt x="1655988" y="1399134"/>
                  <a:pt x="1653011" y="1399807"/>
                </a:cubicBezTo>
                <a:cubicBezTo>
                  <a:pt x="1644850" y="1401631"/>
                  <a:pt x="1636689" y="1403839"/>
                  <a:pt x="1628431" y="1404704"/>
                </a:cubicBezTo>
                <a:cubicBezTo>
                  <a:pt x="1618350" y="1405856"/>
                  <a:pt x="1608076" y="1405472"/>
                  <a:pt x="1597995" y="1406432"/>
                </a:cubicBezTo>
                <a:cubicBezTo>
                  <a:pt x="1585032" y="1407584"/>
                  <a:pt x="1572263" y="1410656"/>
                  <a:pt x="1559396" y="1410656"/>
                </a:cubicBezTo>
                <a:cubicBezTo>
                  <a:pt x="1549026" y="1410656"/>
                  <a:pt x="1538753" y="1407104"/>
                  <a:pt x="1528480" y="1405375"/>
                </a:cubicBezTo>
                <a:cubicBezTo>
                  <a:pt x="1513981" y="1402975"/>
                  <a:pt x="1498042" y="1403647"/>
                  <a:pt x="1485272" y="1397502"/>
                </a:cubicBezTo>
                <a:cubicBezTo>
                  <a:pt x="1471639" y="1390973"/>
                  <a:pt x="1458676" y="1387997"/>
                  <a:pt x="1444562" y="1390013"/>
                </a:cubicBezTo>
                <a:cubicBezTo>
                  <a:pt x="1439857" y="1390685"/>
                  <a:pt x="1433808" y="1394718"/>
                  <a:pt x="1431696" y="1398846"/>
                </a:cubicBezTo>
                <a:cubicBezTo>
                  <a:pt x="1426991" y="1408064"/>
                  <a:pt x="1420559" y="1409697"/>
                  <a:pt x="1411821" y="1406527"/>
                </a:cubicBezTo>
                <a:cubicBezTo>
                  <a:pt x="1404236" y="1403839"/>
                  <a:pt x="1394922" y="1402495"/>
                  <a:pt x="1389738" y="1397310"/>
                </a:cubicBezTo>
                <a:cubicBezTo>
                  <a:pt x="1375047" y="1382620"/>
                  <a:pt x="1356324" y="1382140"/>
                  <a:pt x="1338081" y="1378204"/>
                </a:cubicBezTo>
                <a:cubicBezTo>
                  <a:pt x="1326945" y="1375802"/>
                  <a:pt x="1316574" y="1375707"/>
                  <a:pt x="1305436" y="1377339"/>
                </a:cubicBezTo>
                <a:cubicBezTo>
                  <a:pt x="1281241" y="1380988"/>
                  <a:pt x="1257717" y="1375802"/>
                  <a:pt x="1234481" y="1369178"/>
                </a:cubicBezTo>
                <a:cubicBezTo>
                  <a:pt x="1219118" y="1364761"/>
                  <a:pt x="1203372" y="1362073"/>
                  <a:pt x="1188106" y="1357560"/>
                </a:cubicBezTo>
                <a:cubicBezTo>
                  <a:pt x="1176680" y="1354104"/>
                  <a:pt x="1165255" y="1349975"/>
                  <a:pt x="1154790" y="1344406"/>
                </a:cubicBezTo>
                <a:cubicBezTo>
                  <a:pt x="1139618" y="1336244"/>
                  <a:pt x="1126369" y="1323954"/>
                  <a:pt x="1107069" y="1327219"/>
                </a:cubicBezTo>
                <a:cubicBezTo>
                  <a:pt x="1090074" y="1330099"/>
                  <a:pt x="1074713" y="1324051"/>
                  <a:pt x="1059158" y="1318290"/>
                </a:cubicBezTo>
                <a:cubicBezTo>
                  <a:pt x="1047732" y="1314065"/>
                  <a:pt x="1036308" y="1309744"/>
                  <a:pt x="1024496" y="1307056"/>
                </a:cubicBezTo>
                <a:cubicBezTo>
                  <a:pt x="1010478" y="1303887"/>
                  <a:pt x="994635" y="1305232"/>
                  <a:pt x="982153" y="1299374"/>
                </a:cubicBezTo>
                <a:cubicBezTo>
                  <a:pt x="969095" y="1293229"/>
                  <a:pt x="958246" y="1297358"/>
                  <a:pt x="946628" y="1299087"/>
                </a:cubicBezTo>
                <a:cubicBezTo>
                  <a:pt x="928097" y="1301775"/>
                  <a:pt x="909661" y="1306768"/>
                  <a:pt x="890939" y="1300431"/>
                </a:cubicBezTo>
                <a:cubicBezTo>
                  <a:pt x="868184" y="1292750"/>
                  <a:pt x="845620" y="1284493"/>
                  <a:pt x="822769" y="1277196"/>
                </a:cubicBezTo>
                <a:cubicBezTo>
                  <a:pt x="813934" y="1274410"/>
                  <a:pt x="804431" y="1273258"/>
                  <a:pt x="795212" y="1272010"/>
                </a:cubicBezTo>
                <a:cubicBezTo>
                  <a:pt x="786476" y="1270954"/>
                  <a:pt x="776010" y="1273642"/>
                  <a:pt x="769288" y="1269610"/>
                </a:cubicBezTo>
                <a:cubicBezTo>
                  <a:pt x="752005" y="1259241"/>
                  <a:pt x="734243" y="1254152"/>
                  <a:pt x="714271" y="1254152"/>
                </a:cubicBezTo>
                <a:cubicBezTo>
                  <a:pt x="706781" y="1254152"/>
                  <a:pt x="699484" y="1249831"/>
                  <a:pt x="691900" y="1249062"/>
                </a:cubicBezTo>
                <a:cubicBezTo>
                  <a:pt x="681529" y="1248103"/>
                  <a:pt x="669623" y="1245510"/>
                  <a:pt x="660598" y="1249159"/>
                </a:cubicBezTo>
                <a:cubicBezTo>
                  <a:pt x="639379" y="1257800"/>
                  <a:pt x="622193" y="1250599"/>
                  <a:pt x="603662" y="1242054"/>
                </a:cubicBezTo>
                <a:cubicBezTo>
                  <a:pt x="585418" y="1233604"/>
                  <a:pt x="566215" y="1226884"/>
                  <a:pt x="546821" y="1221314"/>
                </a:cubicBezTo>
                <a:cubicBezTo>
                  <a:pt x="539524" y="1219298"/>
                  <a:pt x="530787" y="1222659"/>
                  <a:pt x="522721" y="1223330"/>
                </a:cubicBezTo>
                <a:cubicBezTo>
                  <a:pt x="519840" y="1223523"/>
                  <a:pt x="516671" y="1223811"/>
                  <a:pt x="514080" y="1222851"/>
                </a:cubicBezTo>
                <a:cubicBezTo>
                  <a:pt x="489020" y="1213633"/>
                  <a:pt x="463575" y="1206624"/>
                  <a:pt x="436404" y="1211424"/>
                </a:cubicBezTo>
                <a:cubicBezTo>
                  <a:pt x="433908" y="1211905"/>
                  <a:pt x="431123" y="1210849"/>
                  <a:pt x="428626" y="1210177"/>
                </a:cubicBezTo>
                <a:cubicBezTo>
                  <a:pt x="416432" y="1206720"/>
                  <a:pt x="404526" y="1201247"/>
                  <a:pt x="392141" y="1199999"/>
                </a:cubicBezTo>
                <a:cubicBezTo>
                  <a:pt x="361608" y="1196927"/>
                  <a:pt x="330884" y="1195678"/>
                  <a:pt x="300157" y="1193662"/>
                </a:cubicBezTo>
                <a:cubicBezTo>
                  <a:pt x="298237" y="1193566"/>
                  <a:pt x="296221" y="1193566"/>
                  <a:pt x="294493" y="1192894"/>
                </a:cubicBezTo>
                <a:cubicBezTo>
                  <a:pt x="283163" y="1188765"/>
                  <a:pt x="273274" y="1190110"/>
                  <a:pt x="263671" y="1197982"/>
                </a:cubicBezTo>
                <a:cubicBezTo>
                  <a:pt x="259447" y="1201439"/>
                  <a:pt x="253686" y="1203263"/>
                  <a:pt x="248406" y="1205184"/>
                </a:cubicBezTo>
                <a:cubicBezTo>
                  <a:pt x="240628" y="1208065"/>
                  <a:pt x="232659" y="1210849"/>
                  <a:pt x="224594" y="1212673"/>
                </a:cubicBezTo>
                <a:cubicBezTo>
                  <a:pt x="216624" y="1214401"/>
                  <a:pt x="208079" y="1216801"/>
                  <a:pt x="200398" y="1215458"/>
                </a:cubicBezTo>
                <a:cubicBezTo>
                  <a:pt x="186572" y="1213057"/>
                  <a:pt x="173417" y="1207681"/>
                  <a:pt x="159783" y="1204127"/>
                </a:cubicBezTo>
                <a:cubicBezTo>
                  <a:pt x="155079" y="1202879"/>
                  <a:pt x="149893" y="1203072"/>
                  <a:pt x="144997" y="1202975"/>
                </a:cubicBezTo>
                <a:cubicBezTo>
                  <a:pt x="133763" y="1202688"/>
                  <a:pt x="122241" y="1205472"/>
                  <a:pt x="112064" y="1197503"/>
                </a:cubicBezTo>
                <a:cubicBezTo>
                  <a:pt x="102655" y="1190014"/>
                  <a:pt x="93148" y="1192221"/>
                  <a:pt x="83259" y="1197887"/>
                </a:cubicBezTo>
                <a:cubicBezTo>
                  <a:pt x="76154" y="1201920"/>
                  <a:pt x="68090" y="1205088"/>
                  <a:pt x="60120" y="1206624"/>
                </a:cubicBezTo>
                <a:cubicBezTo>
                  <a:pt x="49174" y="1208736"/>
                  <a:pt x="38324" y="1209601"/>
                  <a:pt x="26514" y="1208352"/>
                </a:cubicBezTo>
                <a:cubicBezTo>
                  <a:pt x="18161" y="1207488"/>
                  <a:pt x="11343" y="1207104"/>
                  <a:pt x="4814" y="1202015"/>
                </a:cubicBezTo>
                <a:cubicBezTo>
                  <a:pt x="3759" y="1201247"/>
                  <a:pt x="1839" y="1201055"/>
                  <a:pt x="398" y="1201152"/>
                </a:cubicBezTo>
                <a:lnTo>
                  <a:pt x="0" y="1201150"/>
                </a:lnTo>
                <a:lnTo>
                  <a:pt x="0" y="1004512"/>
                </a:lnTo>
                <a:lnTo>
                  <a:pt x="30355" y="1002784"/>
                </a:lnTo>
                <a:cubicBezTo>
                  <a:pt x="37748" y="1002111"/>
                  <a:pt x="44853" y="999520"/>
                  <a:pt x="52151" y="997695"/>
                </a:cubicBezTo>
                <a:cubicBezTo>
                  <a:pt x="56183" y="996639"/>
                  <a:pt x="60504" y="993855"/>
                  <a:pt x="64248" y="994430"/>
                </a:cubicBezTo>
                <a:cubicBezTo>
                  <a:pt x="85948" y="997791"/>
                  <a:pt x="105823" y="989534"/>
                  <a:pt x="126370" y="985405"/>
                </a:cubicBezTo>
                <a:cubicBezTo>
                  <a:pt x="135876" y="983485"/>
                  <a:pt x="144805" y="978876"/>
                  <a:pt x="154022" y="975708"/>
                </a:cubicBezTo>
                <a:cubicBezTo>
                  <a:pt x="156423" y="974843"/>
                  <a:pt x="159111" y="974075"/>
                  <a:pt x="161512" y="974268"/>
                </a:cubicBezTo>
                <a:cubicBezTo>
                  <a:pt x="175242" y="975420"/>
                  <a:pt x="188876" y="977052"/>
                  <a:pt x="202510" y="978300"/>
                </a:cubicBezTo>
                <a:cubicBezTo>
                  <a:pt x="214896" y="979452"/>
                  <a:pt x="227378" y="979836"/>
                  <a:pt x="233235" y="993950"/>
                </a:cubicBezTo>
                <a:cubicBezTo>
                  <a:pt x="234100" y="996159"/>
                  <a:pt x="236979" y="997791"/>
                  <a:pt x="239188" y="999231"/>
                </a:cubicBezTo>
                <a:cubicBezTo>
                  <a:pt x="273274" y="1021411"/>
                  <a:pt x="291516" y="1020835"/>
                  <a:pt x="324834" y="997407"/>
                </a:cubicBezTo>
                <a:cubicBezTo>
                  <a:pt x="328290" y="995007"/>
                  <a:pt x="335683" y="993278"/>
                  <a:pt x="337987" y="995198"/>
                </a:cubicBezTo>
                <a:cubicBezTo>
                  <a:pt x="357575" y="1011137"/>
                  <a:pt x="378986" y="1009409"/>
                  <a:pt x="401550" y="1004416"/>
                </a:cubicBezTo>
                <a:cubicBezTo>
                  <a:pt x="407407" y="1003072"/>
                  <a:pt x="415664" y="1003072"/>
                  <a:pt x="420081" y="1006240"/>
                </a:cubicBezTo>
                <a:cubicBezTo>
                  <a:pt x="441108" y="1020930"/>
                  <a:pt x="463672" y="1018819"/>
                  <a:pt x="486523" y="1014498"/>
                </a:cubicBezTo>
                <a:cubicBezTo>
                  <a:pt x="490075" y="1013826"/>
                  <a:pt x="494397" y="1010177"/>
                  <a:pt x="495932" y="1006817"/>
                </a:cubicBezTo>
                <a:cubicBezTo>
                  <a:pt x="501406" y="994911"/>
                  <a:pt x="511680" y="990878"/>
                  <a:pt x="523009" y="987517"/>
                </a:cubicBezTo>
                <a:cubicBezTo>
                  <a:pt x="540868" y="982044"/>
                  <a:pt x="558438" y="975611"/>
                  <a:pt x="576393" y="970427"/>
                </a:cubicBezTo>
                <a:cubicBezTo>
                  <a:pt x="580811" y="969179"/>
                  <a:pt x="586283" y="969947"/>
                  <a:pt x="590892" y="971387"/>
                </a:cubicBezTo>
                <a:cubicBezTo>
                  <a:pt x="606638" y="976284"/>
                  <a:pt x="616624" y="988574"/>
                  <a:pt x="627569" y="999904"/>
                </a:cubicBezTo>
                <a:cubicBezTo>
                  <a:pt x="632370" y="1004897"/>
                  <a:pt x="638995" y="1008449"/>
                  <a:pt x="645429" y="1011329"/>
                </a:cubicBezTo>
                <a:cubicBezTo>
                  <a:pt x="662135" y="1018723"/>
                  <a:pt x="679226" y="1025348"/>
                  <a:pt x="696125" y="1032356"/>
                </a:cubicBezTo>
                <a:cubicBezTo>
                  <a:pt x="697757" y="1033029"/>
                  <a:pt x="699100" y="1034757"/>
                  <a:pt x="700349" y="1036197"/>
                </a:cubicBezTo>
                <a:cubicBezTo>
                  <a:pt x="712831" y="1051368"/>
                  <a:pt x="725216" y="1066634"/>
                  <a:pt x="737795" y="1081804"/>
                </a:cubicBezTo>
                <a:cubicBezTo>
                  <a:pt x="740195" y="1084684"/>
                  <a:pt x="743652" y="1086797"/>
                  <a:pt x="746244" y="1089581"/>
                </a:cubicBezTo>
                <a:cubicBezTo>
                  <a:pt x="749893" y="1093422"/>
                  <a:pt x="754502" y="1097071"/>
                  <a:pt x="756422" y="1101680"/>
                </a:cubicBezTo>
                <a:cubicBezTo>
                  <a:pt x="762374" y="1116177"/>
                  <a:pt x="773801" y="1122419"/>
                  <a:pt x="788202" y="1125108"/>
                </a:cubicBezTo>
                <a:cubicBezTo>
                  <a:pt x="801357" y="1127603"/>
                  <a:pt x="814511" y="1129716"/>
                  <a:pt x="827569" y="1132596"/>
                </a:cubicBezTo>
                <a:cubicBezTo>
                  <a:pt x="843507" y="1136053"/>
                  <a:pt x="859350" y="1139798"/>
                  <a:pt x="875097" y="1144022"/>
                </a:cubicBezTo>
                <a:cubicBezTo>
                  <a:pt x="881913" y="1145847"/>
                  <a:pt x="889115" y="1147959"/>
                  <a:pt x="894972" y="1151704"/>
                </a:cubicBezTo>
                <a:cubicBezTo>
                  <a:pt x="911390" y="1162073"/>
                  <a:pt x="928961" y="1169082"/>
                  <a:pt x="948260" y="1166298"/>
                </a:cubicBezTo>
                <a:cubicBezTo>
                  <a:pt x="963718" y="1164089"/>
                  <a:pt x="976680" y="1169754"/>
                  <a:pt x="986282" y="1178588"/>
                </a:cubicBezTo>
                <a:cubicBezTo>
                  <a:pt x="1003757" y="1194623"/>
                  <a:pt x="1022479" y="1190973"/>
                  <a:pt x="1041107" y="1185789"/>
                </a:cubicBezTo>
                <a:cubicBezTo>
                  <a:pt x="1050708" y="1183101"/>
                  <a:pt x="1058581" y="1183485"/>
                  <a:pt x="1067703" y="1186076"/>
                </a:cubicBezTo>
                <a:cubicBezTo>
                  <a:pt x="1088826" y="1192126"/>
                  <a:pt x="1102941" y="1208544"/>
                  <a:pt x="1116574" y="1222946"/>
                </a:cubicBezTo>
                <a:cubicBezTo>
                  <a:pt x="1128193" y="1235236"/>
                  <a:pt x="1141251" y="1242149"/>
                  <a:pt x="1155557" y="1247335"/>
                </a:cubicBezTo>
                <a:cubicBezTo>
                  <a:pt x="1173608" y="1253959"/>
                  <a:pt x="1187914" y="1251464"/>
                  <a:pt x="1196556" y="1235525"/>
                </a:cubicBezTo>
                <a:cubicBezTo>
                  <a:pt x="1198956" y="1231012"/>
                  <a:pt x="1203180" y="1225730"/>
                  <a:pt x="1207693" y="1224387"/>
                </a:cubicBezTo>
                <a:cubicBezTo>
                  <a:pt x="1229488" y="1217666"/>
                  <a:pt x="1251572" y="1207872"/>
                  <a:pt x="1274904" y="1213826"/>
                </a:cubicBezTo>
                <a:cubicBezTo>
                  <a:pt x="1307165" y="1221987"/>
                  <a:pt x="1338658" y="1221507"/>
                  <a:pt x="1370919" y="1213442"/>
                </a:cubicBezTo>
                <a:cubicBezTo>
                  <a:pt x="1423247" y="1200383"/>
                  <a:pt x="1475575" y="1186557"/>
                  <a:pt x="1530593" y="1189437"/>
                </a:cubicBezTo>
                <a:cubicBezTo>
                  <a:pt x="1539713" y="1189917"/>
                  <a:pt x="1550563" y="1184060"/>
                  <a:pt x="1558436" y="1178299"/>
                </a:cubicBezTo>
                <a:cubicBezTo>
                  <a:pt x="1573511" y="1167354"/>
                  <a:pt x="1572838" y="1166489"/>
                  <a:pt x="1589737" y="1175515"/>
                </a:cubicBezTo>
                <a:cubicBezTo>
                  <a:pt x="1593770" y="1177724"/>
                  <a:pt x="1598763" y="1179068"/>
                  <a:pt x="1601740" y="1182333"/>
                </a:cubicBezTo>
                <a:cubicBezTo>
                  <a:pt x="1616909" y="1198943"/>
                  <a:pt x="1635633" y="1194910"/>
                  <a:pt x="1654259" y="1192510"/>
                </a:cubicBezTo>
                <a:cubicBezTo>
                  <a:pt x="1657524" y="1192030"/>
                  <a:pt x="1661460" y="1191358"/>
                  <a:pt x="1664246" y="1192702"/>
                </a:cubicBezTo>
                <a:cubicBezTo>
                  <a:pt x="1676823" y="1198750"/>
                  <a:pt x="1687481" y="1196639"/>
                  <a:pt x="1698427" y="1188381"/>
                </a:cubicBezTo>
                <a:cubicBezTo>
                  <a:pt x="1707932" y="1181276"/>
                  <a:pt x="1718878" y="1177052"/>
                  <a:pt x="1730112" y="1185885"/>
                </a:cubicBezTo>
                <a:cubicBezTo>
                  <a:pt x="1755076" y="1205472"/>
                  <a:pt x="1781767" y="1206432"/>
                  <a:pt x="1809996" y="1194046"/>
                </a:cubicBezTo>
                <a:cubicBezTo>
                  <a:pt x="1830159" y="1185213"/>
                  <a:pt x="1850034" y="1183196"/>
                  <a:pt x="1871254" y="1192126"/>
                </a:cubicBezTo>
                <a:cubicBezTo>
                  <a:pt x="1879415" y="1195582"/>
                  <a:pt x="1889977" y="1193278"/>
                  <a:pt x="1899482" y="1194046"/>
                </a:cubicBezTo>
                <a:cubicBezTo>
                  <a:pt x="1904859" y="1194430"/>
                  <a:pt x="1910813" y="1194526"/>
                  <a:pt x="1915420" y="1196927"/>
                </a:cubicBezTo>
                <a:cubicBezTo>
                  <a:pt x="1927711" y="1203072"/>
                  <a:pt x="1939136" y="1210945"/>
                  <a:pt x="1951522" y="1216994"/>
                </a:cubicBezTo>
                <a:cubicBezTo>
                  <a:pt x="1957475" y="1219874"/>
                  <a:pt x="1964580" y="1221410"/>
                  <a:pt x="1971302" y="1221507"/>
                </a:cubicBezTo>
                <a:cubicBezTo>
                  <a:pt x="1991177" y="1221987"/>
                  <a:pt x="2011052" y="1221987"/>
                  <a:pt x="2030831" y="1221123"/>
                </a:cubicBezTo>
                <a:cubicBezTo>
                  <a:pt x="2063476" y="1219778"/>
                  <a:pt x="2096601" y="1219490"/>
                  <a:pt x="2120125" y="1190878"/>
                </a:cubicBezTo>
                <a:cubicBezTo>
                  <a:pt x="2122046" y="1188573"/>
                  <a:pt x="2126174" y="1187229"/>
                  <a:pt x="2129439" y="1186845"/>
                </a:cubicBezTo>
                <a:cubicBezTo>
                  <a:pt x="2144513" y="1185021"/>
                  <a:pt x="2159971" y="1184828"/>
                  <a:pt x="2174854" y="1181852"/>
                </a:cubicBezTo>
                <a:cubicBezTo>
                  <a:pt x="2186760" y="1179452"/>
                  <a:pt x="2196650" y="1180220"/>
                  <a:pt x="2205674" y="1188669"/>
                </a:cubicBezTo>
                <a:cubicBezTo>
                  <a:pt x="2217485" y="1199807"/>
                  <a:pt x="2231887" y="1206336"/>
                  <a:pt x="2247634" y="1202784"/>
                </a:cubicBezTo>
                <a:cubicBezTo>
                  <a:pt x="2263379" y="1199327"/>
                  <a:pt x="2273749" y="1206816"/>
                  <a:pt x="2285367" y="1214594"/>
                </a:cubicBezTo>
                <a:cubicBezTo>
                  <a:pt x="2293817" y="1220258"/>
                  <a:pt x="2303418" y="1227363"/>
                  <a:pt x="2312827" y="1227939"/>
                </a:cubicBezTo>
                <a:cubicBezTo>
                  <a:pt x="2334143" y="1229187"/>
                  <a:pt x="2352482" y="1248967"/>
                  <a:pt x="2375622" y="1237733"/>
                </a:cubicBezTo>
                <a:cubicBezTo>
                  <a:pt x="2377158" y="1236965"/>
                  <a:pt x="2379942" y="1238885"/>
                  <a:pt x="2382151" y="1239365"/>
                </a:cubicBezTo>
                <a:cubicBezTo>
                  <a:pt x="2399817" y="1243014"/>
                  <a:pt x="2416428" y="1239461"/>
                  <a:pt x="2429390" y="1227459"/>
                </a:cubicBezTo>
                <a:cubicBezTo>
                  <a:pt x="2446385" y="1211809"/>
                  <a:pt x="2465203" y="1210272"/>
                  <a:pt x="2486134" y="1215362"/>
                </a:cubicBezTo>
                <a:cubicBezTo>
                  <a:pt x="2492856" y="1216994"/>
                  <a:pt x="2499577" y="1218146"/>
                  <a:pt x="2506394" y="1219490"/>
                </a:cubicBezTo>
                <a:cubicBezTo>
                  <a:pt x="2515611" y="1221410"/>
                  <a:pt x="2524925" y="1223427"/>
                  <a:pt x="2534142" y="1225347"/>
                </a:cubicBezTo>
                <a:cubicBezTo>
                  <a:pt x="2543072" y="1227268"/>
                  <a:pt x="2552962" y="1230532"/>
                  <a:pt x="2559874" y="1222275"/>
                </a:cubicBezTo>
                <a:cubicBezTo>
                  <a:pt x="2565827" y="1215169"/>
                  <a:pt x="2570052" y="1215842"/>
                  <a:pt x="2575525" y="1221987"/>
                </a:cubicBezTo>
                <a:cubicBezTo>
                  <a:pt x="2594536" y="1243494"/>
                  <a:pt x="2617580" y="1256936"/>
                  <a:pt x="2646960" y="1257896"/>
                </a:cubicBezTo>
                <a:cubicBezTo>
                  <a:pt x="2653009" y="1258088"/>
                  <a:pt x="2659154" y="1259432"/>
                  <a:pt x="2665107" y="1260873"/>
                </a:cubicBezTo>
                <a:cubicBezTo>
                  <a:pt x="2668756" y="1261736"/>
                  <a:pt x="2673173" y="1262697"/>
                  <a:pt x="2675381" y="1265290"/>
                </a:cubicBezTo>
                <a:cubicBezTo>
                  <a:pt x="2692567" y="1285068"/>
                  <a:pt x="2713979" y="1298799"/>
                  <a:pt x="2737311" y="1309841"/>
                </a:cubicBezTo>
                <a:cubicBezTo>
                  <a:pt x="2745664" y="1313777"/>
                  <a:pt x="2754594" y="1317713"/>
                  <a:pt x="2763619" y="1318866"/>
                </a:cubicBezTo>
                <a:cubicBezTo>
                  <a:pt x="2773028" y="1320018"/>
                  <a:pt x="2782917" y="1318098"/>
                  <a:pt x="2792519" y="1317041"/>
                </a:cubicBezTo>
                <a:cubicBezTo>
                  <a:pt x="2798184" y="1316466"/>
                  <a:pt x="2804713" y="1316561"/>
                  <a:pt x="2809226" y="1313777"/>
                </a:cubicBezTo>
                <a:cubicBezTo>
                  <a:pt x="2823532" y="1305039"/>
                  <a:pt x="2837358" y="1295631"/>
                  <a:pt x="2850705" y="1285452"/>
                </a:cubicBezTo>
                <a:cubicBezTo>
                  <a:pt x="2862131" y="1276715"/>
                  <a:pt x="2864435" y="1275467"/>
                  <a:pt x="2874324" y="1286413"/>
                </a:cubicBezTo>
                <a:cubicBezTo>
                  <a:pt x="2884502" y="1297647"/>
                  <a:pt x="2897176" y="1303503"/>
                  <a:pt x="2911194" y="1305903"/>
                </a:cubicBezTo>
                <a:cubicBezTo>
                  <a:pt x="2933373" y="1309648"/>
                  <a:pt x="2955745" y="1312816"/>
                  <a:pt x="2978116" y="1314641"/>
                </a:cubicBezTo>
                <a:cubicBezTo>
                  <a:pt x="2998375" y="1316273"/>
                  <a:pt x="3008073" y="1307440"/>
                  <a:pt x="3012106" y="1287373"/>
                </a:cubicBezTo>
                <a:cubicBezTo>
                  <a:pt x="3014410" y="1276235"/>
                  <a:pt x="3017387" y="1264137"/>
                  <a:pt x="3029676" y="1261161"/>
                </a:cubicBezTo>
                <a:cubicBezTo>
                  <a:pt x="3049744" y="1256360"/>
                  <a:pt x="3070579" y="1254248"/>
                  <a:pt x="3080469" y="1230724"/>
                </a:cubicBezTo>
                <a:cubicBezTo>
                  <a:pt x="3085941" y="1235909"/>
                  <a:pt x="3089302" y="1238981"/>
                  <a:pt x="3092567" y="1242054"/>
                </a:cubicBezTo>
                <a:cubicBezTo>
                  <a:pt x="3101592" y="1250599"/>
                  <a:pt x="3120314" y="1254248"/>
                  <a:pt x="3129821" y="1246855"/>
                </a:cubicBezTo>
                <a:cubicBezTo>
                  <a:pt x="3143839" y="1236101"/>
                  <a:pt x="3156705" y="1238117"/>
                  <a:pt x="3170147" y="1246471"/>
                </a:cubicBezTo>
                <a:cubicBezTo>
                  <a:pt x="3192615" y="1260297"/>
                  <a:pt x="3217674" y="1257128"/>
                  <a:pt x="3240429" y="1251559"/>
                </a:cubicBezTo>
                <a:cubicBezTo>
                  <a:pt x="3257617" y="1247430"/>
                  <a:pt x="3275956" y="1239845"/>
                  <a:pt x="3287189" y="1222466"/>
                </a:cubicBezTo>
                <a:cubicBezTo>
                  <a:pt x="3290741" y="1216898"/>
                  <a:pt x="3298711" y="1214113"/>
                  <a:pt x="3305049" y="1210465"/>
                </a:cubicBezTo>
                <a:cubicBezTo>
                  <a:pt x="3310329" y="1207488"/>
                  <a:pt x="3315898" y="1204704"/>
                  <a:pt x="3321755" y="1202784"/>
                </a:cubicBezTo>
                <a:cubicBezTo>
                  <a:pt x="3327995" y="1200671"/>
                  <a:pt x="3334909" y="1197598"/>
                  <a:pt x="3341055" y="1198463"/>
                </a:cubicBezTo>
                <a:cubicBezTo>
                  <a:pt x="3359681" y="1200959"/>
                  <a:pt x="3374467" y="1196062"/>
                  <a:pt x="3387621" y="1182140"/>
                </a:cubicBezTo>
                <a:cubicBezTo>
                  <a:pt x="3394439" y="1174939"/>
                  <a:pt x="3404520" y="1166202"/>
                  <a:pt x="3413161" y="1166105"/>
                </a:cubicBezTo>
                <a:cubicBezTo>
                  <a:pt x="3434189" y="1165818"/>
                  <a:pt x="3451663" y="1158905"/>
                  <a:pt x="3470579" y="1150647"/>
                </a:cubicBezTo>
                <a:cubicBezTo>
                  <a:pt x="3482772" y="1145366"/>
                  <a:pt x="3496598" y="1141718"/>
                  <a:pt x="3509657" y="1136821"/>
                </a:cubicBezTo>
                <a:cubicBezTo>
                  <a:pt x="3524923" y="1131060"/>
                  <a:pt x="3541534" y="1128948"/>
                  <a:pt x="3550847" y="1113009"/>
                </a:cubicBezTo>
                <a:cubicBezTo>
                  <a:pt x="3551903" y="1111281"/>
                  <a:pt x="3555072" y="1110993"/>
                  <a:pt x="3556608" y="1109361"/>
                </a:cubicBezTo>
                <a:cubicBezTo>
                  <a:pt x="3561505" y="1104368"/>
                  <a:pt x="3567842" y="1099760"/>
                  <a:pt x="3570435" y="1093710"/>
                </a:cubicBezTo>
                <a:cubicBezTo>
                  <a:pt x="3577923" y="1076044"/>
                  <a:pt x="3583780" y="1057800"/>
                  <a:pt x="3590501" y="1039846"/>
                </a:cubicBezTo>
                <a:cubicBezTo>
                  <a:pt x="3591942" y="1036005"/>
                  <a:pt x="3593285" y="1031108"/>
                  <a:pt x="3596263" y="1028900"/>
                </a:cubicBezTo>
                <a:cubicBezTo>
                  <a:pt x="3613449" y="1016226"/>
                  <a:pt x="3630925" y="1004032"/>
                  <a:pt x="3648591" y="992030"/>
                </a:cubicBezTo>
                <a:cubicBezTo>
                  <a:pt x="3655696" y="987229"/>
                  <a:pt x="3661649" y="989918"/>
                  <a:pt x="3667986" y="995487"/>
                </a:cubicBezTo>
                <a:cubicBezTo>
                  <a:pt x="3674131" y="1000768"/>
                  <a:pt x="3681717" y="1006240"/>
                  <a:pt x="3689397" y="1007585"/>
                </a:cubicBezTo>
                <a:cubicBezTo>
                  <a:pt x="3704760" y="1010177"/>
                  <a:pt x="3720698" y="1010753"/>
                  <a:pt x="3736349" y="1010753"/>
                </a:cubicBezTo>
                <a:cubicBezTo>
                  <a:pt x="3742205" y="1010753"/>
                  <a:pt x="3748446" y="1007297"/>
                  <a:pt x="3753919" y="1004513"/>
                </a:cubicBezTo>
                <a:cubicBezTo>
                  <a:pt x="3764289" y="999231"/>
                  <a:pt x="3773890" y="992126"/>
                  <a:pt x="3784643" y="987710"/>
                </a:cubicBezTo>
                <a:cubicBezTo>
                  <a:pt x="3797126" y="982621"/>
                  <a:pt x="3804615" y="974459"/>
                  <a:pt x="3808359" y="961689"/>
                </a:cubicBezTo>
                <a:cubicBezTo>
                  <a:pt x="3813929" y="942679"/>
                  <a:pt x="3827179" y="929428"/>
                  <a:pt x="3842829" y="918674"/>
                </a:cubicBezTo>
                <a:cubicBezTo>
                  <a:pt x="3862705" y="904944"/>
                  <a:pt x="3886421" y="905616"/>
                  <a:pt x="3908983" y="902256"/>
                </a:cubicBezTo>
                <a:cubicBezTo>
                  <a:pt x="3917625" y="901008"/>
                  <a:pt x="3926555" y="899951"/>
                  <a:pt x="3934428" y="896783"/>
                </a:cubicBezTo>
                <a:cubicBezTo>
                  <a:pt x="3964288" y="884877"/>
                  <a:pt x="3994149" y="873548"/>
                  <a:pt x="4026987" y="873835"/>
                </a:cubicBezTo>
                <a:cubicBezTo>
                  <a:pt x="4029674" y="873835"/>
                  <a:pt x="4032363" y="873548"/>
                  <a:pt x="4035051" y="873067"/>
                </a:cubicBezTo>
                <a:cubicBezTo>
                  <a:pt x="4058383" y="869131"/>
                  <a:pt x="4082483" y="867594"/>
                  <a:pt x="4099189" y="846664"/>
                </a:cubicBezTo>
                <a:cubicBezTo>
                  <a:pt x="4102261" y="842823"/>
                  <a:pt x="4109271" y="841671"/>
                  <a:pt x="4114647" y="840134"/>
                </a:cubicBezTo>
                <a:cubicBezTo>
                  <a:pt x="4123961" y="837638"/>
                  <a:pt x="4130203" y="832549"/>
                  <a:pt x="4133563" y="823427"/>
                </a:cubicBezTo>
                <a:cubicBezTo>
                  <a:pt x="4139229" y="807681"/>
                  <a:pt x="4145949" y="792223"/>
                  <a:pt x="4151039" y="776284"/>
                </a:cubicBezTo>
                <a:cubicBezTo>
                  <a:pt x="4154591" y="765338"/>
                  <a:pt x="4161215" y="759289"/>
                  <a:pt x="4171489" y="754776"/>
                </a:cubicBezTo>
                <a:cubicBezTo>
                  <a:pt x="4177251" y="752280"/>
                  <a:pt x="4182243" y="746808"/>
                  <a:pt x="4186372" y="741718"/>
                </a:cubicBezTo>
                <a:cubicBezTo>
                  <a:pt x="4191365" y="735573"/>
                  <a:pt x="4193957" y="727412"/>
                  <a:pt x="4199429" y="721940"/>
                </a:cubicBezTo>
                <a:cubicBezTo>
                  <a:pt x="4212775" y="708305"/>
                  <a:pt x="4216905" y="693231"/>
                  <a:pt x="4212487" y="674604"/>
                </a:cubicBezTo>
                <a:cubicBezTo>
                  <a:pt x="4208551" y="658090"/>
                  <a:pt x="4218921" y="636006"/>
                  <a:pt x="4232555" y="632645"/>
                </a:cubicBezTo>
                <a:cubicBezTo>
                  <a:pt x="4247629" y="628900"/>
                  <a:pt x="4257999" y="619684"/>
                  <a:pt x="4268657" y="609410"/>
                </a:cubicBezTo>
                <a:cubicBezTo>
                  <a:pt x="4274609" y="603649"/>
                  <a:pt x="4282963" y="598656"/>
                  <a:pt x="4291028" y="597216"/>
                </a:cubicBezTo>
                <a:cubicBezTo>
                  <a:pt x="4321657" y="591647"/>
                  <a:pt x="4350557" y="598464"/>
                  <a:pt x="4379651" y="609506"/>
                </a:cubicBezTo>
                <a:cubicBezTo>
                  <a:pt x="4398661" y="616707"/>
                  <a:pt x="4419784" y="618627"/>
                  <a:pt x="4440139" y="621507"/>
                </a:cubicBezTo>
                <a:cubicBezTo>
                  <a:pt x="4446477" y="622371"/>
                  <a:pt x="4454542" y="620452"/>
                  <a:pt x="4460015" y="616899"/>
                </a:cubicBezTo>
                <a:cubicBezTo>
                  <a:pt x="4479218" y="604609"/>
                  <a:pt x="4498325" y="591935"/>
                  <a:pt x="4516183" y="577724"/>
                </a:cubicBezTo>
                <a:cubicBezTo>
                  <a:pt x="4532795" y="564379"/>
                  <a:pt x="4551517" y="558810"/>
                  <a:pt x="4571681" y="560250"/>
                </a:cubicBezTo>
                <a:cubicBezTo>
                  <a:pt x="4586371" y="561306"/>
                  <a:pt x="4599621" y="558905"/>
                  <a:pt x="4613447" y="555257"/>
                </a:cubicBezTo>
                <a:cubicBezTo>
                  <a:pt x="4624969" y="552185"/>
                  <a:pt x="4637643" y="550072"/>
                  <a:pt x="4649355" y="551417"/>
                </a:cubicBezTo>
                <a:cubicBezTo>
                  <a:pt x="4665775" y="553337"/>
                  <a:pt x="4679313" y="550553"/>
                  <a:pt x="4692467" y="540663"/>
                </a:cubicBezTo>
                <a:cubicBezTo>
                  <a:pt x="4699476" y="535382"/>
                  <a:pt x="4708502" y="532598"/>
                  <a:pt x="4716855" y="528949"/>
                </a:cubicBezTo>
                <a:cubicBezTo>
                  <a:pt x="4729721" y="523284"/>
                  <a:pt x="4743067" y="518483"/>
                  <a:pt x="4755645" y="512147"/>
                </a:cubicBezTo>
                <a:cubicBezTo>
                  <a:pt x="4769183" y="505425"/>
                  <a:pt x="4781569" y="496112"/>
                  <a:pt x="4795395" y="490351"/>
                </a:cubicBezTo>
                <a:cubicBezTo>
                  <a:pt x="4810278" y="484110"/>
                  <a:pt x="4819879" y="474605"/>
                  <a:pt x="4825928" y="459818"/>
                </a:cubicBezTo>
                <a:cubicBezTo>
                  <a:pt x="4829769" y="450504"/>
                  <a:pt x="4835049" y="440615"/>
                  <a:pt x="4842347" y="434086"/>
                </a:cubicBezTo>
                <a:cubicBezTo>
                  <a:pt x="4857422" y="420740"/>
                  <a:pt x="4875087" y="410370"/>
                  <a:pt x="4890451" y="397216"/>
                </a:cubicBezTo>
                <a:cubicBezTo>
                  <a:pt x="4912054" y="378781"/>
                  <a:pt x="4932025" y="359194"/>
                  <a:pt x="4933945" y="327701"/>
                </a:cubicBezTo>
                <a:cubicBezTo>
                  <a:pt x="4935001" y="310322"/>
                  <a:pt x="4944219" y="302929"/>
                  <a:pt x="4961214" y="298801"/>
                </a:cubicBezTo>
                <a:cubicBezTo>
                  <a:pt x="4966878" y="297457"/>
                  <a:pt x="4974945" y="294864"/>
                  <a:pt x="4976672" y="290639"/>
                </a:cubicBezTo>
                <a:cubicBezTo>
                  <a:pt x="4981857" y="278061"/>
                  <a:pt x="4992610" y="275565"/>
                  <a:pt x="5002979" y="270573"/>
                </a:cubicBezTo>
                <a:cubicBezTo>
                  <a:pt x="5009221" y="267596"/>
                  <a:pt x="5016903" y="261739"/>
                  <a:pt x="5018535" y="255690"/>
                </a:cubicBezTo>
                <a:cubicBezTo>
                  <a:pt x="5025255" y="231206"/>
                  <a:pt x="5043690" y="216804"/>
                  <a:pt x="5061069" y="200961"/>
                </a:cubicBezTo>
                <a:cubicBezTo>
                  <a:pt x="5066158" y="196256"/>
                  <a:pt x="5071631" y="190879"/>
                  <a:pt x="5074127" y="184735"/>
                </a:cubicBezTo>
                <a:cubicBezTo>
                  <a:pt x="5079409" y="171484"/>
                  <a:pt x="5087281" y="161882"/>
                  <a:pt x="5101108" y="156891"/>
                </a:cubicBezTo>
                <a:cubicBezTo>
                  <a:pt x="5105524" y="155354"/>
                  <a:pt x="5109557" y="151801"/>
                  <a:pt x="5112918" y="148441"/>
                </a:cubicBezTo>
                <a:cubicBezTo>
                  <a:pt x="5120119" y="141144"/>
                  <a:pt x="5126167" y="132598"/>
                  <a:pt x="5133753" y="125782"/>
                </a:cubicBezTo>
                <a:cubicBezTo>
                  <a:pt x="5153051" y="108211"/>
                  <a:pt x="5172159" y="90928"/>
                  <a:pt x="5183393" y="66348"/>
                </a:cubicBezTo>
                <a:cubicBezTo>
                  <a:pt x="5188865" y="54346"/>
                  <a:pt x="5195107" y="41288"/>
                  <a:pt x="5204709" y="33030"/>
                </a:cubicBezTo>
                <a:cubicBezTo>
                  <a:pt x="5216903" y="22565"/>
                  <a:pt x="5232937" y="16612"/>
                  <a:pt x="5247243" y="8451"/>
                </a:cubicBezTo>
                <a:close/>
              </a:path>
            </a:pathLst>
          </a:cu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Freeform: Shape 15">
            <a:extLst>
              <a:ext uri="{FF2B5EF4-FFF2-40B4-BE49-F238E27FC236}">
                <a16:creationId xmlns:a16="http://schemas.microsoft.com/office/drawing/2014/main" id="{35A51D22-76EA-4C70-B5C9-ED3946924C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088" y="4258080"/>
            <a:ext cx="4403345" cy="1180695"/>
          </a:xfrm>
          <a:custGeom>
            <a:avLst/>
            <a:gdLst>
              <a:gd name="connsiteX0" fmla="*/ 5260975 w 5260975"/>
              <a:gd name="connsiteY0" fmla="*/ 0 h 1410656"/>
              <a:gd name="connsiteX1" fmla="*/ 5260975 w 5260975"/>
              <a:gd name="connsiteY1" fmla="*/ 221634 h 1410656"/>
              <a:gd name="connsiteX2" fmla="*/ 5226503 w 5260975"/>
              <a:gd name="connsiteY2" fmla="*/ 237063 h 1410656"/>
              <a:gd name="connsiteX3" fmla="*/ 5206341 w 5260975"/>
              <a:gd name="connsiteY3" fmla="*/ 245128 h 1410656"/>
              <a:gd name="connsiteX4" fmla="*/ 5123287 w 5260975"/>
              <a:gd name="connsiteY4" fmla="*/ 297073 h 1410656"/>
              <a:gd name="connsiteX5" fmla="*/ 5048107 w 5260975"/>
              <a:gd name="connsiteY5" fmla="*/ 361307 h 1410656"/>
              <a:gd name="connsiteX6" fmla="*/ 4992899 w 5260975"/>
              <a:gd name="connsiteY6" fmla="*/ 437542 h 1410656"/>
              <a:gd name="connsiteX7" fmla="*/ 4977440 w 5260975"/>
              <a:gd name="connsiteY7" fmla="*/ 455690 h 1410656"/>
              <a:gd name="connsiteX8" fmla="*/ 4935193 w 5260975"/>
              <a:gd name="connsiteY8" fmla="*/ 478445 h 1410656"/>
              <a:gd name="connsiteX9" fmla="*/ 4897844 w 5260975"/>
              <a:gd name="connsiteY9" fmla="*/ 495535 h 1410656"/>
              <a:gd name="connsiteX10" fmla="*/ 4870767 w 5260975"/>
              <a:gd name="connsiteY10" fmla="*/ 514451 h 1410656"/>
              <a:gd name="connsiteX11" fmla="*/ 4847916 w 5260975"/>
              <a:gd name="connsiteY11" fmla="*/ 531830 h 1410656"/>
              <a:gd name="connsiteX12" fmla="*/ 4796163 w 5260975"/>
              <a:gd name="connsiteY12" fmla="*/ 576765 h 1410656"/>
              <a:gd name="connsiteX13" fmla="*/ 4738843 w 5260975"/>
              <a:gd name="connsiteY13" fmla="*/ 614691 h 1410656"/>
              <a:gd name="connsiteX14" fmla="*/ 4692755 w 5260975"/>
              <a:gd name="connsiteY14" fmla="*/ 661162 h 1410656"/>
              <a:gd name="connsiteX15" fmla="*/ 4673744 w 5260975"/>
              <a:gd name="connsiteY15" fmla="*/ 686318 h 1410656"/>
              <a:gd name="connsiteX16" fmla="*/ 4633801 w 5260975"/>
              <a:gd name="connsiteY16" fmla="*/ 703505 h 1410656"/>
              <a:gd name="connsiteX17" fmla="*/ 4590499 w 5260975"/>
              <a:gd name="connsiteY17" fmla="*/ 730389 h 1410656"/>
              <a:gd name="connsiteX18" fmla="*/ 4559773 w 5260975"/>
              <a:gd name="connsiteY18" fmla="*/ 757081 h 1410656"/>
              <a:gd name="connsiteX19" fmla="*/ 4536059 w 5260975"/>
              <a:gd name="connsiteY19" fmla="*/ 774940 h 1410656"/>
              <a:gd name="connsiteX20" fmla="*/ 4502549 w 5260975"/>
              <a:gd name="connsiteY20" fmla="*/ 792895 h 1410656"/>
              <a:gd name="connsiteX21" fmla="*/ 4468944 w 5260975"/>
              <a:gd name="connsiteY21" fmla="*/ 816419 h 1410656"/>
              <a:gd name="connsiteX22" fmla="*/ 4452622 w 5260975"/>
              <a:gd name="connsiteY22" fmla="*/ 830917 h 1410656"/>
              <a:gd name="connsiteX23" fmla="*/ 4421032 w 5260975"/>
              <a:gd name="connsiteY23" fmla="*/ 855016 h 1410656"/>
              <a:gd name="connsiteX24" fmla="*/ 4388483 w 5260975"/>
              <a:gd name="connsiteY24" fmla="*/ 877484 h 1410656"/>
              <a:gd name="connsiteX25" fmla="*/ 4327321 w 5260975"/>
              <a:gd name="connsiteY25" fmla="*/ 903216 h 1410656"/>
              <a:gd name="connsiteX26" fmla="*/ 4271633 w 5260975"/>
              <a:gd name="connsiteY26" fmla="*/ 941046 h 1410656"/>
              <a:gd name="connsiteX27" fmla="*/ 4227465 w 5260975"/>
              <a:gd name="connsiteY27" fmla="*/ 968698 h 1410656"/>
              <a:gd name="connsiteX28" fmla="*/ 4201733 w 5260975"/>
              <a:gd name="connsiteY28" fmla="*/ 986846 h 1410656"/>
              <a:gd name="connsiteX29" fmla="*/ 4154494 w 5260975"/>
              <a:gd name="connsiteY29" fmla="*/ 1027364 h 1410656"/>
              <a:gd name="connsiteX30" fmla="*/ 4081234 w 5260975"/>
              <a:gd name="connsiteY30" fmla="*/ 1069994 h 1410656"/>
              <a:gd name="connsiteX31" fmla="*/ 4036971 w 5260975"/>
              <a:gd name="connsiteY31" fmla="*/ 1093038 h 1410656"/>
              <a:gd name="connsiteX32" fmla="*/ 3941725 w 5260975"/>
              <a:gd name="connsiteY32" fmla="*/ 1127796 h 1410656"/>
              <a:gd name="connsiteX33" fmla="*/ 3910999 w 5260975"/>
              <a:gd name="connsiteY33" fmla="*/ 1140182 h 1410656"/>
              <a:gd name="connsiteX34" fmla="*/ 3875859 w 5260975"/>
              <a:gd name="connsiteY34" fmla="*/ 1148343 h 1410656"/>
              <a:gd name="connsiteX35" fmla="*/ 3819401 w 5260975"/>
              <a:gd name="connsiteY35" fmla="*/ 1167642 h 1410656"/>
              <a:gd name="connsiteX36" fmla="*/ 3709176 w 5260975"/>
              <a:gd name="connsiteY36" fmla="*/ 1200863 h 1410656"/>
              <a:gd name="connsiteX37" fmla="*/ 3684981 w 5260975"/>
              <a:gd name="connsiteY37" fmla="*/ 1205952 h 1410656"/>
              <a:gd name="connsiteX38" fmla="*/ 3623338 w 5260975"/>
              <a:gd name="connsiteY38" fmla="*/ 1227363 h 1410656"/>
              <a:gd name="connsiteX39" fmla="*/ 3586373 w 5260975"/>
              <a:gd name="connsiteY39" fmla="*/ 1241765 h 1410656"/>
              <a:gd name="connsiteX40" fmla="*/ 3555743 w 5260975"/>
              <a:gd name="connsiteY40" fmla="*/ 1250023 h 1410656"/>
              <a:gd name="connsiteX41" fmla="*/ 3528667 w 5260975"/>
              <a:gd name="connsiteY41" fmla="*/ 1253864 h 1410656"/>
              <a:gd name="connsiteX42" fmla="*/ 3457424 w 5260975"/>
              <a:gd name="connsiteY42" fmla="*/ 1272874 h 1410656"/>
              <a:gd name="connsiteX43" fmla="*/ 3429003 w 5260975"/>
              <a:gd name="connsiteY43" fmla="*/ 1280364 h 1410656"/>
              <a:gd name="connsiteX44" fmla="*/ 3355264 w 5260975"/>
              <a:gd name="connsiteY44" fmla="*/ 1306096 h 1410656"/>
              <a:gd name="connsiteX45" fmla="*/ 3292757 w 5260975"/>
              <a:gd name="connsiteY45" fmla="*/ 1323090 h 1410656"/>
              <a:gd name="connsiteX46" fmla="*/ 3266643 w 5260975"/>
              <a:gd name="connsiteY46" fmla="*/ 1331251 h 1410656"/>
              <a:gd name="connsiteX47" fmla="*/ 3206921 w 5260975"/>
              <a:gd name="connsiteY47" fmla="*/ 1344886 h 1410656"/>
              <a:gd name="connsiteX48" fmla="*/ 3173123 w 5260975"/>
              <a:gd name="connsiteY48" fmla="*/ 1354488 h 1410656"/>
              <a:gd name="connsiteX49" fmla="*/ 3090646 w 5260975"/>
              <a:gd name="connsiteY49" fmla="*/ 1365337 h 1410656"/>
              <a:gd name="connsiteX50" fmla="*/ 3005480 w 5260975"/>
              <a:gd name="connsiteY50" fmla="*/ 1375802 h 1410656"/>
              <a:gd name="connsiteX51" fmla="*/ 2958721 w 5260975"/>
              <a:gd name="connsiteY51" fmla="*/ 1379259 h 1410656"/>
              <a:gd name="connsiteX52" fmla="*/ 2917915 w 5260975"/>
              <a:gd name="connsiteY52" fmla="*/ 1384733 h 1410656"/>
              <a:gd name="connsiteX53" fmla="*/ 2882389 w 5260975"/>
              <a:gd name="connsiteY53" fmla="*/ 1388189 h 1410656"/>
              <a:gd name="connsiteX54" fmla="*/ 2825837 w 5260975"/>
              <a:gd name="connsiteY54" fmla="*/ 1395198 h 1410656"/>
              <a:gd name="connsiteX55" fmla="*/ 2802313 w 5260975"/>
              <a:gd name="connsiteY55" fmla="*/ 1397023 h 1410656"/>
              <a:gd name="connsiteX56" fmla="*/ 2746816 w 5260975"/>
              <a:gd name="connsiteY56" fmla="*/ 1396926 h 1410656"/>
              <a:gd name="connsiteX57" fmla="*/ 2727517 w 5260975"/>
              <a:gd name="connsiteY57" fmla="*/ 1395966 h 1410656"/>
              <a:gd name="connsiteX58" fmla="*/ 2690359 w 5260975"/>
              <a:gd name="connsiteY58" fmla="*/ 1384060 h 1410656"/>
              <a:gd name="connsiteX59" fmla="*/ 2685943 w 5260975"/>
              <a:gd name="connsiteY59" fmla="*/ 1383196 h 1410656"/>
              <a:gd name="connsiteX60" fmla="*/ 2661554 w 5260975"/>
              <a:gd name="connsiteY60" fmla="*/ 1378491 h 1410656"/>
              <a:gd name="connsiteX61" fmla="*/ 2648208 w 5260975"/>
              <a:gd name="connsiteY61" fmla="*/ 1376955 h 1410656"/>
              <a:gd name="connsiteX62" fmla="*/ 2597512 w 5260975"/>
              <a:gd name="connsiteY62" fmla="*/ 1367162 h 1410656"/>
              <a:gd name="connsiteX63" fmla="*/ 2568324 w 5260975"/>
              <a:gd name="connsiteY63" fmla="*/ 1362553 h 1410656"/>
              <a:gd name="connsiteX64" fmla="*/ 2544704 w 5260975"/>
              <a:gd name="connsiteY64" fmla="*/ 1363225 h 1410656"/>
              <a:gd name="connsiteX65" fmla="*/ 2503225 w 5260975"/>
              <a:gd name="connsiteY65" fmla="*/ 1364089 h 1410656"/>
              <a:gd name="connsiteX66" fmla="*/ 2489975 w 5260975"/>
              <a:gd name="connsiteY66" fmla="*/ 1366298 h 1410656"/>
              <a:gd name="connsiteX67" fmla="*/ 2430061 w 5260975"/>
              <a:gd name="connsiteY67" fmla="*/ 1359960 h 1410656"/>
              <a:gd name="connsiteX68" fmla="*/ 2395880 w 5260975"/>
              <a:gd name="connsiteY68" fmla="*/ 1359480 h 1410656"/>
              <a:gd name="connsiteX69" fmla="*/ 2357378 w 5260975"/>
              <a:gd name="connsiteY69" fmla="*/ 1351607 h 1410656"/>
              <a:gd name="connsiteX70" fmla="*/ 2346145 w 5260975"/>
              <a:gd name="connsiteY70" fmla="*/ 1351991 h 1410656"/>
              <a:gd name="connsiteX71" fmla="*/ 2333567 w 5260975"/>
              <a:gd name="connsiteY71" fmla="*/ 1352663 h 1410656"/>
              <a:gd name="connsiteX72" fmla="*/ 2294968 w 5260975"/>
              <a:gd name="connsiteY72" fmla="*/ 1353240 h 1410656"/>
              <a:gd name="connsiteX73" fmla="*/ 2271540 w 5260975"/>
              <a:gd name="connsiteY73" fmla="*/ 1356120 h 1410656"/>
              <a:gd name="connsiteX74" fmla="*/ 2226895 w 5260975"/>
              <a:gd name="connsiteY74" fmla="*/ 1354392 h 1410656"/>
              <a:gd name="connsiteX75" fmla="*/ 2210379 w 5260975"/>
              <a:gd name="connsiteY75" fmla="*/ 1356888 h 1410656"/>
              <a:gd name="connsiteX76" fmla="*/ 2168613 w 5260975"/>
              <a:gd name="connsiteY76" fmla="*/ 1357176 h 1410656"/>
              <a:gd name="connsiteX77" fmla="*/ 2131167 w 5260975"/>
              <a:gd name="connsiteY77" fmla="*/ 1355736 h 1410656"/>
              <a:gd name="connsiteX78" fmla="*/ 2095065 w 5260975"/>
              <a:gd name="connsiteY78" fmla="*/ 1356504 h 1410656"/>
              <a:gd name="connsiteX79" fmla="*/ 2069237 w 5260975"/>
              <a:gd name="connsiteY79" fmla="*/ 1359672 h 1410656"/>
              <a:gd name="connsiteX80" fmla="*/ 2041201 w 5260975"/>
              <a:gd name="connsiteY80" fmla="*/ 1361592 h 1410656"/>
              <a:gd name="connsiteX81" fmla="*/ 1963909 w 5260975"/>
              <a:gd name="connsiteY81" fmla="*/ 1373018 h 1410656"/>
              <a:gd name="connsiteX82" fmla="*/ 1949603 w 5260975"/>
              <a:gd name="connsiteY82" fmla="*/ 1370234 h 1410656"/>
              <a:gd name="connsiteX83" fmla="*/ 1868373 w 5260975"/>
              <a:gd name="connsiteY83" fmla="*/ 1367641 h 1410656"/>
              <a:gd name="connsiteX84" fmla="*/ 1850707 w 5260975"/>
              <a:gd name="connsiteY84" fmla="*/ 1367834 h 1410656"/>
              <a:gd name="connsiteX85" fmla="*/ 1803275 w 5260975"/>
              <a:gd name="connsiteY85" fmla="*/ 1356504 h 1410656"/>
              <a:gd name="connsiteX86" fmla="*/ 1730112 w 5260975"/>
              <a:gd name="connsiteY86" fmla="*/ 1374459 h 1410656"/>
              <a:gd name="connsiteX87" fmla="*/ 1661652 w 5260975"/>
              <a:gd name="connsiteY87" fmla="*/ 1396926 h 1410656"/>
              <a:gd name="connsiteX88" fmla="*/ 1653011 w 5260975"/>
              <a:gd name="connsiteY88" fmla="*/ 1399807 h 1410656"/>
              <a:gd name="connsiteX89" fmla="*/ 1628431 w 5260975"/>
              <a:gd name="connsiteY89" fmla="*/ 1404704 h 1410656"/>
              <a:gd name="connsiteX90" fmla="*/ 1597995 w 5260975"/>
              <a:gd name="connsiteY90" fmla="*/ 1406432 h 1410656"/>
              <a:gd name="connsiteX91" fmla="*/ 1559396 w 5260975"/>
              <a:gd name="connsiteY91" fmla="*/ 1410656 h 1410656"/>
              <a:gd name="connsiteX92" fmla="*/ 1528480 w 5260975"/>
              <a:gd name="connsiteY92" fmla="*/ 1405375 h 1410656"/>
              <a:gd name="connsiteX93" fmla="*/ 1485272 w 5260975"/>
              <a:gd name="connsiteY93" fmla="*/ 1397502 h 1410656"/>
              <a:gd name="connsiteX94" fmla="*/ 1444562 w 5260975"/>
              <a:gd name="connsiteY94" fmla="*/ 1390013 h 1410656"/>
              <a:gd name="connsiteX95" fmla="*/ 1431696 w 5260975"/>
              <a:gd name="connsiteY95" fmla="*/ 1398846 h 1410656"/>
              <a:gd name="connsiteX96" fmla="*/ 1411821 w 5260975"/>
              <a:gd name="connsiteY96" fmla="*/ 1406527 h 1410656"/>
              <a:gd name="connsiteX97" fmla="*/ 1389738 w 5260975"/>
              <a:gd name="connsiteY97" fmla="*/ 1397310 h 1410656"/>
              <a:gd name="connsiteX98" fmla="*/ 1338081 w 5260975"/>
              <a:gd name="connsiteY98" fmla="*/ 1378204 h 1410656"/>
              <a:gd name="connsiteX99" fmla="*/ 1305436 w 5260975"/>
              <a:gd name="connsiteY99" fmla="*/ 1377339 h 1410656"/>
              <a:gd name="connsiteX100" fmla="*/ 1234481 w 5260975"/>
              <a:gd name="connsiteY100" fmla="*/ 1369178 h 1410656"/>
              <a:gd name="connsiteX101" fmla="*/ 1188106 w 5260975"/>
              <a:gd name="connsiteY101" fmla="*/ 1357560 h 1410656"/>
              <a:gd name="connsiteX102" fmla="*/ 1154790 w 5260975"/>
              <a:gd name="connsiteY102" fmla="*/ 1344406 h 1410656"/>
              <a:gd name="connsiteX103" fmla="*/ 1107069 w 5260975"/>
              <a:gd name="connsiteY103" fmla="*/ 1327219 h 1410656"/>
              <a:gd name="connsiteX104" fmla="*/ 1059158 w 5260975"/>
              <a:gd name="connsiteY104" fmla="*/ 1318290 h 1410656"/>
              <a:gd name="connsiteX105" fmla="*/ 1024496 w 5260975"/>
              <a:gd name="connsiteY105" fmla="*/ 1307056 h 1410656"/>
              <a:gd name="connsiteX106" fmla="*/ 982153 w 5260975"/>
              <a:gd name="connsiteY106" fmla="*/ 1299374 h 1410656"/>
              <a:gd name="connsiteX107" fmla="*/ 946628 w 5260975"/>
              <a:gd name="connsiteY107" fmla="*/ 1299087 h 1410656"/>
              <a:gd name="connsiteX108" fmla="*/ 890939 w 5260975"/>
              <a:gd name="connsiteY108" fmla="*/ 1300431 h 1410656"/>
              <a:gd name="connsiteX109" fmla="*/ 822769 w 5260975"/>
              <a:gd name="connsiteY109" fmla="*/ 1277196 h 1410656"/>
              <a:gd name="connsiteX110" fmla="*/ 795212 w 5260975"/>
              <a:gd name="connsiteY110" fmla="*/ 1272010 h 1410656"/>
              <a:gd name="connsiteX111" fmla="*/ 769288 w 5260975"/>
              <a:gd name="connsiteY111" fmla="*/ 1269610 h 1410656"/>
              <a:gd name="connsiteX112" fmla="*/ 714271 w 5260975"/>
              <a:gd name="connsiteY112" fmla="*/ 1254152 h 1410656"/>
              <a:gd name="connsiteX113" fmla="*/ 691900 w 5260975"/>
              <a:gd name="connsiteY113" fmla="*/ 1249062 h 1410656"/>
              <a:gd name="connsiteX114" fmla="*/ 660598 w 5260975"/>
              <a:gd name="connsiteY114" fmla="*/ 1249159 h 1410656"/>
              <a:gd name="connsiteX115" fmla="*/ 603662 w 5260975"/>
              <a:gd name="connsiteY115" fmla="*/ 1242054 h 1410656"/>
              <a:gd name="connsiteX116" fmla="*/ 546821 w 5260975"/>
              <a:gd name="connsiteY116" fmla="*/ 1221314 h 1410656"/>
              <a:gd name="connsiteX117" fmla="*/ 522721 w 5260975"/>
              <a:gd name="connsiteY117" fmla="*/ 1223330 h 1410656"/>
              <a:gd name="connsiteX118" fmla="*/ 514080 w 5260975"/>
              <a:gd name="connsiteY118" fmla="*/ 1222851 h 1410656"/>
              <a:gd name="connsiteX119" fmla="*/ 436404 w 5260975"/>
              <a:gd name="connsiteY119" fmla="*/ 1211424 h 1410656"/>
              <a:gd name="connsiteX120" fmla="*/ 428626 w 5260975"/>
              <a:gd name="connsiteY120" fmla="*/ 1210177 h 1410656"/>
              <a:gd name="connsiteX121" fmla="*/ 392141 w 5260975"/>
              <a:gd name="connsiteY121" fmla="*/ 1199999 h 1410656"/>
              <a:gd name="connsiteX122" fmla="*/ 300157 w 5260975"/>
              <a:gd name="connsiteY122" fmla="*/ 1193662 h 1410656"/>
              <a:gd name="connsiteX123" fmla="*/ 294493 w 5260975"/>
              <a:gd name="connsiteY123" fmla="*/ 1192894 h 1410656"/>
              <a:gd name="connsiteX124" fmla="*/ 263671 w 5260975"/>
              <a:gd name="connsiteY124" fmla="*/ 1197982 h 1410656"/>
              <a:gd name="connsiteX125" fmla="*/ 248406 w 5260975"/>
              <a:gd name="connsiteY125" fmla="*/ 1205184 h 1410656"/>
              <a:gd name="connsiteX126" fmla="*/ 224594 w 5260975"/>
              <a:gd name="connsiteY126" fmla="*/ 1212673 h 1410656"/>
              <a:gd name="connsiteX127" fmla="*/ 200398 w 5260975"/>
              <a:gd name="connsiteY127" fmla="*/ 1215458 h 1410656"/>
              <a:gd name="connsiteX128" fmla="*/ 159783 w 5260975"/>
              <a:gd name="connsiteY128" fmla="*/ 1204127 h 1410656"/>
              <a:gd name="connsiteX129" fmla="*/ 144997 w 5260975"/>
              <a:gd name="connsiteY129" fmla="*/ 1202975 h 1410656"/>
              <a:gd name="connsiteX130" fmla="*/ 112064 w 5260975"/>
              <a:gd name="connsiteY130" fmla="*/ 1197503 h 1410656"/>
              <a:gd name="connsiteX131" fmla="*/ 83259 w 5260975"/>
              <a:gd name="connsiteY131" fmla="*/ 1197887 h 1410656"/>
              <a:gd name="connsiteX132" fmla="*/ 60120 w 5260975"/>
              <a:gd name="connsiteY132" fmla="*/ 1206624 h 1410656"/>
              <a:gd name="connsiteX133" fmla="*/ 26514 w 5260975"/>
              <a:gd name="connsiteY133" fmla="*/ 1208352 h 1410656"/>
              <a:gd name="connsiteX134" fmla="*/ 4814 w 5260975"/>
              <a:gd name="connsiteY134" fmla="*/ 1202015 h 1410656"/>
              <a:gd name="connsiteX135" fmla="*/ 398 w 5260975"/>
              <a:gd name="connsiteY135" fmla="*/ 1201152 h 1410656"/>
              <a:gd name="connsiteX136" fmla="*/ 0 w 5260975"/>
              <a:gd name="connsiteY136" fmla="*/ 1201150 h 1410656"/>
              <a:gd name="connsiteX137" fmla="*/ 0 w 5260975"/>
              <a:gd name="connsiteY137" fmla="*/ 1004512 h 1410656"/>
              <a:gd name="connsiteX138" fmla="*/ 30355 w 5260975"/>
              <a:gd name="connsiteY138" fmla="*/ 1002784 h 1410656"/>
              <a:gd name="connsiteX139" fmla="*/ 52151 w 5260975"/>
              <a:gd name="connsiteY139" fmla="*/ 997695 h 1410656"/>
              <a:gd name="connsiteX140" fmla="*/ 64248 w 5260975"/>
              <a:gd name="connsiteY140" fmla="*/ 994430 h 1410656"/>
              <a:gd name="connsiteX141" fmla="*/ 126370 w 5260975"/>
              <a:gd name="connsiteY141" fmla="*/ 985405 h 1410656"/>
              <a:gd name="connsiteX142" fmla="*/ 154022 w 5260975"/>
              <a:gd name="connsiteY142" fmla="*/ 975708 h 1410656"/>
              <a:gd name="connsiteX143" fmla="*/ 161512 w 5260975"/>
              <a:gd name="connsiteY143" fmla="*/ 974268 h 1410656"/>
              <a:gd name="connsiteX144" fmla="*/ 202510 w 5260975"/>
              <a:gd name="connsiteY144" fmla="*/ 978300 h 1410656"/>
              <a:gd name="connsiteX145" fmla="*/ 233235 w 5260975"/>
              <a:gd name="connsiteY145" fmla="*/ 993950 h 1410656"/>
              <a:gd name="connsiteX146" fmla="*/ 239188 w 5260975"/>
              <a:gd name="connsiteY146" fmla="*/ 999231 h 1410656"/>
              <a:gd name="connsiteX147" fmla="*/ 324834 w 5260975"/>
              <a:gd name="connsiteY147" fmla="*/ 997407 h 1410656"/>
              <a:gd name="connsiteX148" fmla="*/ 337987 w 5260975"/>
              <a:gd name="connsiteY148" fmla="*/ 995198 h 1410656"/>
              <a:gd name="connsiteX149" fmla="*/ 401550 w 5260975"/>
              <a:gd name="connsiteY149" fmla="*/ 1004416 h 1410656"/>
              <a:gd name="connsiteX150" fmla="*/ 420081 w 5260975"/>
              <a:gd name="connsiteY150" fmla="*/ 1006240 h 1410656"/>
              <a:gd name="connsiteX151" fmla="*/ 486523 w 5260975"/>
              <a:gd name="connsiteY151" fmla="*/ 1014498 h 1410656"/>
              <a:gd name="connsiteX152" fmla="*/ 495932 w 5260975"/>
              <a:gd name="connsiteY152" fmla="*/ 1006817 h 1410656"/>
              <a:gd name="connsiteX153" fmla="*/ 523009 w 5260975"/>
              <a:gd name="connsiteY153" fmla="*/ 987517 h 1410656"/>
              <a:gd name="connsiteX154" fmla="*/ 576393 w 5260975"/>
              <a:gd name="connsiteY154" fmla="*/ 970427 h 1410656"/>
              <a:gd name="connsiteX155" fmla="*/ 590892 w 5260975"/>
              <a:gd name="connsiteY155" fmla="*/ 971387 h 1410656"/>
              <a:gd name="connsiteX156" fmla="*/ 627569 w 5260975"/>
              <a:gd name="connsiteY156" fmla="*/ 999904 h 1410656"/>
              <a:gd name="connsiteX157" fmla="*/ 645429 w 5260975"/>
              <a:gd name="connsiteY157" fmla="*/ 1011329 h 1410656"/>
              <a:gd name="connsiteX158" fmla="*/ 696125 w 5260975"/>
              <a:gd name="connsiteY158" fmla="*/ 1032356 h 1410656"/>
              <a:gd name="connsiteX159" fmla="*/ 700349 w 5260975"/>
              <a:gd name="connsiteY159" fmla="*/ 1036197 h 1410656"/>
              <a:gd name="connsiteX160" fmla="*/ 737795 w 5260975"/>
              <a:gd name="connsiteY160" fmla="*/ 1081804 h 1410656"/>
              <a:gd name="connsiteX161" fmla="*/ 746244 w 5260975"/>
              <a:gd name="connsiteY161" fmla="*/ 1089581 h 1410656"/>
              <a:gd name="connsiteX162" fmla="*/ 756422 w 5260975"/>
              <a:gd name="connsiteY162" fmla="*/ 1101680 h 1410656"/>
              <a:gd name="connsiteX163" fmla="*/ 788202 w 5260975"/>
              <a:gd name="connsiteY163" fmla="*/ 1125108 h 1410656"/>
              <a:gd name="connsiteX164" fmla="*/ 827569 w 5260975"/>
              <a:gd name="connsiteY164" fmla="*/ 1132596 h 1410656"/>
              <a:gd name="connsiteX165" fmla="*/ 875097 w 5260975"/>
              <a:gd name="connsiteY165" fmla="*/ 1144022 h 1410656"/>
              <a:gd name="connsiteX166" fmla="*/ 894972 w 5260975"/>
              <a:gd name="connsiteY166" fmla="*/ 1151704 h 1410656"/>
              <a:gd name="connsiteX167" fmla="*/ 948260 w 5260975"/>
              <a:gd name="connsiteY167" fmla="*/ 1166298 h 1410656"/>
              <a:gd name="connsiteX168" fmla="*/ 986282 w 5260975"/>
              <a:gd name="connsiteY168" fmla="*/ 1178588 h 1410656"/>
              <a:gd name="connsiteX169" fmla="*/ 1041107 w 5260975"/>
              <a:gd name="connsiteY169" fmla="*/ 1185789 h 1410656"/>
              <a:gd name="connsiteX170" fmla="*/ 1067703 w 5260975"/>
              <a:gd name="connsiteY170" fmla="*/ 1186076 h 1410656"/>
              <a:gd name="connsiteX171" fmla="*/ 1116574 w 5260975"/>
              <a:gd name="connsiteY171" fmla="*/ 1222946 h 1410656"/>
              <a:gd name="connsiteX172" fmla="*/ 1155557 w 5260975"/>
              <a:gd name="connsiteY172" fmla="*/ 1247335 h 1410656"/>
              <a:gd name="connsiteX173" fmla="*/ 1196556 w 5260975"/>
              <a:gd name="connsiteY173" fmla="*/ 1235525 h 1410656"/>
              <a:gd name="connsiteX174" fmla="*/ 1207693 w 5260975"/>
              <a:gd name="connsiteY174" fmla="*/ 1224387 h 1410656"/>
              <a:gd name="connsiteX175" fmla="*/ 1274904 w 5260975"/>
              <a:gd name="connsiteY175" fmla="*/ 1213826 h 1410656"/>
              <a:gd name="connsiteX176" fmla="*/ 1370919 w 5260975"/>
              <a:gd name="connsiteY176" fmla="*/ 1213442 h 1410656"/>
              <a:gd name="connsiteX177" fmla="*/ 1530593 w 5260975"/>
              <a:gd name="connsiteY177" fmla="*/ 1189437 h 1410656"/>
              <a:gd name="connsiteX178" fmla="*/ 1558436 w 5260975"/>
              <a:gd name="connsiteY178" fmla="*/ 1178299 h 1410656"/>
              <a:gd name="connsiteX179" fmla="*/ 1589737 w 5260975"/>
              <a:gd name="connsiteY179" fmla="*/ 1175515 h 1410656"/>
              <a:gd name="connsiteX180" fmla="*/ 1601740 w 5260975"/>
              <a:gd name="connsiteY180" fmla="*/ 1182333 h 1410656"/>
              <a:gd name="connsiteX181" fmla="*/ 1654259 w 5260975"/>
              <a:gd name="connsiteY181" fmla="*/ 1192510 h 1410656"/>
              <a:gd name="connsiteX182" fmla="*/ 1664246 w 5260975"/>
              <a:gd name="connsiteY182" fmla="*/ 1192702 h 1410656"/>
              <a:gd name="connsiteX183" fmla="*/ 1698427 w 5260975"/>
              <a:gd name="connsiteY183" fmla="*/ 1188381 h 1410656"/>
              <a:gd name="connsiteX184" fmla="*/ 1730112 w 5260975"/>
              <a:gd name="connsiteY184" fmla="*/ 1185885 h 1410656"/>
              <a:gd name="connsiteX185" fmla="*/ 1809996 w 5260975"/>
              <a:gd name="connsiteY185" fmla="*/ 1194046 h 1410656"/>
              <a:gd name="connsiteX186" fmla="*/ 1871254 w 5260975"/>
              <a:gd name="connsiteY186" fmla="*/ 1192126 h 1410656"/>
              <a:gd name="connsiteX187" fmla="*/ 1899482 w 5260975"/>
              <a:gd name="connsiteY187" fmla="*/ 1194046 h 1410656"/>
              <a:gd name="connsiteX188" fmla="*/ 1915420 w 5260975"/>
              <a:gd name="connsiteY188" fmla="*/ 1196927 h 1410656"/>
              <a:gd name="connsiteX189" fmla="*/ 1951522 w 5260975"/>
              <a:gd name="connsiteY189" fmla="*/ 1216994 h 1410656"/>
              <a:gd name="connsiteX190" fmla="*/ 1971302 w 5260975"/>
              <a:gd name="connsiteY190" fmla="*/ 1221507 h 1410656"/>
              <a:gd name="connsiteX191" fmla="*/ 2030831 w 5260975"/>
              <a:gd name="connsiteY191" fmla="*/ 1221123 h 1410656"/>
              <a:gd name="connsiteX192" fmla="*/ 2120125 w 5260975"/>
              <a:gd name="connsiteY192" fmla="*/ 1190878 h 1410656"/>
              <a:gd name="connsiteX193" fmla="*/ 2129439 w 5260975"/>
              <a:gd name="connsiteY193" fmla="*/ 1186845 h 1410656"/>
              <a:gd name="connsiteX194" fmla="*/ 2174854 w 5260975"/>
              <a:gd name="connsiteY194" fmla="*/ 1181852 h 1410656"/>
              <a:gd name="connsiteX195" fmla="*/ 2205674 w 5260975"/>
              <a:gd name="connsiteY195" fmla="*/ 1188669 h 1410656"/>
              <a:gd name="connsiteX196" fmla="*/ 2247634 w 5260975"/>
              <a:gd name="connsiteY196" fmla="*/ 1202784 h 1410656"/>
              <a:gd name="connsiteX197" fmla="*/ 2285367 w 5260975"/>
              <a:gd name="connsiteY197" fmla="*/ 1214594 h 1410656"/>
              <a:gd name="connsiteX198" fmla="*/ 2312827 w 5260975"/>
              <a:gd name="connsiteY198" fmla="*/ 1227939 h 1410656"/>
              <a:gd name="connsiteX199" fmla="*/ 2375622 w 5260975"/>
              <a:gd name="connsiteY199" fmla="*/ 1237733 h 1410656"/>
              <a:gd name="connsiteX200" fmla="*/ 2382151 w 5260975"/>
              <a:gd name="connsiteY200" fmla="*/ 1239365 h 1410656"/>
              <a:gd name="connsiteX201" fmla="*/ 2429390 w 5260975"/>
              <a:gd name="connsiteY201" fmla="*/ 1227459 h 1410656"/>
              <a:gd name="connsiteX202" fmla="*/ 2486134 w 5260975"/>
              <a:gd name="connsiteY202" fmla="*/ 1215362 h 1410656"/>
              <a:gd name="connsiteX203" fmla="*/ 2506394 w 5260975"/>
              <a:gd name="connsiteY203" fmla="*/ 1219490 h 1410656"/>
              <a:gd name="connsiteX204" fmla="*/ 2534142 w 5260975"/>
              <a:gd name="connsiteY204" fmla="*/ 1225347 h 1410656"/>
              <a:gd name="connsiteX205" fmla="*/ 2559874 w 5260975"/>
              <a:gd name="connsiteY205" fmla="*/ 1222275 h 1410656"/>
              <a:gd name="connsiteX206" fmla="*/ 2575525 w 5260975"/>
              <a:gd name="connsiteY206" fmla="*/ 1221987 h 1410656"/>
              <a:gd name="connsiteX207" fmla="*/ 2646960 w 5260975"/>
              <a:gd name="connsiteY207" fmla="*/ 1257896 h 1410656"/>
              <a:gd name="connsiteX208" fmla="*/ 2665107 w 5260975"/>
              <a:gd name="connsiteY208" fmla="*/ 1260873 h 1410656"/>
              <a:gd name="connsiteX209" fmla="*/ 2675381 w 5260975"/>
              <a:gd name="connsiteY209" fmla="*/ 1265290 h 1410656"/>
              <a:gd name="connsiteX210" fmla="*/ 2737311 w 5260975"/>
              <a:gd name="connsiteY210" fmla="*/ 1309841 h 1410656"/>
              <a:gd name="connsiteX211" fmla="*/ 2763619 w 5260975"/>
              <a:gd name="connsiteY211" fmla="*/ 1318866 h 1410656"/>
              <a:gd name="connsiteX212" fmla="*/ 2792519 w 5260975"/>
              <a:gd name="connsiteY212" fmla="*/ 1317041 h 1410656"/>
              <a:gd name="connsiteX213" fmla="*/ 2809226 w 5260975"/>
              <a:gd name="connsiteY213" fmla="*/ 1313777 h 1410656"/>
              <a:gd name="connsiteX214" fmla="*/ 2850705 w 5260975"/>
              <a:gd name="connsiteY214" fmla="*/ 1285452 h 1410656"/>
              <a:gd name="connsiteX215" fmla="*/ 2874324 w 5260975"/>
              <a:gd name="connsiteY215" fmla="*/ 1286413 h 1410656"/>
              <a:gd name="connsiteX216" fmla="*/ 2911194 w 5260975"/>
              <a:gd name="connsiteY216" fmla="*/ 1305903 h 1410656"/>
              <a:gd name="connsiteX217" fmla="*/ 2978116 w 5260975"/>
              <a:gd name="connsiteY217" fmla="*/ 1314641 h 1410656"/>
              <a:gd name="connsiteX218" fmla="*/ 3012106 w 5260975"/>
              <a:gd name="connsiteY218" fmla="*/ 1287373 h 1410656"/>
              <a:gd name="connsiteX219" fmla="*/ 3029676 w 5260975"/>
              <a:gd name="connsiteY219" fmla="*/ 1261161 h 1410656"/>
              <a:gd name="connsiteX220" fmla="*/ 3080469 w 5260975"/>
              <a:gd name="connsiteY220" fmla="*/ 1230724 h 1410656"/>
              <a:gd name="connsiteX221" fmla="*/ 3092567 w 5260975"/>
              <a:gd name="connsiteY221" fmla="*/ 1242054 h 1410656"/>
              <a:gd name="connsiteX222" fmla="*/ 3129821 w 5260975"/>
              <a:gd name="connsiteY222" fmla="*/ 1246855 h 1410656"/>
              <a:gd name="connsiteX223" fmla="*/ 3170147 w 5260975"/>
              <a:gd name="connsiteY223" fmla="*/ 1246471 h 1410656"/>
              <a:gd name="connsiteX224" fmla="*/ 3240429 w 5260975"/>
              <a:gd name="connsiteY224" fmla="*/ 1251559 h 1410656"/>
              <a:gd name="connsiteX225" fmla="*/ 3287189 w 5260975"/>
              <a:gd name="connsiteY225" fmla="*/ 1222466 h 1410656"/>
              <a:gd name="connsiteX226" fmla="*/ 3305049 w 5260975"/>
              <a:gd name="connsiteY226" fmla="*/ 1210465 h 1410656"/>
              <a:gd name="connsiteX227" fmla="*/ 3321755 w 5260975"/>
              <a:gd name="connsiteY227" fmla="*/ 1202784 h 1410656"/>
              <a:gd name="connsiteX228" fmla="*/ 3341055 w 5260975"/>
              <a:gd name="connsiteY228" fmla="*/ 1198463 h 1410656"/>
              <a:gd name="connsiteX229" fmla="*/ 3387621 w 5260975"/>
              <a:gd name="connsiteY229" fmla="*/ 1182140 h 1410656"/>
              <a:gd name="connsiteX230" fmla="*/ 3413161 w 5260975"/>
              <a:gd name="connsiteY230" fmla="*/ 1166105 h 1410656"/>
              <a:gd name="connsiteX231" fmla="*/ 3470579 w 5260975"/>
              <a:gd name="connsiteY231" fmla="*/ 1150647 h 1410656"/>
              <a:gd name="connsiteX232" fmla="*/ 3509657 w 5260975"/>
              <a:gd name="connsiteY232" fmla="*/ 1136821 h 1410656"/>
              <a:gd name="connsiteX233" fmla="*/ 3550847 w 5260975"/>
              <a:gd name="connsiteY233" fmla="*/ 1113009 h 1410656"/>
              <a:gd name="connsiteX234" fmla="*/ 3556608 w 5260975"/>
              <a:gd name="connsiteY234" fmla="*/ 1109361 h 1410656"/>
              <a:gd name="connsiteX235" fmla="*/ 3570435 w 5260975"/>
              <a:gd name="connsiteY235" fmla="*/ 1093710 h 1410656"/>
              <a:gd name="connsiteX236" fmla="*/ 3590501 w 5260975"/>
              <a:gd name="connsiteY236" fmla="*/ 1039846 h 1410656"/>
              <a:gd name="connsiteX237" fmla="*/ 3596263 w 5260975"/>
              <a:gd name="connsiteY237" fmla="*/ 1028900 h 1410656"/>
              <a:gd name="connsiteX238" fmla="*/ 3648591 w 5260975"/>
              <a:gd name="connsiteY238" fmla="*/ 992030 h 1410656"/>
              <a:gd name="connsiteX239" fmla="*/ 3667986 w 5260975"/>
              <a:gd name="connsiteY239" fmla="*/ 995487 h 1410656"/>
              <a:gd name="connsiteX240" fmla="*/ 3689397 w 5260975"/>
              <a:gd name="connsiteY240" fmla="*/ 1007585 h 1410656"/>
              <a:gd name="connsiteX241" fmla="*/ 3736349 w 5260975"/>
              <a:gd name="connsiteY241" fmla="*/ 1010753 h 1410656"/>
              <a:gd name="connsiteX242" fmla="*/ 3753919 w 5260975"/>
              <a:gd name="connsiteY242" fmla="*/ 1004513 h 1410656"/>
              <a:gd name="connsiteX243" fmla="*/ 3784643 w 5260975"/>
              <a:gd name="connsiteY243" fmla="*/ 987710 h 1410656"/>
              <a:gd name="connsiteX244" fmla="*/ 3808359 w 5260975"/>
              <a:gd name="connsiteY244" fmla="*/ 961689 h 1410656"/>
              <a:gd name="connsiteX245" fmla="*/ 3842829 w 5260975"/>
              <a:gd name="connsiteY245" fmla="*/ 918674 h 1410656"/>
              <a:gd name="connsiteX246" fmla="*/ 3908983 w 5260975"/>
              <a:gd name="connsiteY246" fmla="*/ 902256 h 1410656"/>
              <a:gd name="connsiteX247" fmla="*/ 3934428 w 5260975"/>
              <a:gd name="connsiteY247" fmla="*/ 896783 h 1410656"/>
              <a:gd name="connsiteX248" fmla="*/ 4026987 w 5260975"/>
              <a:gd name="connsiteY248" fmla="*/ 873835 h 1410656"/>
              <a:gd name="connsiteX249" fmla="*/ 4035051 w 5260975"/>
              <a:gd name="connsiteY249" fmla="*/ 873067 h 1410656"/>
              <a:gd name="connsiteX250" fmla="*/ 4099189 w 5260975"/>
              <a:gd name="connsiteY250" fmla="*/ 846664 h 1410656"/>
              <a:gd name="connsiteX251" fmla="*/ 4114647 w 5260975"/>
              <a:gd name="connsiteY251" fmla="*/ 840134 h 1410656"/>
              <a:gd name="connsiteX252" fmla="*/ 4133563 w 5260975"/>
              <a:gd name="connsiteY252" fmla="*/ 823427 h 1410656"/>
              <a:gd name="connsiteX253" fmla="*/ 4151039 w 5260975"/>
              <a:gd name="connsiteY253" fmla="*/ 776284 h 1410656"/>
              <a:gd name="connsiteX254" fmla="*/ 4171489 w 5260975"/>
              <a:gd name="connsiteY254" fmla="*/ 754776 h 1410656"/>
              <a:gd name="connsiteX255" fmla="*/ 4186372 w 5260975"/>
              <a:gd name="connsiteY255" fmla="*/ 741718 h 1410656"/>
              <a:gd name="connsiteX256" fmla="*/ 4199429 w 5260975"/>
              <a:gd name="connsiteY256" fmla="*/ 721940 h 1410656"/>
              <a:gd name="connsiteX257" fmla="*/ 4212487 w 5260975"/>
              <a:gd name="connsiteY257" fmla="*/ 674604 h 1410656"/>
              <a:gd name="connsiteX258" fmla="*/ 4232555 w 5260975"/>
              <a:gd name="connsiteY258" fmla="*/ 632645 h 1410656"/>
              <a:gd name="connsiteX259" fmla="*/ 4268657 w 5260975"/>
              <a:gd name="connsiteY259" fmla="*/ 609410 h 1410656"/>
              <a:gd name="connsiteX260" fmla="*/ 4291028 w 5260975"/>
              <a:gd name="connsiteY260" fmla="*/ 597216 h 1410656"/>
              <a:gd name="connsiteX261" fmla="*/ 4379651 w 5260975"/>
              <a:gd name="connsiteY261" fmla="*/ 609506 h 1410656"/>
              <a:gd name="connsiteX262" fmla="*/ 4440139 w 5260975"/>
              <a:gd name="connsiteY262" fmla="*/ 621507 h 1410656"/>
              <a:gd name="connsiteX263" fmla="*/ 4460015 w 5260975"/>
              <a:gd name="connsiteY263" fmla="*/ 616899 h 1410656"/>
              <a:gd name="connsiteX264" fmla="*/ 4516183 w 5260975"/>
              <a:gd name="connsiteY264" fmla="*/ 577724 h 1410656"/>
              <a:gd name="connsiteX265" fmla="*/ 4571681 w 5260975"/>
              <a:gd name="connsiteY265" fmla="*/ 560250 h 1410656"/>
              <a:gd name="connsiteX266" fmla="*/ 4613447 w 5260975"/>
              <a:gd name="connsiteY266" fmla="*/ 555257 h 1410656"/>
              <a:gd name="connsiteX267" fmla="*/ 4649355 w 5260975"/>
              <a:gd name="connsiteY267" fmla="*/ 551417 h 1410656"/>
              <a:gd name="connsiteX268" fmla="*/ 4692467 w 5260975"/>
              <a:gd name="connsiteY268" fmla="*/ 540663 h 1410656"/>
              <a:gd name="connsiteX269" fmla="*/ 4716855 w 5260975"/>
              <a:gd name="connsiteY269" fmla="*/ 528949 h 1410656"/>
              <a:gd name="connsiteX270" fmla="*/ 4755645 w 5260975"/>
              <a:gd name="connsiteY270" fmla="*/ 512147 h 1410656"/>
              <a:gd name="connsiteX271" fmla="*/ 4795395 w 5260975"/>
              <a:gd name="connsiteY271" fmla="*/ 490351 h 1410656"/>
              <a:gd name="connsiteX272" fmla="*/ 4825928 w 5260975"/>
              <a:gd name="connsiteY272" fmla="*/ 459818 h 1410656"/>
              <a:gd name="connsiteX273" fmla="*/ 4842347 w 5260975"/>
              <a:gd name="connsiteY273" fmla="*/ 434086 h 1410656"/>
              <a:gd name="connsiteX274" fmla="*/ 4890451 w 5260975"/>
              <a:gd name="connsiteY274" fmla="*/ 397216 h 1410656"/>
              <a:gd name="connsiteX275" fmla="*/ 4933945 w 5260975"/>
              <a:gd name="connsiteY275" fmla="*/ 327701 h 1410656"/>
              <a:gd name="connsiteX276" fmla="*/ 4961214 w 5260975"/>
              <a:gd name="connsiteY276" fmla="*/ 298801 h 1410656"/>
              <a:gd name="connsiteX277" fmla="*/ 4976672 w 5260975"/>
              <a:gd name="connsiteY277" fmla="*/ 290639 h 1410656"/>
              <a:gd name="connsiteX278" fmla="*/ 5002979 w 5260975"/>
              <a:gd name="connsiteY278" fmla="*/ 270573 h 1410656"/>
              <a:gd name="connsiteX279" fmla="*/ 5018535 w 5260975"/>
              <a:gd name="connsiteY279" fmla="*/ 255690 h 1410656"/>
              <a:gd name="connsiteX280" fmla="*/ 5061069 w 5260975"/>
              <a:gd name="connsiteY280" fmla="*/ 200961 h 1410656"/>
              <a:gd name="connsiteX281" fmla="*/ 5074127 w 5260975"/>
              <a:gd name="connsiteY281" fmla="*/ 184735 h 1410656"/>
              <a:gd name="connsiteX282" fmla="*/ 5101108 w 5260975"/>
              <a:gd name="connsiteY282" fmla="*/ 156891 h 1410656"/>
              <a:gd name="connsiteX283" fmla="*/ 5112918 w 5260975"/>
              <a:gd name="connsiteY283" fmla="*/ 148441 h 1410656"/>
              <a:gd name="connsiteX284" fmla="*/ 5133753 w 5260975"/>
              <a:gd name="connsiteY284" fmla="*/ 125782 h 1410656"/>
              <a:gd name="connsiteX285" fmla="*/ 5183393 w 5260975"/>
              <a:gd name="connsiteY285" fmla="*/ 66348 h 1410656"/>
              <a:gd name="connsiteX286" fmla="*/ 5204709 w 5260975"/>
              <a:gd name="connsiteY286" fmla="*/ 33030 h 1410656"/>
              <a:gd name="connsiteX287" fmla="*/ 5247243 w 5260975"/>
              <a:gd name="connsiteY287" fmla="*/ 8451 h 141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5260975" h="1410656">
                <a:moveTo>
                  <a:pt x="5260975" y="0"/>
                </a:moveTo>
                <a:lnTo>
                  <a:pt x="5260975" y="221634"/>
                </a:lnTo>
                <a:lnTo>
                  <a:pt x="5226503" y="237063"/>
                </a:lnTo>
                <a:cubicBezTo>
                  <a:pt x="5219783" y="239848"/>
                  <a:pt x="5212389" y="241384"/>
                  <a:pt x="5206341" y="245128"/>
                </a:cubicBezTo>
                <a:cubicBezTo>
                  <a:pt x="5178495" y="262219"/>
                  <a:pt x="5151515" y="280654"/>
                  <a:pt x="5123287" y="297073"/>
                </a:cubicBezTo>
                <a:cubicBezTo>
                  <a:pt x="5094195" y="314067"/>
                  <a:pt x="5068175" y="334134"/>
                  <a:pt x="5048107" y="361307"/>
                </a:cubicBezTo>
                <a:cubicBezTo>
                  <a:pt x="5029480" y="386559"/>
                  <a:pt x="5011429" y="412194"/>
                  <a:pt x="4992899" y="437542"/>
                </a:cubicBezTo>
                <a:cubicBezTo>
                  <a:pt x="4988194" y="443975"/>
                  <a:pt x="4983873" y="451561"/>
                  <a:pt x="4977440" y="455690"/>
                </a:cubicBezTo>
                <a:cubicBezTo>
                  <a:pt x="4964094" y="464331"/>
                  <a:pt x="4949499" y="471340"/>
                  <a:pt x="4935193" y="478445"/>
                </a:cubicBezTo>
                <a:cubicBezTo>
                  <a:pt x="4922903" y="484494"/>
                  <a:pt x="4909845" y="489006"/>
                  <a:pt x="4897844" y="495535"/>
                </a:cubicBezTo>
                <a:cubicBezTo>
                  <a:pt x="4888243" y="500721"/>
                  <a:pt x="4879697" y="507922"/>
                  <a:pt x="4870767" y="514451"/>
                </a:cubicBezTo>
                <a:cubicBezTo>
                  <a:pt x="4862990" y="520115"/>
                  <a:pt x="4854445" y="525012"/>
                  <a:pt x="4847916" y="531830"/>
                </a:cubicBezTo>
                <a:cubicBezTo>
                  <a:pt x="4831977" y="548344"/>
                  <a:pt x="4815942" y="564571"/>
                  <a:pt x="4796163" y="576765"/>
                </a:cubicBezTo>
                <a:cubicBezTo>
                  <a:pt x="4776672" y="588862"/>
                  <a:pt x="4758237" y="602401"/>
                  <a:pt x="4738843" y="614691"/>
                </a:cubicBezTo>
                <a:cubicBezTo>
                  <a:pt x="4719831" y="626693"/>
                  <a:pt x="4702645" y="639846"/>
                  <a:pt x="4692755" y="661162"/>
                </a:cubicBezTo>
                <a:cubicBezTo>
                  <a:pt x="4688339" y="670571"/>
                  <a:pt x="4682097" y="680845"/>
                  <a:pt x="4673744" y="686318"/>
                </a:cubicBezTo>
                <a:cubicBezTo>
                  <a:pt x="4661838" y="694095"/>
                  <a:pt x="4646764" y="696880"/>
                  <a:pt x="4633801" y="703505"/>
                </a:cubicBezTo>
                <a:cubicBezTo>
                  <a:pt x="4618535" y="711282"/>
                  <a:pt x="4600869" y="718003"/>
                  <a:pt x="4590499" y="730389"/>
                </a:cubicBezTo>
                <a:cubicBezTo>
                  <a:pt x="4581281" y="741431"/>
                  <a:pt x="4571968" y="750072"/>
                  <a:pt x="4559773" y="757081"/>
                </a:cubicBezTo>
                <a:cubicBezTo>
                  <a:pt x="4551229" y="761978"/>
                  <a:pt x="4544892" y="770907"/>
                  <a:pt x="4536059" y="774940"/>
                </a:cubicBezTo>
                <a:cubicBezTo>
                  <a:pt x="4524441" y="780317"/>
                  <a:pt x="4512727" y="784542"/>
                  <a:pt x="4502549" y="792895"/>
                </a:cubicBezTo>
                <a:cubicBezTo>
                  <a:pt x="4491987" y="801536"/>
                  <a:pt x="4479986" y="808353"/>
                  <a:pt x="4468944" y="816419"/>
                </a:cubicBezTo>
                <a:cubicBezTo>
                  <a:pt x="4463087" y="820739"/>
                  <a:pt x="4458286" y="826404"/>
                  <a:pt x="4452622" y="830917"/>
                </a:cubicBezTo>
                <a:cubicBezTo>
                  <a:pt x="4442252" y="839174"/>
                  <a:pt x="4431690" y="847239"/>
                  <a:pt x="4421032" y="855016"/>
                </a:cubicBezTo>
                <a:cubicBezTo>
                  <a:pt x="4410375" y="862794"/>
                  <a:pt x="4400197" y="871819"/>
                  <a:pt x="4388483" y="877484"/>
                </a:cubicBezTo>
                <a:cubicBezTo>
                  <a:pt x="4368513" y="887086"/>
                  <a:pt x="4346717" y="892847"/>
                  <a:pt x="4327321" y="903216"/>
                </a:cubicBezTo>
                <a:cubicBezTo>
                  <a:pt x="4307639" y="913777"/>
                  <a:pt x="4289107" y="927028"/>
                  <a:pt x="4271633" y="941046"/>
                </a:cubicBezTo>
                <a:cubicBezTo>
                  <a:pt x="4257807" y="952088"/>
                  <a:pt x="4244845" y="963034"/>
                  <a:pt x="4227465" y="968698"/>
                </a:cubicBezTo>
                <a:cubicBezTo>
                  <a:pt x="4217768" y="971867"/>
                  <a:pt x="4207591" y="978780"/>
                  <a:pt x="4201733" y="986846"/>
                </a:cubicBezTo>
                <a:cubicBezTo>
                  <a:pt x="4189059" y="1004416"/>
                  <a:pt x="4172833" y="1016802"/>
                  <a:pt x="4154494" y="1027364"/>
                </a:cubicBezTo>
                <a:cubicBezTo>
                  <a:pt x="4130010" y="1041574"/>
                  <a:pt x="4105814" y="1056072"/>
                  <a:pt x="4081234" y="1069994"/>
                </a:cubicBezTo>
                <a:cubicBezTo>
                  <a:pt x="4066737" y="1078252"/>
                  <a:pt x="4052335" y="1086989"/>
                  <a:pt x="4036971" y="1093038"/>
                </a:cubicBezTo>
                <a:cubicBezTo>
                  <a:pt x="4005575" y="1105520"/>
                  <a:pt x="3973410" y="1116177"/>
                  <a:pt x="3941725" y="1127796"/>
                </a:cubicBezTo>
                <a:cubicBezTo>
                  <a:pt x="3931355" y="1131540"/>
                  <a:pt x="3921561" y="1136917"/>
                  <a:pt x="3910999" y="1140182"/>
                </a:cubicBezTo>
                <a:cubicBezTo>
                  <a:pt x="3899573" y="1143734"/>
                  <a:pt x="3887285" y="1144790"/>
                  <a:pt x="3875859" y="1148343"/>
                </a:cubicBezTo>
                <a:cubicBezTo>
                  <a:pt x="3856847" y="1154199"/>
                  <a:pt x="3838412" y="1161689"/>
                  <a:pt x="3819401" y="1167642"/>
                </a:cubicBezTo>
                <a:cubicBezTo>
                  <a:pt x="3782723" y="1179068"/>
                  <a:pt x="3745949" y="1190014"/>
                  <a:pt x="3709176" y="1200863"/>
                </a:cubicBezTo>
                <a:cubicBezTo>
                  <a:pt x="3701303" y="1203168"/>
                  <a:pt x="3692757" y="1203456"/>
                  <a:pt x="3684981" y="1205952"/>
                </a:cubicBezTo>
                <a:cubicBezTo>
                  <a:pt x="3664337" y="1212673"/>
                  <a:pt x="3643789" y="1219970"/>
                  <a:pt x="3623338" y="1227363"/>
                </a:cubicBezTo>
                <a:cubicBezTo>
                  <a:pt x="3610953" y="1231876"/>
                  <a:pt x="3598854" y="1237445"/>
                  <a:pt x="3586373" y="1241765"/>
                </a:cubicBezTo>
                <a:cubicBezTo>
                  <a:pt x="3576387" y="1245222"/>
                  <a:pt x="3566113" y="1247910"/>
                  <a:pt x="3555743" y="1250023"/>
                </a:cubicBezTo>
                <a:cubicBezTo>
                  <a:pt x="3546814" y="1251848"/>
                  <a:pt x="3537501" y="1251655"/>
                  <a:pt x="3528667" y="1253864"/>
                </a:cubicBezTo>
                <a:cubicBezTo>
                  <a:pt x="3504759" y="1259816"/>
                  <a:pt x="3481140" y="1266538"/>
                  <a:pt x="3457424" y="1272874"/>
                </a:cubicBezTo>
                <a:cubicBezTo>
                  <a:pt x="3447919" y="1275371"/>
                  <a:pt x="3438221" y="1277196"/>
                  <a:pt x="3429003" y="1280364"/>
                </a:cubicBezTo>
                <a:cubicBezTo>
                  <a:pt x="3404327" y="1288717"/>
                  <a:pt x="3380036" y="1298222"/>
                  <a:pt x="3355264" y="1306096"/>
                </a:cubicBezTo>
                <a:cubicBezTo>
                  <a:pt x="3334717" y="1312625"/>
                  <a:pt x="3313593" y="1317329"/>
                  <a:pt x="3292757" y="1323090"/>
                </a:cubicBezTo>
                <a:cubicBezTo>
                  <a:pt x="3283924" y="1325587"/>
                  <a:pt x="3275475" y="1329140"/>
                  <a:pt x="3266643" y="1331251"/>
                </a:cubicBezTo>
                <a:cubicBezTo>
                  <a:pt x="3246863" y="1336053"/>
                  <a:pt x="3226796" y="1340085"/>
                  <a:pt x="3206921" y="1344886"/>
                </a:cubicBezTo>
                <a:cubicBezTo>
                  <a:pt x="3195590" y="1347670"/>
                  <a:pt x="3184645" y="1352663"/>
                  <a:pt x="3173123" y="1354488"/>
                </a:cubicBezTo>
                <a:cubicBezTo>
                  <a:pt x="3145759" y="1358808"/>
                  <a:pt x="3118203" y="1361880"/>
                  <a:pt x="3090646" y="1365337"/>
                </a:cubicBezTo>
                <a:cubicBezTo>
                  <a:pt x="3062227" y="1368889"/>
                  <a:pt x="3033902" y="1372634"/>
                  <a:pt x="3005480" y="1375802"/>
                </a:cubicBezTo>
                <a:cubicBezTo>
                  <a:pt x="2989926" y="1377435"/>
                  <a:pt x="2974275" y="1377723"/>
                  <a:pt x="2958721" y="1379259"/>
                </a:cubicBezTo>
                <a:cubicBezTo>
                  <a:pt x="2945087" y="1380604"/>
                  <a:pt x="2931549" y="1383100"/>
                  <a:pt x="2917915" y="1384733"/>
                </a:cubicBezTo>
                <a:cubicBezTo>
                  <a:pt x="2906105" y="1386076"/>
                  <a:pt x="2894199" y="1386844"/>
                  <a:pt x="2882389" y="1388189"/>
                </a:cubicBezTo>
                <a:cubicBezTo>
                  <a:pt x="2863475" y="1390397"/>
                  <a:pt x="2844655" y="1392894"/>
                  <a:pt x="2825837" y="1395198"/>
                </a:cubicBezTo>
                <a:cubicBezTo>
                  <a:pt x="2817964" y="1396062"/>
                  <a:pt x="2809706" y="1398462"/>
                  <a:pt x="2802313" y="1397023"/>
                </a:cubicBezTo>
                <a:cubicBezTo>
                  <a:pt x="2783686" y="1393373"/>
                  <a:pt x="2765347" y="1394430"/>
                  <a:pt x="2746816" y="1396926"/>
                </a:cubicBezTo>
                <a:cubicBezTo>
                  <a:pt x="2740479" y="1397791"/>
                  <a:pt x="2733662" y="1397598"/>
                  <a:pt x="2727517" y="1395966"/>
                </a:cubicBezTo>
                <a:cubicBezTo>
                  <a:pt x="2714939" y="1392701"/>
                  <a:pt x="2702745" y="1388092"/>
                  <a:pt x="2690359" y="1384060"/>
                </a:cubicBezTo>
                <a:cubicBezTo>
                  <a:pt x="2689014" y="1383580"/>
                  <a:pt x="2687382" y="1383484"/>
                  <a:pt x="2685943" y="1383196"/>
                </a:cubicBezTo>
                <a:cubicBezTo>
                  <a:pt x="2677781" y="1381563"/>
                  <a:pt x="2669717" y="1379931"/>
                  <a:pt x="2661554" y="1378491"/>
                </a:cubicBezTo>
                <a:cubicBezTo>
                  <a:pt x="2657138" y="1377723"/>
                  <a:pt x="2652625" y="1377627"/>
                  <a:pt x="2648208" y="1376955"/>
                </a:cubicBezTo>
                <a:cubicBezTo>
                  <a:pt x="2631118" y="1374266"/>
                  <a:pt x="2612299" y="1378779"/>
                  <a:pt x="2597512" y="1367162"/>
                </a:cubicBezTo>
                <a:cubicBezTo>
                  <a:pt x="2587911" y="1359672"/>
                  <a:pt x="2578597" y="1361401"/>
                  <a:pt x="2568324" y="1362553"/>
                </a:cubicBezTo>
                <a:cubicBezTo>
                  <a:pt x="2560547" y="1363417"/>
                  <a:pt x="2552577" y="1363128"/>
                  <a:pt x="2544704" y="1363225"/>
                </a:cubicBezTo>
                <a:cubicBezTo>
                  <a:pt x="2530878" y="1363512"/>
                  <a:pt x="2517052" y="1363609"/>
                  <a:pt x="2503225" y="1364089"/>
                </a:cubicBezTo>
                <a:cubicBezTo>
                  <a:pt x="2498808" y="1364281"/>
                  <a:pt x="2494297" y="1366682"/>
                  <a:pt x="2489975" y="1366298"/>
                </a:cubicBezTo>
                <a:cubicBezTo>
                  <a:pt x="2470004" y="1364473"/>
                  <a:pt x="2450033" y="1361592"/>
                  <a:pt x="2430061" y="1359960"/>
                </a:cubicBezTo>
                <a:cubicBezTo>
                  <a:pt x="2418732" y="1359001"/>
                  <a:pt x="2407114" y="1360824"/>
                  <a:pt x="2395880" y="1359480"/>
                </a:cubicBezTo>
                <a:cubicBezTo>
                  <a:pt x="2382919" y="1357944"/>
                  <a:pt x="2370245" y="1354008"/>
                  <a:pt x="2357378" y="1351607"/>
                </a:cubicBezTo>
                <a:cubicBezTo>
                  <a:pt x="2353826" y="1350935"/>
                  <a:pt x="2349889" y="1351799"/>
                  <a:pt x="2346145" y="1351991"/>
                </a:cubicBezTo>
                <a:cubicBezTo>
                  <a:pt x="2341920" y="1352183"/>
                  <a:pt x="2337791" y="1352567"/>
                  <a:pt x="2333567" y="1352663"/>
                </a:cubicBezTo>
                <a:cubicBezTo>
                  <a:pt x="2320700" y="1352856"/>
                  <a:pt x="2307835" y="1352567"/>
                  <a:pt x="2294968" y="1353240"/>
                </a:cubicBezTo>
                <a:cubicBezTo>
                  <a:pt x="2287095" y="1353624"/>
                  <a:pt x="2278839" y="1357560"/>
                  <a:pt x="2271540" y="1356120"/>
                </a:cubicBezTo>
                <a:cubicBezTo>
                  <a:pt x="2256659" y="1353335"/>
                  <a:pt x="2241776" y="1359576"/>
                  <a:pt x="2226895" y="1354392"/>
                </a:cubicBezTo>
                <a:cubicBezTo>
                  <a:pt x="2222285" y="1352856"/>
                  <a:pt x="2215948" y="1356696"/>
                  <a:pt x="2210379" y="1356888"/>
                </a:cubicBezTo>
                <a:cubicBezTo>
                  <a:pt x="2196457" y="1357368"/>
                  <a:pt x="2182535" y="1357272"/>
                  <a:pt x="2168613" y="1357176"/>
                </a:cubicBezTo>
                <a:cubicBezTo>
                  <a:pt x="2156131" y="1357080"/>
                  <a:pt x="2143168" y="1358424"/>
                  <a:pt x="2131167" y="1355736"/>
                </a:cubicBezTo>
                <a:cubicBezTo>
                  <a:pt x="2118588" y="1352856"/>
                  <a:pt x="2107259" y="1353240"/>
                  <a:pt x="2095065" y="1356504"/>
                </a:cubicBezTo>
                <a:cubicBezTo>
                  <a:pt x="2086711" y="1358712"/>
                  <a:pt x="2077878" y="1359001"/>
                  <a:pt x="2069237" y="1359672"/>
                </a:cubicBezTo>
                <a:cubicBezTo>
                  <a:pt x="2059924" y="1360440"/>
                  <a:pt x="2049650" y="1358424"/>
                  <a:pt x="2041201" y="1361592"/>
                </a:cubicBezTo>
                <a:cubicBezTo>
                  <a:pt x="2016044" y="1371002"/>
                  <a:pt x="1990216" y="1373018"/>
                  <a:pt x="1963909" y="1373018"/>
                </a:cubicBezTo>
                <a:cubicBezTo>
                  <a:pt x="1959107" y="1373018"/>
                  <a:pt x="1954210" y="1371675"/>
                  <a:pt x="1949603" y="1370234"/>
                </a:cubicBezTo>
                <a:cubicBezTo>
                  <a:pt x="1922717" y="1361592"/>
                  <a:pt x="1895737" y="1362360"/>
                  <a:pt x="1868373" y="1367641"/>
                </a:cubicBezTo>
                <a:cubicBezTo>
                  <a:pt x="1862708" y="1368794"/>
                  <a:pt x="1856372" y="1368986"/>
                  <a:pt x="1850707" y="1367834"/>
                </a:cubicBezTo>
                <a:cubicBezTo>
                  <a:pt x="1834768" y="1364473"/>
                  <a:pt x="1819309" y="1358904"/>
                  <a:pt x="1803275" y="1356504"/>
                </a:cubicBezTo>
                <a:cubicBezTo>
                  <a:pt x="1776775" y="1352567"/>
                  <a:pt x="1753828" y="1365817"/>
                  <a:pt x="1730112" y="1374459"/>
                </a:cubicBezTo>
                <a:cubicBezTo>
                  <a:pt x="1707548" y="1382620"/>
                  <a:pt x="1688345" y="1401055"/>
                  <a:pt x="1661652" y="1396926"/>
                </a:cubicBezTo>
                <a:cubicBezTo>
                  <a:pt x="1658965" y="1396542"/>
                  <a:pt x="1655988" y="1399134"/>
                  <a:pt x="1653011" y="1399807"/>
                </a:cubicBezTo>
                <a:cubicBezTo>
                  <a:pt x="1644850" y="1401631"/>
                  <a:pt x="1636689" y="1403839"/>
                  <a:pt x="1628431" y="1404704"/>
                </a:cubicBezTo>
                <a:cubicBezTo>
                  <a:pt x="1618350" y="1405856"/>
                  <a:pt x="1608076" y="1405472"/>
                  <a:pt x="1597995" y="1406432"/>
                </a:cubicBezTo>
                <a:cubicBezTo>
                  <a:pt x="1585032" y="1407584"/>
                  <a:pt x="1572263" y="1410656"/>
                  <a:pt x="1559396" y="1410656"/>
                </a:cubicBezTo>
                <a:cubicBezTo>
                  <a:pt x="1549026" y="1410656"/>
                  <a:pt x="1538753" y="1407104"/>
                  <a:pt x="1528480" y="1405375"/>
                </a:cubicBezTo>
                <a:cubicBezTo>
                  <a:pt x="1513981" y="1402975"/>
                  <a:pt x="1498042" y="1403647"/>
                  <a:pt x="1485272" y="1397502"/>
                </a:cubicBezTo>
                <a:cubicBezTo>
                  <a:pt x="1471639" y="1390973"/>
                  <a:pt x="1458676" y="1387997"/>
                  <a:pt x="1444562" y="1390013"/>
                </a:cubicBezTo>
                <a:cubicBezTo>
                  <a:pt x="1439857" y="1390685"/>
                  <a:pt x="1433808" y="1394718"/>
                  <a:pt x="1431696" y="1398846"/>
                </a:cubicBezTo>
                <a:cubicBezTo>
                  <a:pt x="1426991" y="1408064"/>
                  <a:pt x="1420559" y="1409697"/>
                  <a:pt x="1411821" y="1406527"/>
                </a:cubicBezTo>
                <a:cubicBezTo>
                  <a:pt x="1404236" y="1403839"/>
                  <a:pt x="1394922" y="1402495"/>
                  <a:pt x="1389738" y="1397310"/>
                </a:cubicBezTo>
                <a:cubicBezTo>
                  <a:pt x="1375047" y="1382620"/>
                  <a:pt x="1356324" y="1382140"/>
                  <a:pt x="1338081" y="1378204"/>
                </a:cubicBezTo>
                <a:cubicBezTo>
                  <a:pt x="1326945" y="1375802"/>
                  <a:pt x="1316574" y="1375707"/>
                  <a:pt x="1305436" y="1377339"/>
                </a:cubicBezTo>
                <a:cubicBezTo>
                  <a:pt x="1281241" y="1380988"/>
                  <a:pt x="1257717" y="1375802"/>
                  <a:pt x="1234481" y="1369178"/>
                </a:cubicBezTo>
                <a:cubicBezTo>
                  <a:pt x="1219118" y="1364761"/>
                  <a:pt x="1203372" y="1362073"/>
                  <a:pt x="1188106" y="1357560"/>
                </a:cubicBezTo>
                <a:cubicBezTo>
                  <a:pt x="1176680" y="1354104"/>
                  <a:pt x="1165255" y="1349975"/>
                  <a:pt x="1154790" y="1344406"/>
                </a:cubicBezTo>
                <a:cubicBezTo>
                  <a:pt x="1139618" y="1336244"/>
                  <a:pt x="1126369" y="1323954"/>
                  <a:pt x="1107069" y="1327219"/>
                </a:cubicBezTo>
                <a:cubicBezTo>
                  <a:pt x="1090074" y="1330099"/>
                  <a:pt x="1074713" y="1324051"/>
                  <a:pt x="1059158" y="1318290"/>
                </a:cubicBezTo>
                <a:cubicBezTo>
                  <a:pt x="1047732" y="1314065"/>
                  <a:pt x="1036308" y="1309744"/>
                  <a:pt x="1024496" y="1307056"/>
                </a:cubicBezTo>
                <a:cubicBezTo>
                  <a:pt x="1010478" y="1303887"/>
                  <a:pt x="994635" y="1305232"/>
                  <a:pt x="982153" y="1299374"/>
                </a:cubicBezTo>
                <a:cubicBezTo>
                  <a:pt x="969095" y="1293229"/>
                  <a:pt x="958246" y="1297358"/>
                  <a:pt x="946628" y="1299087"/>
                </a:cubicBezTo>
                <a:cubicBezTo>
                  <a:pt x="928097" y="1301775"/>
                  <a:pt x="909661" y="1306768"/>
                  <a:pt x="890939" y="1300431"/>
                </a:cubicBezTo>
                <a:cubicBezTo>
                  <a:pt x="868184" y="1292750"/>
                  <a:pt x="845620" y="1284493"/>
                  <a:pt x="822769" y="1277196"/>
                </a:cubicBezTo>
                <a:cubicBezTo>
                  <a:pt x="813934" y="1274410"/>
                  <a:pt x="804431" y="1273258"/>
                  <a:pt x="795212" y="1272010"/>
                </a:cubicBezTo>
                <a:cubicBezTo>
                  <a:pt x="786476" y="1270954"/>
                  <a:pt x="776010" y="1273642"/>
                  <a:pt x="769288" y="1269610"/>
                </a:cubicBezTo>
                <a:cubicBezTo>
                  <a:pt x="752005" y="1259241"/>
                  <a:pt x="734243" y="1254152"/>
                  <a:pt x="714271" y="1254152"/>
                </a:cubicBezTo>
                <a:cubicBezTo>
                  <a:pt x="706781" y="1254152"/>
                  <a:pt x="699484" y="1249831"/>
                  <a:pt x="691900" y="1249062"/>
                </a:cubicBezTo>
                <a:cubicBezTo>
                  <a:pt x="681529" y="1248103"/>
                  <a:pt x="669623" y="1245510"/>
                  <a:pt x="660598" y="1249159"/>
                </a:cubicBezTo>
                <a:cubicBezTo>
                  <a:pt x="639379" y="1257800"/>
                  <a:pt x="622193" y="1250599"/>
                  <a:pt x="603662" y="1242054"/>
                </a:cubicBezTo>
                <a:cubicBezTo>
                  <a:pt x="585418" y="1233604"/>
                  <a:pt x="566215" y="1226884"/>
                  <a:pt x="546821" y="1221314"/>
                </a:cubicBezTo>
                <a:cubicBezTo>
                  <a:pt x="539524" y="1219298"/>
                  <a:pt x="530787" y="1222659"/>
                  <a:pt x="522721" y="1223330"/>
                </a:cubicBezTo>
                <a:cubicBezTo>
                  <a:pt x="519840" y="1223523"/>
                  <a:pt x="516671" y="1223811"/>
                  <a:pt x="514080" y="1222851"/>
                </a:cubicBezTo>
                <a:cubicBezTo>
                  <a:pt x="489020" y="1213633"/>
                  <a:pt x="463575" y="1206624"/>
                  <a:pt x="436404" y="1211424"/>
                </a:cubicBezTo>
                <a:cubicBezTo>
                  <a:pt x="433908" y="1211905"/>
                  <a:pt x="431123" y="1210849"/>
                  <a:pt x="428626" y="1210177"/>
                </a:cubicBezTo>
                <a:cubicBezTo>
                  <a:pt x="416432" y="1206720"/>
                  <a:pt x="404526" y="1201247"/>
                  <a:pt x="392141" y="1199999"/>
                </a:cubicBezTo>
                <a:cubicBezTo>
                  <a:pt x="361608" y="1196927"/>
                  <a:pt x="330884" y="1195678"/>
                  <a:pt x="300157" y="1193662"/>
                </a:cubicBezTo>
                <a:cubicBezTo>
                  <a:pt x="298237" y="1193566"/>
                  <a:pt x="296221" y="1193566"/>
                  <a:pt x="294493" y="1192894"/>
                </a:cubicBezTo>
                <a:cubicBezTo>
                  <a:pt x="283163" y="1188765"/>
                  <a:pt x="273274" y="1190110"/>
                  <a:pt x="263671" y="1197982"/>
                </a:cubicBezTo>
                <a:cubicBezTo>
                  <a:pt x="259447" y="1201439"/>
                  <a:pt x="253686" y="1203263"/>
                  <a:pt x="248406" y="1205184"/>
                </a:cubicBezTo>
                <a:cubicBezTo>
                  <a:pt x="240628" y="1208065"/>
                  <a:pt x="232659" y="1210849"/>
                  <a:pt x="224594" y="1212673"/>
                </a:cubicBezTo>
                <a:cubicBezTo>
                  <a:pt x="216624" y="1214401"/>
                  <a:pt x="208079" y="1216801"/>
                  <a:pt x="200398" y="1215458"/>
                </a:cubicBezTo>
                <a:cubicBezTo>
                  <a:pt x="186572" y="1213057"/>
                  <a:pt x="173417" y="1207681"/>
                  <a:pt x="159783" y="1204127"/>
                </a:cubicBezTo>
                <a:cubicBezTo>
                  <a:pt x="155079" y="1202879"/>
                  <a:pt x="149893" y="1203072"/>
                  <a:pt x="144997" y="1202975"/>
                </a:cubicBezTo>
                <a:cubicBezTo>
                  <a:pt x="133763" y="1202688"/>
                  <a:pt x="122241" y="1205472"/>
                  <a:pt x="112064" y="1197503"/>
                </a:cubicBezTo>
                <a:cubicBezTo>
                  <a:pt x="102655" y="1190014"/>
                  <a:pt x="93148" y="1192221"/>
                  <a:pt x="83259" y="1197887"/>
                </a:cubicBezTo>
                <a:cubicBezTo>
                  <a:pt x="76154" y="1201920"/>
                  <a:pt x="68090" y="1205088"/>
                  <a:pt x="60120" y="1206624"/>
                </a:cubicBezTo>
                <a:cubicBezTo>
                  <a:pt x="49174" y="1208736"/>
                  <a:pt x="38324" y="1209601"/>
                  <a:pt x="26514" y="1208352"/>
                </a:cubicBezTo>
                <a:cubicBezTo>
                  <a:pt x="18161" y="1207488"/>
                  <a:pt x="11343" y="1207104"/>
                  <a:pt x="4814" y="1202015"/>
                </a:cubicBezTo>
                <a:cubicBezTo>
                  <a:pt x="3759" y="1201247"/>
                  <a:pt x="1839" y="1201055"/>
                  <a:pt x="398" y="1201152"/>
                </a:cubicBezTo>
                <a:lnTo>
                  <a:pt x="0" y="1201150"/>
                </a:lnTo>
                <a:lnTo>
                  <a:pt x="0" y="1004512"/>
                </a:lnTo>
                <a:lnTo>
                  <a:pt x="30355" y="1002784"/>
                </a:lnTo>
                <a:cubicBezTo>
                  <a:pt x="37748" y="1002111"/>
                  <a:pt x="44853" y="999520"/>
                  <a:pt x="52151" y="997695"/>
                </a:cubicBezTo>
                <a:cubicBezTo>
                  <a:pt x="56183" y="996639"/>
                  <a:pt x="60504" y="993855"/>
                  <a:pt x="64248" y="994430"/>
                </a:cubicBezTo>
                <a:cubicBezTo>
                  <a:pt x="85948" y="997791"/>
                  <a:pt x="105823" y="989534"/>
                  <a:pt x="126370" y="985405"/>
                </a:cubicBezTo>
                <a:cubicBezTo>
                  <a:pt x="135876" y="983485"/>
                  <a:pt x="144805" y="978876"/>
                  <a:pt x="154022" y="975708"/>
                </a:cubicBezTo>
                <a:cubicBezTo>
                  <a:pt x="156423" y="974843"/>
                  <a:pt x="159111" y="974075"/>
                  <a:pt x="161512" y="974268"/>
                </a:cubicBezTo>
                <a:cubicBezTo>
                  <a:pt x="175242" y="975420"/>
                  <a:pt x="188876" y="977052"/>
                  <a:pt x="202510" y="978300"/>
                </a:cubicBezTo>
                <a:cubicBezTo>
                  <a:pt x="214896" y="979452"/>
                  <a:pt x="227378" y="979836"/>
                  <a:pt x="233235" y="993950"/>
                </a:cubicBezTo>
                <a:cubicBezTo>
                  <a:pt x="234100" y="996159"/>
                  <a:pt x="236979" y="997791"/>
                  <a:pt x="239188" y="999231"/>
                </a:cubicBezTo>
                <a:cubicBezTo>
                  <a:pt x="273274" y="1021411"/>
                  <a:pt x="291516" y="1020835"/>
                  <a:pt x="324834" y="997407"/>
                </a:cubicBezTo>
                <a:cubicBezTo>
                  <a:pt x="328290" y="995007"/>
                  <a:pt x="335683" y="993278"/>
                  <a:pt x="337987" y="995198"/>
                </a:cubicBezTo>
                <a:cubicBezTo>
                  <a:pt x="357575" y="1011137"/>
                  <a:pt x="378986" y="1009409"/>
                  <a:pt x="401550" y="1004416"/>
                </a:cubicBezTo>
                <a:cubicBezTo>
                  <a:pt x="407407" y="1003072"/>
                  <a:pt x="415664" y="1003072"/>
                  <a:pt x="420081" y="1006240"/>
                </a:cubicBezTo>
                <a:cubicBezTo>
                  <a:pt x="441108" y="1020930"/>
                  <a:pt x="463672" y="1018819"/>
                  <a:pt x="486523" y="1014498"/>
                </a:cubicBezTo>
                <a:cubicBezTo>
                  <a:pt x="490075" y="1013826"/>
                  <a:pt x="494397" y="1010177"/>
                  <a:pt x="495932" y="1006817"/>
                </a:cubicBezTo>
                <a:cubicBezTo>
                  <a:pt x="501406" y="994911"/>
                  <a:pt x="511680" y="990878"/>
                  <a:pt x="523009" y="987517"/>
                </a:cubicBezTo>
                <a:cubicBezTo>
                  <a:pt x="540868" y="982044"/>
                  <a:pt x="558438" y="975611"/>
                  <a:pt x="576393" y="970427"/>
                </a:cubicBezTo>
                <a:cubicBezTo>
                  <a:pt x="580811" y="969179"/>
                  <a:pt x="586283" y="969947"/>
                  <a:pt x="590892" y="971387"/>
                </a:cubicBezTo>
                <a:cubicBezTo>
                  <a:pt x="606638" y="976284"/>
                  <a:pt x="616624" y="988574"/>
                  <a:pt x="627569" y="999904"/>
                </a:cubicBezTo>
                <a:cubicBezTo>
                  <a:pt x="632370" y="1004897"/>
                  <a:pt x="638995" y="1008449"/>
                  <a:pt x="645429" y="1011329"/>
                </a:cubicBezTo>
                <a:cubicBezTo>
                  <a:pt x="662135" y="1018723"/>
                  <a:pt x="679226" y="1025348"/>
                  <a:pt x="696125" y="1032356"/>
                </a:cubicBezTo>
                <a:cubicBezTo>
                  <a:pt x="697757" y="1033029"/>
                  <a:pt x="699100" y="1034757"/>
                  <a:pt x="700349" y="1036197"/>
                </a:cubicBezTo>
                <a:cubicBezTo>
                  <a:pt x="712831" y="1051368"/>
                  <a:pt x="725216" y="1066634"/>
                  <a:pt x="737795" y="1081804"/>
                </a:cubicBezTo>
                <a:cubicBezTo>
                  <a:pt x="740195" y="1084684"/>
                  <a:pt x="743652" y="1086797"/>
                  <a:pt x="746244" y="1089581"/>
                </a:cubicBezTo>
                <a:cubicBezTo>
                  <a:pt x="749893" y="1093422"/>
                  <a:pt x="754502" y="1097071"/>
                  <a:pt x="756422" y="1101680"/>
                </a:cubicBezTo>
                <a:cubicBezTo>
                  <a:pt x="762374" y="1116177"/>
                  <a:pt x="773801" y="1122419"/>
                  <a:pt x="788202" y="1125108"/>
                </a:cubicBezTo>
                <a:cubicBezTo>
                  <a:pt x="801357" y="1127603"/>
                  <a:pt x="814511" y="1129716"/>
                  <a:pt x="827569" y="1132596"/>
                </a:cubicBezTo>
                <a:cubicBezTo>
                  <a:pt x="843507" y="1136053"/>
                  <a:pt x="859350" y="1139798"/>
                  <a:pt x="875097" y="1144022"/>
                </a:cubicBezTo>
                <a:cubicBezTo>
                  <a:pt x="881913" y="1145847"/>
                  <a:pt x="889115" y="1147959"/>
                  <a:pt x="894972" y="1151704"/>
                </a:cubicBezTo>
                <a:cubicBezTo>
                  <a:pt x="911390" y="1162073"/>
                  <a:pt x="928961" y="1169082"/>
                  <a:pt x="948260" y="1166298"/>
                </a:cubicBezTo>
                <a:cubicBezTo>
                  <a:pt x="963718" y="1164089"/>
                  <a:pt x="976680" y="1169754"/>
                  <a:pt x="986282" y="1178588"/>
                </a:cubicBezTo>
                <a:cubicBezTo>
                  <a:pt x="1003757" y="1194623"/>
                  <a:pt x="1022479" y="1190973"/>
                  <a:pt x="1041107" y="1185789"/>
                </a:cubicBezTo>
                <a:cubicBezTo>
                  <a:pt x="1050708" y="1183101"/>
                  <a:pt x="1058581" y="1183485"/>
                  <a:pt x="1067703" y="1186076"/>
                </a:cubicBezTo>
                <a:cubicBezTo>
                  <a:pt x="1088826" y="1192126"/>
                  <a:pt x="1102941" y="1208544"/>
                  <a:pt x="1116574" y="1222946"/>
                </a:cubicBezTo>
                <a:cubicBezTo>
                  <a:pt x="1128193" y="1235236"/>
                  <a:pt x="1141251" y="1242149"/>
                  <a:pt x="1155557" y="1247335"/>
                </a:cubicBezTo>
                <a:cubicBezTo>
                  <a:pt x="1173608" y="1253959"/>
                  <a:pt x="1187914" y="1251464"/>
                  <a:pt x="1196556" y="1235525"/>
                </a:cubicBezTo>
                <a:cubicBezTo>
                  <a:pt x="1198956" y="1231012"/>
                  <a:pt x="1203180" y="1225730"/>
                  <a:pt x="1207693" y="1224387"/>
                </a:cubicBezTo>
                <a:cubicBezTo>
                  <a:pt x="1229488" y="1217666"/>
                  <a:pt x="1251572" y="1207872"/>
                  <a:pt x="1274904" y="1213826"/>
                </a:cubicBezTo>
                <a:cubicBezTo>
                  <a:pt x="1307165" y="1221987"/>
                  <a:pt x="1338658" y="1221507"/>
                  <a:pt x="1370919" y="1213442"/>
                </a:cubicBezTo>
                <a:cubicBezTo>
                  <a:pt x="1423247" y="1200383"/>
                  <a:pt x="1475575" y="1186557"/>
                  <a:pt x="1530593" y="1189437"/>
                </a:cubicBezTo>
                <a:cubicBezTo>
                  <a:pt x="1539713" y="1189917"/>
                  <a:pt x="1550563" y="1184060"/>
                  <a:pt x="1558436" y="1178299"/>
                </a:cubicBezTo>
                <a:cubicBezTo>
                  <a:pt x="1573511" y="1167354"/>
                  <a:pt x="1572838" y="1166489"/>
                  <a:pt x="1589737" y="1175515"/>
                </a:cubicBezTo>
                <a:cubicBezTo>
                  <a:pt x="1593770" y="1177724"/>
                  <a:pt x="1598763" y="1179068"/>
                  <a:pt x="1601740" y="1182333"/>
                </a:cubicBezTo>
                <a:cubicBezTo>
                  <a:pt x="1616909" y="1198943"/>
                  <a:pt x="1635633" y="1194910"/>
                  <a:pt x="1654259" y="1192510"/>
                </a:cubicBezTo>
                <a:cubicBezTo>
                  <a:pt x="1657524" y="1192030"/>
                  <a:pt x="1661460" y="1191358"/>
                  <a:pt x="1664246" y="1192702"/>
                </a:cubicBezTo>
                <a:cubicBezTo>
                  <a:pt x="1676823" y="1198750"/>
                  <a:pt x="1687481" y="1196639"/>
                  <a:pt x="1698427" y="1188381"/>
                </a:cubicBezTo>
                <a:cubicBezTo>
                  <a:pt x="1707932" y="1181276"/>
                  <a:pt x="1718878" y="1177052"/>
                  <a:pt x="1730112" y="1185885"/>
                </a:cubicBezTo>
                <a:cubicBezTo>
                  <a:pt x="1755076" y="1205472"/>
                  <a:pt x="1781767" y="1206432"/>
                  <a:pt x="1809996" y="1194046"/>
                </a:cubicBezTo>
                <a:cubicBezTo>
                  <a:pt x="1830159" y="1185213"/>
                  <a:pt x="1850034" y="1183196"/>
                  <a:pt x="1871254" y="1192126"/>
                </a:cubicBezTo>
                <a:cubicBezTo>
                  <a:pt x="1879415" y="1195582"/>
                  <a:pt x="1889977" y="1193278"/>
                  <a:pt x="1899482" y="1194046"/>
                </a:cubicBezTo>
                <a:cubicBezTo>
                  <a:pt x="1904859" y="1194430"/>
                  <a:pt x="1910813" y="1194526"/>
                  <a:pt x="1915420" y="1196927"/>
                </a:cubicBezTo>
                <a:cubicBezTo>
                  <a:pt x="1927711" y="1203072"/>
                  <a:pt x="1939136" y="1210945"/>
                  <a:pt x="1951522" y="1216994"/>
                </a:cubicBezTo>
                <a:cubicBezTo>
                  <a:pt x="1957475" y="1219874"/>
                  <a:pt x="1964580" y="1221410"/>
                  <a:pt x="1971302" y="1221507"/>
                </a:cubicBezTo>
                <a:cubicBezTo>
                  <a:pt x="1991177" y="1221987"/>
                  <a:pt x="2011052" y="1221987"/>
                  <a:pt x="2030831" y="1221123"/>
                </a:cubicBezTo>
                <a:cubicBezTo>
                  <a:pt x="2063476" y="1219778"/>
                  <a:pt x="2096601" y="1219490"/>
                  <a:pt x="2120125" y="1190878"/>
                </a:cubicBezTo>
                <a:cubicBezTo>
                  <a:pt x="2122046" y="1188573"/>
                  <a:pt x="2126174" y="1187229"/>
                  <a:pt x="2129439" y="1186845"/>
                </a:cubicBezTo>
                <a:cubicBezTo>
                  <a:pt x="2144513" y="1185021"/>
                  <a:pt x="2159971" y="1184828"/>
                  <a:pt x="2174854" y="1181852"/>
                </a:cubicBezTo>
                <a:cubicBezTo>
                  <a:pt x="2186760" y="1179452"/>
                  <a:pt x="2196650" y="1180220"/>
                  <a:pt x="2205674" y="1188669"/>
                </a:cubicBezTo>
                <a:cubicBezTo>
                  <a:pt x="2217485" y="1199807"/>
                  <a:pt x="2231887" y="1206336"/>
                  <a:pt x="2247634" y="1202784"/>
                </a:cubicBezTo>
                <a:cubicBezTo>
                  <a:pt x="2263379" y="1199327"/>
                  <a:pt x="2273749" y="1206816"/>
                  <a:pt x="2285367" y="1214594"/>
                </a:cubicBezTo>
                <a:cubicBezTo>
                  <a:pt x="2293817" y="1220258"/>
                  <a:pt x="2303418" y="1227363"/>
                  <a:pt x="2312827" y="1227939"/>
                </a:cubicBezTo>
                <a:cubicBezTo>
                  <a:pt x="2334143" y="1229187"/>
                  <a:pt x="2352482" y="1248967"/>
                  <a:pt x="2375622" y="1237733"/>
                </a:cubicBezTo>
                <a:cubicBezTo>
                  <a:pt x="2377158" y="1236965"/>
                  <a:pt x="2379942" y="1238885"/>
                  <a:pt x="2382151" y="1239365"/>
                </a:cubicBezTo>
                <a:cubicBezTo>
                  <a:pt x="2399817" y="1243014"/>
                  <a:pt x="2416428" y="1239461"/>
                  <a:pt x="2429390" y="1227459"/>
                </a:cubicBezTo>
                <a:cubicBezTo>
                  <a:pt x="2446385" y="1211809"/>
                  <a:pt x="2465203" y="1210272"/>
                  <a:pt x="2486134" y="1215362"/>
                </a:cubicBezTo>
                <a:cubicBezTo>
                  <a:pt x="2492856" y="1216994"/>
                  <a:pt x="2499577" y="1218146"/>
                  <a:pt x="2506394" y="1219490"/>
                </a:cubicBezTo>
                <a:cubicBezTo>
                  <a:pt x="2515611" y="1221410"/>
                  <a:pt x="2524925" y="1223427"/>
                  <a:pt x="2534142" y="1225347"/>
                </a:cubicBezTo>
                <a:cubicBezTo>
                  <a:pt x="2543072" y="1227268"/>
                  <a:pt x="2552962" y="1230532"/>
                  <a:pt x="2559874" y="1222275"/>
                </a:cubicBezTo>
                <a:cubicBezTo>
                  <a:pt x="2565827" y="1215169"/>
                  <a:pt x="2570052" y="1215842"/>
                  <a:pt x="2575525" y="1221987"/>
                </a:cubicBezTo>
                <a:cubicBezTo>
                  <a:pt x="2594536" y="1243494"/>
                  <a:pt x="2617580" y="1256936"/>
                  <a:pt x="2646960" y="1257896"/>
                </a:cubicBezTo>
                <a:cubicBezTo>
                  <a:pt x="2653009" y="1258088"/>
                  <a:pt x="2659154" y="1259432"/>
                  <a:pt x="2665107" y="1260873"/>
                </a:cubicBezTo>
                <a:cubicBezTo>
                  <a:pt x="2668756" y="1261736"/>
                  <a:pt x="2673173" y="1262697"/>
                  <a:pt x="2675381" y="1265290"/>
                </a:cubicBezTo>
                <a:cubicBezTo>
                  <a:pt x="2692567" y="1285068"/>
                  <a:pt x="2713979" y="1298799"/>
                  <a:pt x="2737311" y="1309841"/>
                </a:cubicBezTo>
                <a:cubicBezTo>
                  <a:pt x="2745664" y="1313777"/>
                  <a:pt x="2754594" y="1317713"/>
                  <a:pt x="2763619" y="1318866"/>
                </a:cubicBezTo>
                <a:cubicBezTo>
                  <a:pt x="2773028" y="1320018"/>
                  <a:pt x="2782917" y="1318098"/>
                  <a:pt x="2792519" y="1317041"/>
                </a:cubicBezTo>
                <a:cubicBezTo>
                  <a:pt x="2798184" y="1316466"/>
                  <a:pt x="2804713" y="1316561"/>
                  <a:pt x="2809226" y="1313777"/>
                </a:cubicBezTo>
                <a:cubicBezTo>
                  <a:pt x="2823532" y="1305039"/>
                  <a:pt x="2837358" y="1295631"/>
                  <a:pt x="2850705" y="1285452"/>
                </a:cubicBezTo>
                <a:cubicBezTo>
                  <a:pt x="2862131" y="1276715"/>
                  <a:pt x="2864435" y="1275467"/>
                  <a:pt x="2874324" y="1286413"/>
                </a:cubicBezTo>
                <a:cubicBezTo>
                  <a:pt x="2884502" y="1297647"/>
                  <a:pt x="2897176" y="1303503"/>
                  <a:pt x="2911194" y="1305903"/>
                </a:cubicBezTo>
                <a:cubicBezTo>
                  <a:pt x="2933373" y="1309648"/>
                  <a:pt x="2955745" y="1312816"/>
                  <a:pt x="2978116" y="1314641"/>
                </a:cubicBezTo>
                <a:cubicBezTo>
                  <a:pt x="2998375" y="1316273"/>
                  <a:pt x="3008073" y="1307440"/>
                  <a:pt x="3012106" y="1287373"/>
                </a:cubicBezTo>
                <a:cubicBezTo>
                  <a:pt x="3014410" y="1276235"/>
                  <a:pt x="3017387" y="1264137"/>
                  <a:pt x="3029676" y="1261161"/>
                </a:cubicBezTo>
                <a:cubicBezTo>
                  <a:pt x="3049744" y="1256360"/>
                  <a:pt x="3070579" y="1254248"/>
                  <a:pt x="3080469" y="1230724"/>
                </a:cubicBezTo>
                <a:cubicBezTo>
                  <a:pt x="3085941" y="1235909"/>
                  <a:pt x="3089302" y="1238981"/>
                  <a:pt x="3092567" y="1242054"/>
                </a:cubicBezTo>
                <a:cubicBezTo>
                  <a:pt x="3101592" y="1250599"/>
                  <a:pt x="3120314" y="1254248"/>
                  <a:pt x="3129821" y="1246855"/>
                </a:cubicBezTo>
                <a:cubicBezTo>
                  <a:pt x="3143839" y="1236101"/>
                  <a:pt x="3156705" y="1238117"/>
                  <a:pt x="3170147" y="1246471"/>
                </a:cubicBezTo>
                <a:cubicBezTo>
                  <a:pt x="3192615" y="1260297"/>
                  <a:pt x="3217674" y="1257128"/>
                  <a:pt x="3240429" y="1251559"/>
                </a:cubicBezTo>
                <a:cubicBezTo>
                  <a:pt x="3257617" y="1247430"/>
                  <a:pt x="3275956" y="1239845"/>
                  <a:pt x="3287189" y="1222466"/>
                </a:cubicBezTo>
                <a:cubicBezTo>
                  <a:pt x="3290741" y="1216898"/>
                  <a:pt x="3298711" y="1214113"/>
                  <a:pt x="3305049" y="1210465"/>
                </a:cubicBezTo>
                <a:cubicBezTo>
                  <a:pt x="3310329" y="1207488"/>
                  <a:pt x="3315898" y="1204704"/>
                  <a:pt x="3321755" y="1202784"/>
                </a:cubicBezTo>
                <a:cubicBezTo>
                  <a:pt x="3327995" y="1200671"/>
                  <a:pt x="3334909" y="1197598"/>
                  <a:pt x="3341055" y="1198463"/>
                </a:cubicBezTo>
                <a:cubicBezTo>
                  <a:pt x="3359681" y="1200959"/>
                  <a:pt x="3374467" y="1196062"/>
                  <a:pt x="3387621" y="1182140"/>
                </a:cubicBezTo>
                <a:cubicBezTo>
                  <a:pt x="3394439" y="1174939"/>
                  <a:pt x="3404520" y="1166202"/>
                  <a:pt x="3413161" y="1166105"/>
                </a:cubicBezTo>
                <a:cubicBezTo>
                  <a:pt x="3434189" y="1165818"/>
                  <a:pt x="3451663" y="1158905"/>
                  <a:pt x="3470579" y="1150647"/>
                </a:cubicBezTo>
                <a:cubicBezTo>
                  <a:pt x="3482772" y="1145366"/>
                  <a:pt x="3496598" y="1141718"/>
                  <a:pt x="3509657" y="1136821"/>
                </a:cubicBezTo>
                <a:cubicBezTo>
                  <a:pt x="3524923" y="1131060"/>
                  <a:pt x="3541534" y="1128948"/>
                  <a:pt x="3550847" y="1113009"/>
                </a:cubicBezTo>
                <a:cubicBezTo>
                  <a:pt x="3551903" y="1111281"/>
                  <a:pt x="3555072" y="1110993"/>
                  <a:pt x="3556608" y="1109361"/>
                </a:cubicBezTo>
                <a:cubicBezTo>
                  <a:pt x="3561505" y="1104368"/>
                  <a:pt x="3567842" y="1099760"/>
                  <a:pt x="3570435" y="1093710"/>
                </a:cubicBezTo>
                <a:cubicBezTo>
                  <a:pt x="3577923" y="1076044"/>
                  <a:pt x="3583780" y="1057800"/>
                  <a:pt x="3590501" y="1039846"/>
                </a:cubicBezTo>
                <a:cubicBezTo>
                  <a:pt x="3591942" y="1036005"/>
                  <a:pt x="3593285" y="1031108"/>
                  <a:pt x="3596263" y="1028900"/>
                </a:cubicBezTo>
                <a:cubicBezTo>
                  <a:pt x="3613449" y="1016226"/>
                  <a:pt x="3630925" y="1004032"/>
                  <a:pt x="3648591" y="992030"/>
                </a:cubicBezTo>
                <a:cubicBezTo>
                  <a:pt x="3655696" y="987229"/>
                  <a:pt x="3661649" y="989918"/>
                  <a:pt x="3667986" y="995487"/>
                </a:cubicBezTo>
                <a:cubicBezTo>
                  <a:pt x="3674131" y="1000768"/>
                  <a:pt x="3681717" y="1006240"/>
                  <a:pt x="3689397" y="1007585"/>
                </a:cubicBezTo>
                <a:cubicBezTo>
                  <a:pt x="3704760" y="1010177"/>
                  <a:pt x="3720698" y="1010753"/>
                  <a:pt x="3736349" y="1010753"/>
                </a:cubicBezTo>
                <a:cubicBezTo>
                  <a:pt x="3742205" y="1010753"/>
                  <a:pt x="3748446" y="1007297"/>
                  <a:pt x="3753919" y="1004513"/>
                </a:cubicBezTo>
                <a:cubicBezTo>
                  <a:pt x="3764289" y="999231"/>
                  <a:pt x="3773890" y="992126"/>
                  <a:pt x="3784643" y="987710"/>
                </a:cubicBezTo>
                <a:cubicBezTo>
                  <a:pt x="3797126" y="982621"/>
                  <a:pt x="3804615" y="974459"/>
                  <a:pt x="3808359" y="961689"/>
                </a:cubicBezTo>
                <a:cubicBezTo>
                  <a:pt x="3813929" y="942679"/>
                  <a:pt x="3827179" y="929428"/>
                  <a:pt x="3842829" y="918674"/>
                </a:cubicBezTo>
                <a:cubicBezTo>
                  <a:pt x="3862705" y="904944"/>
                  <a:pt x="3886421" y="905616"/>
                  <a:pt x="3908983" y="902256"/>
                </a:cubicBezTo>
                <a:cubicBezTo>
                  <a:pt x="3917625" y="901008"/>
                  <a:pt x="3926555" y="899951"/>
                  <a:pt x="3934428" y="896783"/>
                </a:cubicBezTo>
                <a:cubicBezTo>
                  <a:pt x="3964288" y="884877"/>
                  <a:pt x="3994149" y="873548"/>
                  <a:pt x="4026987" y="873835"/>
                </a:cubicBezTo>
                <a:cubicBezTo>
                  <a:pt x="4029674" y="873835"/>
                  <a:pt x="4032363" y="873548"/>
                  <a:pt x="4035051" y="873067"/>
                </a:cubicBezTo>
                <a:cubicBezTo>
                  <a:pt x="4058383" y="869131"/>
                  <a:pt x="4082483" y="867594"/>
                  <a:pt x="4099189" y="846664"/>
                </a:cubicBezTo>
                <a:cubicBezTo>
                  <a:pt x="4102261" y="842823"/>
                  <a:pt x="4109271" y="841671"/>
                  <a:pt x="4114647" y="840134"/>
                </a:cubicBezTo>
                <a:cubicBezTo>
                  <a:pt x="4123961" y="837638"/>
                  <a:pt x="4130203" y="832549"/>
                  <a:pt x="4133563" y="823427"/>
                </a:cubicBezTo>
                <a:cubicBezTo>
                  <a:pt x="4139229" y="807681"/>
                  <a:pt x="4145949" y="792223"/>
                  <a:pt x="4151039" y="776284"/>
                </a:cubicBezTo>
                <a:cubicBezTo>
                  <a:pt x="4154591" y="765338"/>
                  <a:pt x="4161215" y="759289"/>
                  <a:pt x="4171489" y="754776"/>
                </a:cubicBezTo>
                <a:cubicBezTo>
                  <a:pt x="4177251" y="752280"/>
                  <a:pt x="4182243" y="746808"/>
                  <a:pt x="4186372" y="741718"/>
                </a:cubicBezTo>
                <a:cubicBezTo>
                  <a:pt x="4191365" y="735573"/>
                  <a:pt x="4193957" y="727412"/>
                  <a:pt x="4199429" y="721940"/>
                </a:cubicBezTo>
                <a:cubicBezTo>
                  <a:pt x="4212775" y="708305"/>
                  <a:pt x="4216905" y="693231"/>
                  <a:pt x="4212487" y="674604"/>
                </a:cubicBezTo>
                <a:cubicBezTo>
                  <a:pt x="4208551" y="658090"/>
                  <a:pt x="4218921" y="636006"/>
                  <a:pt x="4232555" y="632645"/>
                </a:cubicBezTo>
                <a:cubicBezTo>
                  <a:pt x="4247629" y="628900"/>
                  <a:pt x="4257999" y="619684"/>
                  <a:pt x="4268657" y="609410"/>
                </a:cubicBezTo>
                <a:cubicBezTo>
                  <a:pt x="4274609" y="603649"/>
                  <a:pt x="4282963" y="598656"/>
                  <a:pt x="4291028" y="597216"/>
                </a:cubicBezTo>
                <a:cubicBezTo>
                  <a:pt x="4321657" y="591647"/>
                  <a:pt x="4350557" y="598464"/>
                  <a:pt x="4379651" y="609506"/>
                </a:cubicBezTo>
                <a:cubicBezTo>
                  <a:pt x="4398661" y="616707"/>
                  <a:pt x="4419784" y="618627"/>
                  <a:pt x="4440139" y="621507"/>
                </a:cubicBezTo>
                <a:cubicBezTo>
                  <a:pt x="4446477" y="622371"/>
                  <a:pt x="4454542" y="620452"/>
                  <a:pt x="4460015" y="616899"/>
                </a:cubicBezTo>
                <a:cubicBezTo>
                  <a:pt x="4479218" y="604609"/>
                  <a:pt x="4498325" y="591935"/>
                  <a:pt x="4516183" y="577724"/>
                </a:cubicBezTo>
                <a:cubicBezTo>
                  <a:pt x="4532795" y="564379"/>
                  <a:pt x="4551517" y="558810"/>
                  <a:pt x="4571681" y="560250"/>
                </a:cubicBezTo>
                <a:cubicBezTo>
                  <a:pt x="4586371" y="561306"/>
                  <a:pt x="4599621" y="558905"/>
                  <a:pt x="4613447" y="555257"/>
                </a:cubicBezTo>
                <a:cubicBezTo>
                  <a:pt x="4624969" y="552185"/>
                  <a:pt x="4637643" y="550072"/>
                  <a:pt x="4649355" y="551417"/>
                </a:cubicBezTo>
                <a:cubicBezTo>
                  <a:pt x="4665775" y="553337"/>
                  <a:pt x="4679313" y="550553"/>
                  <a:pt x="4692467" y="540663"/>
                </a:cubicBezTo>
                <a:cubicBezTo>
                  <a:pt x="4699476" y="535382"/>
                  <a:pt x="4708502" y="532598"/>
                  <a:pt x="4716855" y="528949"/>
                </a:cubicBezTo>
                <a:cubicBezTo>
                  <a:pt x="4729721" y="523284"/>
                  <a:pt x="4743067" y="518483"/>
                  <a:pt x="4755645" y="512147"/>
                </a:cubicBezTo>
                <a:cubicBezTo>
                  <a:pt x="4769183" y="505425"/>
                  <a:pt x="4781569" y="496112"/>
                  <a:pt x="4795395" y="490351"/>
                </a:cubicBezTo>
                <a:cubicBezTo>
                  <a:pt x="4810278" y="484110"/>
                  <a:pt x="4819879" y="474605"/>
                  <a:pt x="4825928" y="459818"/>
                </a:cubicBezTo>
                <a:cubicBezTo>
                  <a:pt x="4829769" y="450504"/>
                  <a:pt x="4835049" y="440615"/>
                  <a:pt x="4842347" y="434086"/>
                </a:cubicBezTo>
                <a:cubicBezTo>
                  <a:pt x="4857422" y="420740"/>
                  <a:pt x="4875087" y="410370"/>
                  <a:pt x="4890451" y="397216"/>
                </a:cubicBezTo>
                <a:cubicBezTo>
                  <a:pt x="4912054" y="378781"/>
                  <a:pt x="4932025" y="359194"/>
                  <a:pt x="4933945" y="327701"/>
                </a:cubicBezTo>
                <a:cubicBezTo>
                  <a:pt x="4935001" y="310322"/>
                  <a:pt x="4944219" y="302929"/>
                  <a:pt x="4961214" y="298801"/>
                </a:cubicBezTo>
                <a:cubicBezTo>
                  <a:pt x="4966878" y="297457"/>
                  <a:pt x="4974945" y="294864"/>
                  <a:pt x="4976672" y="290639"/>
                </a:cubicBezTo>
                <a:cubicBezTo>
                  <a:pt x="4981857" y="278061"/>
                  <a:pt x="4992610" y="275565"/>
                  <a:pt x="5002979" y="270573"/>
                </a:cubicBezTo>
                <a:cubicBezTo>
                  <a:pt x="5009221" y="267596"/>
                  <a:pt x="5016903" y="261739"/>
                  <a:pt x="5018535" y="255690"/>
                </a:cubicBezTo>
                <a:cubicBezTo>
                  <a:pt x="5025255" y="231206"/>
                  <a:pt x="5043690" y="216804"/>
                  <a:pt x="5061069" y="200961"/>
                </a:cubicBezTo>
                <a:cubicBezTo>
                  <a:pt x="5066158" y="196256"/>
                  <a:pt x="5071631" y="190879"/>
                  <a:pt x="5074127" y="184735"/>
                </a:cubicBezTo>
                <a:cubicBezTo>
                  <a:pt x="5079409" y="171484"/>
                  <a:pt x="5087281" y="161882"/>
                  <a:pt x="5101108" y="156891"/>
                </a:cubicBezTo>
                <a:cubicBezTo>
                  <a:pt x="5105524" y="155354"/>
                  <a:pt x="5109557" y="151801"/>
                  <a:pt x="5112918" y="148441"/>
                </a:cubicBezTo>
                <a:cubicBezTo>
                  <a:pt x="5120119" y="141144"/>
                  <a:pt x="5126167" y="132598"/>
                  <a:pt x="5133753" y="125782"/>
                </a:cubicBezTo>
                <a:cubicBezTo>
                  <a:pt x="5153051" y="108211"/>
                  <a:pt x="5172159" y="90928"/>
                  <a:pt x="5183393" y="66348"/>
                </a:cubicBezTo>
                <a:cubicBezTo>
                  <a:pt x="5188865" y="54346"/>
                  <a:pt x="5195107" y="41288"/>
                  <a:pt x="5204709" y="33030"/>
                </a:cubicBezTo>
                <a:cubicBezTo>
                  <a:pt x="5216903" y="22565"/>
                  <a:pt x="5232937" y="16612"/>
                  <a:pt x="5247243" y="8451"/>
                </a:cubicBezTo>
                <a:close/>
              </a:path>
            </a:pathLst>
          </a:custGeom>
          <a:blipFill dpi="0" rotWithShape="1">
            <a:blip r:embed="rId2">
              <a:alphaModFix amt="57000"/>
            </a:blip>
            <a:srcRect/>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 name="Content Placeholder 2">
            <a:extLst>
              <a:ext uri="{FF2B5EF4-FFF2-40B4-BE49-F238E27FC236}">
                <a16:creationId xmlns:a16="http://schemas.microsoft.com/office/drawing/2014/main" id="{DF239301-B827-79C6-36BC-9039C6AA029C}"/>
              </a:ext>
            </a:extLst>
          </p:cNvPr>
          <p:cNvSpPr>
            <a:spLocks noGrp="1"/>
          </p:cNvSpPr>
          <p:nvPr>
            <p:ph idx="1"/>
          </p:nvPr>
        </p:nvSpPr>
        <p:spPr>
          <a:xfrm>
            <a:off x="6099175" y="1311088"/>
            <a:ext cx="5276850" cy="4327261"/>
          </a:xfrm>
        </p:spPr>
        <p:txBody>
          <a:bodyPr>
            <a:normAutofit fontScale="62500" lnSpcReduction="20000"/>
          </a:bodyPr>
          <a:lstStyle/>
          <a:p>
            <a:pPr>
              <a:buFont typeface="Wingdings" pitchFamily="2" charset="2"/>
              <a:buChar char="Ø"/>
            </a:pPr>
            <a:r>
              <a:rPr lang="en-US" sz="2400" dirty="0">
                <a:solidFill>
                  <a:schemeClr val="tx1">
                    <a:alpha val="80000"/>
                  </a:schemeClr>
                </a:solidFill>
              </a:rPr>
              <a:t>Workshop Prerequisites</a:t>
            </a:r>
          </a:p>
          <a:p>
            <a:pPr>
              <a:buFont typeface="Wingdings" pitchFamily="2" charset="2"/>
              <a:buChar char="Ø"/>
            </a:pPr>
            <a:r>
              <a:rPr lang="en-US" sz="2400" dirty="0">
                <a:solidFill>
                  <a:schemeClr val="tx1">
                    <a:alpha val="80000"/>
                  </a:schemeClr>
                </a:solidFill>
              </a:rPr>
              <a:t>Fundamentals</a:t>
            </a:r>
          </a:p>
          <a:p>
            <a:pPr>
              <a:buFont typeface="Wingdings" pitchFamily="2" charset="2"/>
              <a:buChar char="Ø"/>
            </a:pPr>
            <a:r>
              <a:rPr lang="en-US" sz="2400" dirty="0">
                <a:solidFill>
                  <a:schemeClr val="tx1">
                    <a:alpha val="80000"/>
                  </a:schemeClr>
                </a:solidFill>
              </a:rPr>
              <a:t>COM Hijacks 4 Beginners</a:t>
            </a:r>
          </a:p>
          <a:p>
            <a:pPr>
              <a:buFont typeface="Wingdings" pitchFamily="2" charset="2"/>
              <a:buChar char="Ø"/>
            </a:pPr>
            <a:r>
              <a:rPr lang="en-US" sz="2400" dirty="0">
                <a:solidFill>
                  <a:schemeClr val="tx1">
                    <a:alpha val="80000"/>
                  </a:schemeClr>
                </a:solidFill>
              </a:rPr>
              <a:t>Exercise 1</a:t>
            </a:r>
          </a:p>
          <a:p>
            <a:pPr>
              <a:buFont typeface="Wingdings" pitchFamily="2" charset="2"/>
              <a:buChar char="Ø"/>
            </a:pPr>
            <a:r>
              <a:rPr lang="en-US" sz="2400" dirty="0">
                <a:solidFill>
                  <a:schemeClr val="tx1">
                    <a:alpha val="80000"/>
                  </a:schemeClr>
                </a:solidFill>
              </a:rPr>
              <a:t>COM-Hunter</a:t>
            </a:r>
          </a:p>
          <a:p>
            <a:pPr>
              <a:buFont typeface="Wingdings" pitchFamily="2" charset="2"/>
              <a:buChar char="Ø"/>
            </a:pPr>
            <a:r>
              <a:rPr lang="en-US" sz="2400" dirty="0">
                <a:solidFill>
                  <a:schemeClr val="tx1">
                    <a:alpha val="80000"/>
                  </a:schemeClr>
                </a:solidFill>
              </a:rPr>
              <a:t>Exercise 2</a:t>
            </a:r>
          </a:p>
          <a:p>
            <a:pPr>
              <a:buFont typeface="Wingdings" pitchFamily="2" charset="2"/>
              <a:buChar char="Ø"/>
            </a:pPr>
            <a:r>
              <a:rPr lang="en-US" sz="2400" dirty="0">
                <a:solidFill>
                  <a:schemeClr val="tx1">
                    <a:alpha val="80000"/>
                  </a:schemeClr>
                </a:solidFill>
              </a:rPr>
              <a:t>Bonus Exercise</a:t>
            </a:r>
          </a:p>
          <a:p>
            <a:pPr>
              <a:buFont typeface="Wingdings" pitchFamily="2" charset="2"/>
              <a:buChar char="Ø"/>
            </a:pPr>
            <a:r>
              <a:rPr lang="en-US" sz="2400" dirty="0">
                <a:solidFill>
                  <a:schemeClr val="tx1">
                    <a:alpha val="80000"/>
                  </a:schemeClr>
                </a:solidFill>
              </a:rPr>
              <a:t>COM-Hunter &amp; Other TTPs</a:t>
            </a:r>
          </a:p>
          <a:p>
            <a:pPr>
              <a:buFont typeface="Wingdings" pitchFamily="2" charset="2"/>
              <a:buChar char="Ø"/>
            </a:pPr>
            <a:r>
              <a:rPr lang="en-US" sz="2400" dirty="0">
                <a:solidFill>
                  <a:schemeClr val="tx1">
                    <a:alpha val="80000"/>
                  </a:schemeClr>
                </a:solidFill>
              </a:rPr>
              <a:t>Exercise 3</a:t>
            </a:r>
          </a:p>
          <a:p>
            <a:pPr>
              <a:buFont typeface="Wingdings" pitchFamily="2" charset="2"/>
              <a:buChar char="Ø"/>
            </a:pPr>
            <a:r>
              <a:rPr lang="en-US" sz="2400" dirty="0">
                <a:solidFill>
                  <a:schemeClr val="tx1">
                    <a:alpha val="80000"/>
                  </a:schemeClr>
                </a:solidFill>
              </a:rPr>
              <a:t>CS BOF</a:t>
            </a:r>
          </a:p>
          <a:p>
            <a:pPr>
              <a:buFont typeface="Wingdings" pitchFamily="2" charset="2"/>
              <a:buChar char="Ø"/>
            </a:pPr>
            <a:r>
              <a:rPr lang="en-US" sz="2400" dirty="0" err="1">
                <a:solidFill>
                  <a:schemeClr val="tx1">
                    <a:alpha val="80000"/>
                  </a:schemeClr>
                </a:solidFill>
              </a:rPr>
              <a:t>DllMain</a:t>
            </a:r>
            <a:r>
              <a:rPr lang="en-US" sz="2400" dirty="0">
                <a:solidFill>
                  <a:schemeClr val="tx1">
                    <a:alpha val="80000"/>
                  </a:schemeClr>
                </a:solidFill>
              </a:rPr>
              <a:t> Issue</a:t>
            </a:r>
          </a:p>
          <a:p>
            <a:pPr>
              <a:buFont typeface="Wingdings" pitchFamily="2" charset="2"/>
              <a:buChar char="Ø"/>
            </a:pPr>
            <a:r>
              <a:rPr lang="en-US" sz="2400" dirty="0">
                <a:solidFill>
                  <a:schemeClr val="tx1">
                    <a:alpha val="80000"/>
                  </a:schemeClr>
                </a:solidFill>
              </a:rPr>
              <a:t>Backdooring File Explorer</a:t>
            </a:r>
          </a:p>
          <a:p>
            <a:pPr>
              <a:buFont typeface="Wingdings" pitchFamily="2" charset="2"/>
              <a:buChar char="Ø"/>
            </a:pPr>
            <a:r>
              <a:rPr lang="en-US" sz="2400" dirty="0">
                <a:solidFill>
                  <a:schemeClr val="tx1">
                    <a:alpha val="80000"/>
                  </a:schemeClr>
                </a:solidFill>
              </a:rPr>
              <a:t>Exercise 4</a:t>
            </a:r>
          </a:p>
          <a:p>
            <a:pPr>
              <a:buFont typeface="Wingdings" pitchFamily="2" charset="2"/>
              <a:buChar char="Ø"/>
            </a:pPr>
            <a:r>
              <a:rPr lang="en-US" sz="2400" dirty="0">
                <a:solidFill>
                  <a:schemeClr val="tx1">
                    <a:alpha val="80000"/>
                  </a:schemeClr>
                </a:solidFill>
              </a:rPr>
              <a:t>Bonus Exercise 2</a:t>
            </a:r>
          </a:p>
          <a:p>
            <a:pPr>
              <a:buFont typeface="Wingdings" pitchFamily="2" charset="2"/>
              <a:buChar char="Ø"/>
            </a:pPr>
            <a:r>
              <a:rPr lang="en-US" sz="2400" dirty="0">
                <a:solidFill>
                  <a:schemeClr val="tx1">
                    <a:alpha val="80000"/>
                  </a:schemeClr>
                </a:solidFill>
              </a:rPr>
              <a:t>Resources</a:t>
            </a:r>
          </a:p>
          <a:p>
            <a:pPr>
              <a:buFont typeface="Wingdings" pitchFamily="2" charset="2"/>
              <a:buChar char="Ø"/>
            </a:pPr>
            <a:endParaRPr lang="en-US" sz="2400" dirty="0">
              <a:solidFill>
                <a:schemeClr val="tx1">
                  <a:alpha val="80000"/>
                </a:schemeClr>
              </a:solidFill>
            </a:endParaRPr>
          </a:p>
          <a:p>
            <a:pPr>
              <a:buFont typeface="Wingdings" pitchFamily="2" charset="2"/>
              <a:buChar char="Ø"/>
            </a:pPr>
            <a:endParaRPr lang="en-US" sz="2400" dirty="0">
              <a:solidFill>
                <a:schemeClr val="tx1">
                  <a:alpha val="80000"/>
                </a:schemeClr>
              </a:solidFill>
            </a:endParaRPr>
          </a:p>
          <a:p>
            <a:endParaRPr lang="en-US" sz="2400" dirty="0">
              <a:solidFill>
                <a:schemeClr val="tx1">
                  <a:alpha val="80000"/>
                </a:schemeClr>
              </a:solidFill>
            </a:endParaRPr>
          </a:p>
        </p:txBody>
      </p:sp>
    </p:spTree>
    <p:extLst>
      <p:ext uri="{BB962C8B-B14F-4D97-AF65-F5344CB8AC3E}">
        <p14:creationId xmlns:p14="http://schemas.microsoft.com/office/powerpoint/2010/main" val="24343102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44065E8-7A0A-5E8D-A2C9-C8E4C5092EE0}"/>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A6795D48-4578-9991-69DE-960B81E0464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B7191C17-8A7C-EF6A-B961-076A9E4A657F}"/>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dirty="0">
                <a:solidFill>
                  <a:schemeClr val="tx1"/>
                </a:solidFill>
                <a:latin typeface="+mj-lt"/>
                <a:ea typeface="+mj-ea"/>
                <a:cs typeface="+mj-cs"/>
              </a:rPr>
              <a:t>Workshop Prerequisites </a:t>
            </a:r>
          </a:p>
        </p:txBody>
      </p:sp>
      <p:sp>
        <p:nvSpPr>
          <p:cNvPr id="9" name="sketch line">
            <a:extLst>
              <a:ext uri="{FF2B5EF4-FFF2-40B4-BE49-F238E27FC236}">
                <a16:creationId xmlns:a16="http://schemas.microsoft.com/office/drawing/2014/main" id="{B887A134-7668-94E4-8B5B-746A18D2DD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5129487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5FEF463D-EE6B-46FF-B7C7-74B09A96C8A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11A27B3A-460C-4100-99B5-817F25979F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827089" y="1498602"/>
            <a:ext cx="4403345" cy="3940174"/>
            <a:chOff x="827089" y="1498602"/>
            <a:chExt cx="4403345" cy="3940174"/>
          </a:xfrm>
          <a:effectLst>
            <a:outerShdw blurRad="381000" dist="152400" dir="5400000" algn="ctr" rotWithShape="0">
              <a:srgbClr val="000000">
                <a:alpha val="10000"/>
              </a:srgbClr>
            </a:outerShdw>
          </a:effectLst>
        </p:grpSpPr>
        <p:sp>
          <p:nvSpPr>
            <p:cNvPr id="11" name="Freeform: Shape 10">
              <a:extLst>
                <a:ext uri="{FF2B5EF4-FFF2-40B4-BE49-F238E27FC236}">
                  <a16:creationId xmlns:a16="http://schemas.microsoft.com/office/drawing/2014/main" id="{35450488-7F33-43E4-B4DA-CAB50A1CC3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7089" y="1498602"/>
              <a:ext cx="4403345" cy="3940174"/>
            </a:xfrm>
            <a:custGeom>
              <a:avLst/>
              <a:gdLst>
                <a:gd name="connsiteX0" fmla="*/ 0 w 5260975"/>
                <a:gd name="connsiteY0" fmla="*/ 0 h 4707593"/>
                <a:gd name="connsiteX1" fmla="*/ 5260975 w 5260975"/>
                <a:gd name="connsiteY1" fmla="*/ 0 h 4707593"/>
                <a:gd name="connsiteX2" fmla="*/ 5260975 w 5260975"/>
                <a:gd name="connsiteY2" fmla="*/ 3296937 h 4707593"/>
                <a:gd name="connsiteX3" fmla="*/ 5260975 w 5260975"/>
                <a:gd name="connsiteY3" fmla="*/ 3518571 h 4707593"/>
                <a:gd name="connsiteX4" fmla="*/ 5226504 w 5260975"/>
                <a:gd name="connsiteY4" fmla="*/ 3534000 h 4707593"/>
                <a:gd name="connsiteX5" fmla="*/ 5206341 w 5260975"/>
                <a:gd name="connsiteY5" fmla="*/ 3542065 h 4707593"/>
                <a:gd name="connsiteX6" fmla="*/ 5123287 w 5260975"/>
                <a:gd name="connsiteY6" fmla="*/ 3594010 h 4707593"/>
                <a:gd name="connsiteX7" fmla="*/ 5048107 w 5260975"/>
                <a:gd name="connsiteY7" fmla="*/ 3658244 h 4707593"/>
                <a:gd name="connsiteX8" fmla="*/ 4992899 w 5260975"/>
                <a:gd name="connsiteY8" fmla="*/ 3734479 h 4707593"/>
                <a:gd name="connsiteX9" fmla="*/ 4977440 w 5260975"/>
                <a:gd name="connsiteY9" fmla="*/ 3752627 h 4707593"/>
                <a:gd name="connsiteX10" fmla="*/ 4935194 w 5260975"/>
                <a:gd name="connsiteY10" fmla="*/ 3775382 h 4707593"/>
                <a:gd name="connsiteX11" fmla="*/ 4897844 w 5260975"/>
                <a:gd name="connsiteY11" fmla="*/ 3792472 h 4707593"/>
                <a:gd name="connsiteX12" fmla="*/ 4870767 w 5260975"/>
                <a:gd name="connsiteY12" fmla="*/ 3811388 h 4707593"/>
                <a:gd name="connsiteX13" fmla="*/ 4847917 w 5260975"/>
                <a:gd name="connsiteY13" fmla="*/ 3828767 h 4707593"/>
                <a:gd name="connsiteX14" fmla="*/ 4796163 w 5260975"/>
                <a:gd name="connsiteY14" fmla="*/ 3873702 h 4707593"/>
                <a:gd name="connsiteX15" fmla="*/ 4738843 w 5260975"/>
                <a:gd name="connsiteY15" fmla="*/ 3911628 h 4707593"/>
                <a:gd name="connsiteX16" fmla="*/ 4692755 w 5260975"/>
                <a:gd name="connsiteY16" fmla="*/ 3958099 h 4707593"/>
                <a:gd name="connsiteX17" fmla="*/ 4673744 w 5260975"/>
                <a:gd name="connsiteY17" fmla="*/ 3983255 h 4707593"/>
                <a:gd name="connsiteX18" fmla="*/ 4633801 w 5260975"/>
                <a:gd name="connsiteY18" fmla="*/ 4000442 h 4707593"/>
                <a:gd name="connsiteX19" fmla="*/ 4590499 w 5260975"/>
                <a:gd name="connsiteY19" fmla="*/ 4027326 h 4707593"/>
                <a:gd name="connsiteX20" fmla="*/ 4559773 w 5260975"/>
                <a:gd name="connsiteY20" fmla="*/ 4054018 h 4707593"/>
                <a:gd name="connsiteX21" fmla="*/ 4536059 w 5260975"/>
                <a:gd name="connsiteY21" fmla="*/ 4071877 h 4707593"/>
                <a:gd name="connsiteX22" fmla="*/ 4502550 w 5260975"/>
                <a:gd name="connsiteY22" fmla="*/ 4089832 h 4707593"/>
                <a:gd name="connsiteX23" fmla="*/ 4468944 w 5260975"/>
                <a:gd name="connsiteY23" fmla="*/ 4113356 h 4707593"/>
                <a:gd name="connsiteX24" fmla="*/ 4452623 w 5260975"/>
                <a:gd name="connsiteY24" fmla="*/ 4127854 h 4707593"/>
                <a:gd name="connsiteX25" fmla="*/ 4421032 w 5260975"/>
                <a:gd name="connsiteY25" fmla="*/ 4151953 h 4707593"/>
                <a:gd name="connsiteX26" fmla="*/ 4388483 w 5260975"/>
                <a:gd name="connsiteY26" fmla="*/ 4174421 h 4707593"/>
                <a:gd name="connsiteX27" fmla="*/ 4327321 w 5260975"/>
                <a:gd name="connsiteY27" fmla="*/ 4200153 h 4707593"/>
                <a:gd name="connsiteX28" fmla="*/ 4271633 w 5260975"/>
                <a:gd name="connsiteY28" fmla="*/ 4237983 h 4707593"/>
                <a:gd name="connsiteX29" fmla="*/ 4227465 w 5260975"/>
                <a:gd name="connsiteY29" fmla="*/ 4265635 h 4707593"/>
                <a:gd name="connsiteX30" fmla="*/ 4201733 w 5260975"/>
                <a:gd name="connsiteY30" fmla="*/ 4283783 h 4707593"/>
                <a:gd name="connsiteX31" fmla="*/ 4154494 w 5260975"/>
                <a:gd name="connsiteY31" fmla="*/ 4324301 h 4707593"/>
                <a:gd name="connsiteX32" fmla="*/ 4081234 w 5260975"/>
                <a:gd name="connsiteY32" fmla="*/ 4366931 h 4707593"/>
                <a:gd name="connsiteX33" fmla="*/ 4036971 w 5260975"/>
                <a:gd name="connsiteY33" fmla="*/ 4389975 h 4707593"/>
                <a:gd name="connsiteX34" fmla="*/ 3941725 w 5260975"/>
                <a:gd name="connsiteY34" fmla="*/ 4424733 h 4707593"/>
                <a:gd name="connsiteX35" fmla="*/ 3910999 w 5260975"/>
                <a:gd name="connsiteY35" fmla="*/ 4437119 h 4707593"/>
                <a:gd name="connsiteX36" fmla="*/ 3875859 w 5260975"/>
                <a:gd name="connsiteY36" fmla="*/ 4445280 h 4707593"/>
                <a:gd name="connsiteX37" fmla="*/ 3819401 w 5260975"/>
                <a:gd name="connsiteY37" fmla="*/ 4464579 h 4707593"/>
                <a:gd name="connsiteX38" fmla="*/ 3709176 w 5260975"/>
                <a:gd name="connsiteY38" fmla="*/ 4497800 h 4707593"/>
                <a:gd name="connsiteX39" fmla="*/ 3684981 w 5260975"/>
                <a:gd name="connsiteY39" fmla="*/ 4502889 h 4707593"/>
                <a:gd name="connsiteX40" fmla="*/ 3623338 w 5260975"/>
                <a:gd name="connsiteY40" fmla="*/ 4524300 h 4707593"/>
                <a:gd name="connsiteX41" fmla="*/ 3586373 w 5260975"/>
                <a:gd name="connsiteY41" fmla="*/ 4538702 h 4707593"/>
                <a:gd name="connsiteX42" fmla="*/ 3555743 w 5260975"/>
                <a:gd name="connsiteY42" fmla="*/ 4546960 h 4707593"/>
                <a:gd name="connsiteX43" fmla="*/ 3528667 w 5260975"/>
                <a:gd name="connsiteY43" fmla="*/ 4550801 h 4707593"/>
                <a:gd name="connsiteX44" fmla="*/ 3457424 w 5260975"/>
                <a:gd name="connsiteY44" fmla="*/ 4569811 h 4707593"/>
                <a:gd name="connsiteX45" fmla="*/ 3429003 w 5260975"/>
                <a:gd name="connsiteY45" fmla="*/ 4577301 h 4707593"/>
                <a:gd name="connsiteX46" fmla="*/ 3355264 w 5260975"/>
                <a:gd name="connsiteY46" fmla="*/ 4603033 h 4707593"/>
                <a:gd name="connsiteX47" fmla="*/ 3292757 w 5260975"/>
                <a:gd name="connsiteY47" fmla="*/ 4620027 h 4707593"/>
                <a:gd name="connsiteX48" fmla="*/ 3266643 w 5260975"/>
                <a:gd name="connsiteY48" fmla="*/ 4628188 h 4707593"/>
                <a:gd name="connsiteX49" fmla="*/ 3206921 w 5260975"/>
                <a:gd name="connsiteY49" fmla="*/ 4641823 h 4707593"/>
                <a:gd name="connsiteX50" fmla="*/ 3173123 w 5260975"/>
                <a:gd name="connsiteY50" fmla="*/ 4651425 h 4707593"/>
                <a:gd name="connsiteX51" fmla="*/ 3090646 w 5260975"/>
                <a:gd name="connsiteY51" fmla="*/ 4662274 h 4707593"/>
                <a:gd name="connsiteX52" fmla="*/ 3005480 w 5260975"/>
                <a:gd name="connsiteY52" fmla="*/ 4672739 h 4707593"/>
                <a:gd name="connsiteX53" fmla="*/ 2958721 w 5260975"/>
                <a:gd name="connsiteY53" fmla="*/ 4676196 h 4707593"/>
                <a:gd name="connsiteX54" fmla="*/ 2917915 w 5260975"/>
                <a:gd name="connsiteY54" fmla="*/ 4681670 h 4707593"/>
                <a:gd name="connsiteX55" fmla="*/ 2882389 w 5260975"/>
                <a:gd name="connsiteY55" fmla="*/ 4685126 h 4707593"/>
                <a:gd name="connsiteX56" fmla="*/ 2825837 w 5260975"/>
                <a:gd name="connsiteY56" fmla="*/ 4692135 h 4707593"/>
                <a:gd name="connsiteX57" fmla="*/ 2802313 w 5260975"/>
                <a:gd name="connsiteY57" fmla="*/ 4693960 h 4707593"/>
                <a:gd name="connsiteX58" fmla="*/ 2746816 w 5260975"/>
                <a:gd name="connsiteY58" fmla="*/ 4693863 h 4707593"/>
                <a:gd name="connsiteX59" fmla="*/ 2727517 w 5260975"/>
                <a:gd name="connsiteY59" fmla="*/ 4692903 h 4707593"/>
                <a:gd name="connsiteX60" fmla="*/ 2690359 w 5260975"/>
                <a:gd name="connsiteY60" fmla="*/ 4680997 h 4707593"/>
                <a:gd name="connsiteX61" fmla="*/ 2685943 w 5260975"/>
                <a:gd name="connsiteY61" fmla="*/ 4680133 h 4707593"/>
                <a:gd name="connsiteX62" fmla="*/ 2661554 w 5260975"/>
                <a:gd name="connsiteY62" fmla="*/ 4675428 h 4707593"/>
                <a:gd name="connsiteX63" fmla="*/ 2648208 w 5260975"/>
                <a:gd name="connsiteY63" fmla="*/ 4673892 h 4707593"/>
                <a:gd name="connsiteX64" fmla="*/ 2597512 w 5260975"/>
                <a:gd name="connsiteY64" fmla="*/ 4664099 h 4707593"/>
                <a:gd name="connsiteX65" fmla="*/ 2568324 w 5260975"/>
                <a:gd name="connsiteY65" fmla="*/ 4659490 h 4707593"/>
                <a:gd name="connsiteX66" fmla="*/ 2544704 w 5260975"/>
                <a:gd name="connsiteY66" fmla="*/ 4660162 h 4707593"/>
                <a:gd name="connsiteX67" fmla="*/ 2503225 w 5260975"/>
                <a:gd name="connsiteY67" fmla="*/ 4661026 h 4707593"/>
                <a:gd name="connsiteX68" fmla="*/ 2489975 w 5260975"/>
                <a:gd name="connsiteY68" fmla="*/ 4663235 h 4707593"/>
                <a:gd name="connsiteX69" fmla="*/ 2430061 w 5260975"/>
                <a:gd name="connsiteY69" fmla="*/ 4656897 h 4707593"/>
                <a:gd name="connsiteX70" fmla="*/ 2395880 w 5260975"/>
                <a:gd name="connsiteY70" fmla="*/ 4656417 h 4707593"/>
                <a:gd name="connsiteX71" fmla="*/ 2357378 w 5260975"/>
                <a:gd name="connsiteY71" fmla="*/ 4648544 h 4707593"/>
                <a:gd name="connsiteX72" fmla="*/ 2346145 w 5260975"/>
                <a:gd name="connsiteY72" fmla="*/ 4648928 h 4707593"/>
                <a:gd name="connsiteX73" fmla="*/ 2333567 w 5260975"/>
                <a:gd name="connsiteY73" fmla="*/ 4649600 h 4707593"/>
                <a:gd name="connsiteX74" fmla="*/ 2294968 w 5260975"/>
                <a:gd name="connsiteY74" fmla="*/ 4650177 h 4707593"/>
                <a:gd name="connsiteX75" fmla="*/ 2271540 w 5260975"/>
                <a:gd name="connsiteY75" fmla="*/ 4653057 h 4707593"/>
                <a:gd name="connsiteX76" fmla="*/ 2226895 w 5260975"/>
                <a:gd name="connsiteY76" fmla="*/ 4651329 h 4707593"/>
                <a:gd name="connsiteX77" fmla="*/ 2210379 w 5260975"/>
                <a:gd name="connsiteY77" fmla="*/ 4653825 h 4707593"/>
                <a:gd name="connsiteX78" fmla="*/ 2168613 w 5260975"/>
                <a:gd name="connsiteY78" fmla="*/ 4654113 h 4707593"/>
                <a:gd name="connsiteX79" fmla="*/ 2131167 w 5260975"/>
                <a:gd name="connsiteY79" fmla="*/ 4652673 h 4707593"/>
                <a:gd name="connsiteX80" fmla="*/ 2095065 w 5260975"/>
                <a:gd name="connsiteY80" fmla="*/ 4653441 h 4707593"/>
                <a:gd name="connsiteX81" fmla="*/ 2069237 w 5260975"/>
                <a:gd name="connsiteY81" fmla="*/ 4656609 h 4707593"/>
                <a:gd name="connsiteX82" fmla="*/ 2041201 w 5260975"/>
                <a:gd name="connsiteY82" fmla="*/ 4658529 h 4707593"/>
                <a:gd name="connsiteX83" fmla="*/ 1963909 w 5260975"/>
                <a:gd name="connsiteY83" fmla="*/ 4669955 h 4707593"/>
                <a:gd name="connsiteX84" fmla="*/ 1949603 w 5260975"/>
                <a:gd name="connsiteY84" fmla="*/ 4667171 h 4707593"/>
                <a:gd name="connsiteX85" fmla="*/ 1868373 w 5260975"/>
                <a:gd name="connsiteY85" fmla="*/ 4664578 h 4707593"/>
                <a:gd name="connsiteX86" fmla="*/ 1850707 w 5260975"/>
                <a:gd name="connsiteY86" fmla="*/ 4664771 h 4707593"/>
                <a:gd name="connsiteX87" fmla="*/ 1803275 w 5260975"/>
                <a:gd name="connsiteY87" fmla="*/ 4653441 h 4707593"/>
                <a:gd name="connsiteX88" fmla="*/ 1730112 w 5260975"/>
                <a:gd name="connsiteY88" fmla="*/ 4671396 h 4707593"/>
                <a:gd name="connsiteX89" fmla="*/ 1661652 w 5260975"/>
                <a:gd name="connsiteY89" fmla="*/ 4693863 h 4707593"/>
                <a:gd name="connsiteX90" fmla="*/ 1653011 w 5260975"/>
                <a:gd name="connsiteY90" fmla="*/ 4696744 h 4707593"/>
                <a:gd name="connsiteX91" fmla="*/ 1628431 w 5260975"/>
                <a:gd name="connsiteY91" fmla="*/ 4701641 h 4707593"/>
                <a:gd name="connsiteX92" fmla="*/ 1597995 w 5260975"/>
                <a:gd name="connsiteY92" fmla="*/ 4703369 h 4707593"/>
                <a:gd name="connsiteX93" fmla="*/ 1559396 w 5260975"/>
                <a:gd name="connsiteY93" fmla="*/ 4707593 h 4707593"/>
                <a:gd name="connsiteX94" fmla="*/ 1528480 w 5260975"/>
                <a:gd name="connsiteY94" fmla="*/ 4702312 h 4707593"/>
                <a:gd name="connsiteX95" fmla="*/ 1485272 w 5260975"/>
                <a:gd name="connsiteY95" fmla="*/ 4694439 h 4707593"/>
                <a:gd name="connsiteX96" fmla="*/ 1444562 w 5260975"/>
                <a:gd name="connsiteY96" fmla="*/ 4686950 h 4707593"/>
                <a:gd name="connsiteX97" fmla="*/ 1431696 w 5260975"/>
                <a:gd name="connsiteY97" fmla="*/ 4695783 h 4707593"/>
                <a:gd name="connsiteX98" fmla="*/ 1411821 w 5260975"/>
                <a:gd name="connsiteY98" fmla="*/ 4703464 h 4707593"/>
                <a:gd name="connsiteX99" fmla="*/ 1389738 w 5260975"/>
                <a:gd name="connsiteY99" fmla="*/ 4694247 h 4707593"/>
                <a:gd name="connsiteX100" fmla="*/ 1338081 w 5260975"/>
                <a:gd name="connsiteY100" fmla="*/ 4675141 h 4707593"/>
                <a:gd name="connsiteX101" fmla="*/ 1305436 w 5260975"/>
                <a:gd name="connsiteY101" fmla="*/ 4674276 h 4707593"/>
                <a:gd name="connsiteX102" fmla="*/ 1234481 w 5260975"/>
                <a:gd name="connsiteY102" fmla="*/ 4666115 h 4707593"/>
                <a:gd name="connsiteX103" fmla="*/ 1188106 w 5260975"/>
                <a:gd name="connsiteY103" fmla="*/ 4654497 h 4707593"/>
                <a:gd name="connsiteX104" fmla="*/ 1154790 w 5260975"/>
                <a:gd name="connsiteY104" fmla="*/ 4641343 h 4707593"/>
                <a:gd name="connsiteX105" fmla="*/ 1107069 w 5260975"/>
                <a:gd name="connsiteY105" fmla="*/ 4624156 h 4707593"/>
                <a:gd name="connsiteX106" fmla="*/ 1059158 w 5260975"/>
                <a:gd name="connsiteY106" fmla="*/ 4615227 h 4707593"/>
                <a:gd name="connsiteX107" fmla="*/ 1024496 w 5260975"/>
                <a:gd name="connsiteY107" fmla="*/ 4603993 h 4707593"/>
                <a:gd name="connsiteX108" fmla="*/ 982153 w 5260975"/>
                <a:gd name="connsiteY108" fmla="*/ 4596311 h 4707593"/>
                <a:gd name="connsiteX109" fmla="*/ 946628 w 5260975"/>
                <a:gd name="connsiteY109" fmla="*/ 4596024 h 4707593"/>
                <a:gd name="connsiteX110" fmla="*/ 890939 w 5260975"/>
                <a:gd name="connsiteY110" fmla="*/ 4597368 h 4707593"/>
                <a:gd name="connsiteX111" fmla="*/ 822769 w 5260975"/>
                <a:gd name="connsiteY111" fmla="*/ 4574133 h 4707593"/>
                <a:gd name="connsiteX112" fmla="*/ 795212 w 5260975"/>
                <a:gd name="connsiteY112" fmla="*/ 4568947 h 4707593"/>
                <a:gd name="connsiteX113" fmla="*/ 769288 w 5260975"/>
                <a:gd name="connsiteY113" fmla="*/ 4566547 h 4707593"/>
                <a:gd name="connsiteX114" fmla="*/ 714271 w 5260975"/>
                <a:gd name="connsiteY114" fmla="*/ 4551089 h 4707593"/>
                <a:gd name="connsiteX115" fmla="*/ 691900 w 5260975"/>
                <a:gd name="connsiteY115" fmla="*/ 4545999 h 4707593"/>
                <a:gd name="connsiteX116" fmla="*/ 660598 w 5260975"/>
                <a:gd name="connsiteY116" fmla="*/ 4546096 h 4707593"/>
                <a:gd name="connsiteX117" fmla="*/ 603662 w 5260975"/>
                <a:gd name="connsiteY117" fmla="*/ 4538991 h 4707593"/>
                <a:gd name="connsiteX118" fmla="*/ 546821 w 5260975"/>
                <a:gd name="connsiteY118" fmla="*/ 4518251 h 4707593"/>
                <a:gd name="connsiteX119" fmla="*/ 522721 w 5260975"/>
                <a:gd name="connsiteY119" fmla="*/ 4520267 h 4707593"/>
                <a:gd name="connsiteX120" fmla="*/ 514080 w 5260975"/>
                <a:gd name="connsiteY120" fmla="*/ 4519788 h 4707593"/>
                <a:gd name="connsiteX121" fmla="*/ 436404 w 5260975"/>
                <a:gd name="connsiteY121" fmla="*/ 4508361 h 4707593"/>
                <a:gd name="connsiteX122" fmla="*/ 428626 w 5260975"/>
                <a:gd name="connsiteY122" fmla="*/ 4507114 h 4707593"/>
                <a:gd name="connsiteX123" fmla="*/ 392141 w 5260975"/>
                <a:gd name="connsiteY123" fmla="*/ 4496936 h 4707593"/>
                <a:gd name="connsiteX124" fmla="*/ 300157 w 5260975"/>
                <a:gd name="connsiteY124" fmla="*/ 4490599 h 4707593"/>
                <a:gd name="connsiteX125" fmla="*/ 294493 w 5260975"/>
                <a:gd name="connsiteY125" fmla="*/ 4489831 h 4707593"/>
                <a:gd name="connsiteX126" fmla="*/ 263671 w 5260975"/>
                <a:gd name="connsiteY126" fmla="*/ 4494919 h 4707593"/>
                <a:gd name="connsiteX127" fmla="*/ 248406 w 5260975"/>
                <a:gd name="connsiteY127" fmla="*/ 4502121 h 4707593"/>
                <a:gd name="connsiteX128" fmla="*/ 224594 w 5260975"/>
                <a:gd name="connsiteY128" fmla="*/ 4509610 h 4707593"/>
                <a:gd name="connsiteX129" fmla="*/ 200398 w 5260975"/>
                <a:gd name="connsiteY129" fmla="*/ 4512395 h 4707593"/>
                <a:gd name="connsiteX130" fmla="*/ 159783 w 5260975"/>
                <a:gd name="connsiteY130" fmla="*/ 4501064 h 4707593"/>
                <a:gd name="connsiteX131" fmla="*/ 144997 w 5260975"/>
                <a:gd name="connsiteY131" fmla="*/ 4499912 h 4707593"/>
                <a:gd name="connsiteX132" fmla="*/ 112064 w 5260975"/>
                <a:gd name="connsiteY132" fmla="*/ 4494440 h 4707593"/>
                <a:gd name="connsiteX133" fmla="*/ 83259 w 5260975"/>
                <a:gd name="connsiteY133" fmla="*/ 4494824 h 4707593"/>
                <a:gd name="connsiteX134" fmla="*/ 60120 w 5260975"/>
                <a:gd name="connsiteY134" fmla="*/ 4503561 h 4707593"/>
                <a:gd name="connsiteX135" fmla="*/ 26514 w 5260975"/>
                <a:gd name="connsiteY135" fmla="*/ 4505289 h 4707593"/>
                <a:gd name="connsiteX136" fmla="*/ 4814 w 5260975"/>
                <a:gd name="connsiteY136" fmla="*/ 4498952 h 4707593"/>
                <a:gd name="connsiteX137" fmla="*/ 398 w 5260975"/>
                <a:gd name="connsiteY137" fmla="*/ 4498089 h 4707593"/>
                <a:gd name="connsiteX138" fmla="*/ 0 w 5260975"/>
                <a:gd name="connsiteY138" fmla="*/ 4498087 h 470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260975" h="4707593">
                  <a:moveTo>
                    <a:pt x="0" y="0"/>
                  </a:moveTo>
                  <a:lnTo>
                    <a:pt x="5260975" y="0"/>
                  </a:lnTo>
                  <a:lnTo>
                    <a:pt x="5260975" y="3296937"/>
                  </a:lnTo>
                  <a:lnTo>
                    <a:pt x="5260975" y="3518571"/>
                  </a:lnTo>
                  <a:lnTo>
                    <a:pt x="5226504" y="3534000"/>
                  </a:lnTo>
                  <a:cubicBezTo>
                    <a:pt x="5219783" y="3536785"/>
                    <a:pt x="5212389" y="3538321"/>
                    <a:pt x="5206341" y="3542065"/>
                  </a:cubicBezTo>
                  <a:cubicBezTo>
                    <a:pt x="5178495" y="3559156"/>
                    <a:pt x="5151515" y="3577591"/>
                    <a:pt x="5123287" y="3594010"/>
                  </a:cubicBezTo>
                  <a:cubicBezTo>
                    <a:pt x="5094195" y="3611004"/>
                    <a:pt x="5068175" y="3631071"/>
                    <a:pt x="5048107" y="3658244"/>
                  </a:cubicBezTo>
                  <a:cubicBezTo>
                    <a:pt x="5029480" y="3683496"/>
                    <a:pt x="5011429" y="3709131"/>
                    <a:pt x="4992899" y="3734479"/>
                  </a:cubicBezTo>
                  <a:cubicBezTo>
                    <a:pt x="4988194" y="3740912"/>
                    <a:pt x="4983874" y="3748498"/>
                    <a:pt x="4977440" y="3752627"/>
                  </a:cubicBezTo>
                  <a:cubicBezTo>
                    <a:pt x="4964094" y="3761268"/>
                    <a:pt x="4949500" y="3768277"/>
                    <a:pt x="4935194" y="3775382"/>
                  </a:cubicBezTo>
                  <a:cubicBezTo>
                    <a:pt x="4922903" y="3781431"/>
                    <a:pt x="4909846" y="3785943"/>
                    <a:pt x="4897844" y="3792472"/>
                  </a:cubicBezTo>
                  <a:cubicBezTo>
                    <a:pt x="4888243" y="3797658"/>
                    <a:pt x="4879697" y="3804859"/>
                    <a:pt x="4870767" y="3811388"/>
                  </a:cubicBezTo>
                  <a:cubicBezTo>
                    <a:pt x="4862990" y="3817052"/>
                    <a:pt x="4854445" y="3821949"/>
                    <a:pt x="4847917" y="3828767"/>
                  </a:cubicBezTo>
                  <a:cubicBezTo>
                    <a:pt x="4831977" y="3845281"/>
                    <a:pt x="4815942" y="3861508"/>
                    <a:pt x="4796163" y="3873702"/>
                  </a:cubicBezTo>
                  <a:cubicBezTo>
                    <a:pt x="4776672" y="3885799"/>
                    <a:pt x="4758237" y="3899338"/>
                    <a:pt x="4738843" y="3911628"/>
                  </a:cubicBezTo>
                  <a:cubicBezTo>
                    <a:pt x="4719831" y="3923630"/>
                    <a:pt x="4702645" y="3936783"/>
                    <a:pt x="4692755" y="3958099"/>
                  </a:cubicBezTo>
                  <a:cubicBezTo>
                    <a:pt x="4688339" y="3967508"/>
                    <a:pt x="4682097" y="3977782"/>
                    <a:pt x="4673744" y="3983255"/>
                  </a:cubicBezTo>
                  <a:cubicBezTo>
                    <a:pt x="4661838" y="3991032"/>
                    <a:pt x="4646764" y="3993817"/>
                    <a:pt x="4633801" y="4000442"/>
                  </a:cubicBezTo>
                  <a:cubicBezTo>
                    <a:pt x="4618535" y="4008219"/>
                    <a:pt x="4600869" y="4014940"/>
                    <a:pt x="4590499" y="4027326"/>
                  </a:cubicBezTo>
                  <a:cubicBezTo>
                    <a:pt x="4581281" y="4038368"/>
                    <a:pt x="4571968" y="4047009"/>
                    <a:pt x="4559773" y="4054018"/>
                  </a:cubicBezTo>
                  <a:cubicBezTo>
                    <a:pt x="4551229" y="4058915"/>
                    <a:pt x="4544892" y="4067844"/>
                    <a:pt x="4536059" y="4071877"/>
                  </a:cubicBezTo>
                  <a:cubicBezTo>
                    <a:pt x="4524442" y="4077254"/>
                    <a:pt x="4512727" y="4081479"/>
                    <a:pt x="4502550" y="4089832"/>
                  </a:cubicBezTo>
                  <a:cubicBezTo>
                    <a:pt x="4491987" y="4098473"/>
                    <a:pt x="4479986" y="4105290"/>
                    <a:pt x="4468944" y="4113356"/>
                  </a:cubicBezTo>
                  <a:cubicBezTo>
                    <a:pt x="4463087" y="4117676"/>
                    <a:pt x="4458286" y="4123341"/>
                    <a:pt x="4452623" y="4127854"/>
                  </a:cubicBezTo>
                  <a:cubicBezTo>
                    <a:pt x="4442252" y="4136111"/>
                    <a:pt x="4431690" y="4144176"/>
                    <a:pt x="4421032" y="4151953"/>
                  </a:cubicBezTo>
                  <a:cubicBezTo>
                    <a:pt x="4410375" y="4159731"/>
                    <a:pt x="4400197" y="4168756"/>
                    <a:pt x="4388483" y="4174421"/>
                  </a:cubicBezTo>
                  <a:cubicBezTo>
                    <a:pt x="4368513" y="4184023"/>
                    <a:pt x="4346717" y="4189784"/>
                    <a:pt x="4327321" y="4200153"/>
                  </a:cubicBezTo>
                  <a:cubicBezTo>
                    <a:pt x="4307639" y="4210714"/>
                    <a:pt x="4289107" y="4223965"/>
                    <a:pt x="4271633" y="4237983"/>
                  </a:cubicBezTo>
                  <a:cubicBezTo>
                    <a:pt x="4257807" y="4249025"/>
                    <a:pt x="4244845" y="4259971"/>
                    <a:pt x="4227465" y="4265635"/>
                  </a:cubicBezTo>
                  <a:cubicBezTo>
                    <a:pt x="4217768" y="4268804"/>
                    <a:pt x="4207591" y="4275717"/>
                    <a:pt x="4201733" y="4283783"/>
                  </a:cubicBezTo>
                  <a:cubicBezTo>
                    <a:pt x="4189059" y="4301353"/>
                    <a:pt x="4172833" y="4313739"/>
                    <a:pt x="4154494" y="4324301"/>
                  </a:cubicBezTo>
                  <a:cubicBezTo>
                    <a:pt x="4130010" y="4338511"/>
                    <a:pt x="4105814" y="4353009"/>
                    <a:pt x="4081234" y="4366931"/>
                  </a:cubicBezTo>
                  <a:cubicBezTo>
                    <a:pt x="4066737" y="4375189"/>
                    <a:pt x="4052335" y="4383926"/>
                    <a:pt x="4036971" y="4389975"/>
                  </a:cubicBezTo>
                  <a:cubicBezTo>
                    <a:pt x="4005575" y="4402457"/>
                    <a:pt x="3973410" y="4413114"/>
                    <a:pt x="3941725" y="4424733"/>
                  </a:cubicBezTo>
                  <a:cubicBezTo>
                    <a:pt x="3931355" y="4428477"/>
                    <a:pt x="3921561" y="4433854"/>
                    <a:pt x="3910999" y="4437119"/>
                  </a:cubicBezTo>
                  <a:cubicBezTo>
                    <a:pt x="3899573" y="4440671"/>
                    <a:pt x="3887285" y="4441727"/>
                    <a:pt x="3875859" y="4445280"/>
                  </a:cubicBezTo>
                  <a:cubicBezTo>
                    <a:pt x="3856847" y="4451136"/>
                    <a:pt x="3838412" y="4458626"/>
                    <a:pt x="3819401" y="4464579"/>
                  </a:cubicBezTo>
                  <a:cubicBezTo>
                    <a:pt x="3782723" y="4476005"/>
                    <a:pt x="3745949" y="4486951"/>
                    <a:pt x="3709176" y="4497800"/>
                  </a:cubicBezTo>
                  <a:cubicBezTo>
                    <a:pt x="3701303" y="4500105"/>
                    <a:pt x="3692757" y="4500393"/>
                    <a:pt x="3684981" y="4502889"/>
                  </a:cubicBezTo>
                  <a:cubicBezTo>
                    <a:pt x="3664337" y="4509610"/>
                    <a:pt x="3643789" y="4516907"/>
                    <a:pt x="3623338" y="4524300"/>
                  </a:cubicBezTo>
                  <a:cubicBezTo>
                    <a:pt x="3610953" y="4528813"/>
                    <a:pt x="3598854" y="4534382"/>
                    <a:pt x="3586373" y="4538702"/>
                  </a:cubicBezTo>
                  <a:cubicBezTo>
                    <a:pt x="3576387" y="4542159"/>
                    <a:pt x="3566113" y="4544847"/>
                    <a:pt x="3555743" y="4546960"/>
                  </a:cubicBezTo>
                  <a:cubicBezTo>
                    <a:pt x="3546814" y="4548785"/>
                    <a:pt x="3537501" y="4548592"/>
                    <a:pt x="3528667" y="4550801"/>
                  </a:cubicBezTo>
                  <a:cubicBezTo>
                    <a:pt x="3504759" y="4556753"/>
                    <a:pt x="3481140" y="4563475"/>
                    <a:pt x="3457424" y="4569811"/>
                  </a:cubicBezTo>
                  <a:cubicBezTo>
                    <a:pt x="3447919" y="4572308"/>
                    <a:pt x="3438221" y="4574133"/>
                    <a:pt x="3429003" y="4577301"/>
                  </a:cubicBezTo>
                  <a:cubicBezTo>
                    <a:pt x="3404327" y="4585654"/>
                    <a:pt x="3380036" y="4595159"/>
                    <a:pt x="3355264" y="4603033"/>
                  </a:cubicBezTo>
                  <a:cubicBezTo>
                    <a:pt x="3334717" y="4609562"/>
                    <a:pt x="3313593" y="4614266"/>
                    <a:pt x="3292757" y="4620027"/>
                  </a:cubicBezTo>
                  <a:cubicBezTo>
                    <a:pt x="3283924" y="4622524"/>
                    <a:pt x="3275475" y="4626077"/>
                    <a:pt x="3266643" y="4628188"/>
                  </a:cubicBezTo>
                  <a:cubicBezTo>
                    <a:pt x="3246863" y="4632990"/>
                    <a:pt x="3226796" y="4637022"/>
                    <a:pt x="3206921" y="4641823"/>
                  </a:cubicBezTo>
                  <a:cubicBezTo>
                    <a:pt x="3195590" y="4644607"/>
                    <a:pt x="3184645" y="4649600"/>
                    <a:pt x="3173123" y="4651425"/>
                  </a:cubicBezTo>
                  <a:cubicBezTo>
                    <a:pt x="3145759" y="4655745"/>
                    <a:pt x="3118203" y="4658817"/>
                    <a:pt x="3090646" y="4662274"/>
                  </a:cubicBezTo>
                  <a:cubicBezTo>
                    <a:pt x="3062227" y="4665826"/>
                    <a:pt x="3033902" y="4669571"/>
                    <a:pt x="3005480" y="4672739"/>
                  </a:cubicBezTo>
                  <a:cubicBezTo>
                    <a:pt x="2989926" y="4674372"/>
                    <a:pt x="2974275" y="4674660"/>
                    <a:pt x="2958721" y="4676196"/>
                  </a:cubicBezTo>
                  <a:cubicBezTo>
                    <a:pt x="2945087" y="4677541"/>
                    <a:pt x="2931549" y="4680037"/>
                    <a:pt x="2917915" y="4681670"/>
                  </a:cubicBezTo>
                  <a:cubicBezTo>
                    <a:pt x="2906105" y="4683013"/>
                    <a:pt x="2894199" y="4683781"/>
                    <a:pt x="2882389" y="4685126"/>
                  </a:cubicBezTo>
                  <a:cubicBezTo>
                    <a:pt x="2863475" y="4687334"/>
                    <a:pt x="2844655" y="4689831"/>
                    <a:pt x="2825837" y="4692135"/>
                  </a:cubicBezTo>
                  <a:cubicBezTo>
                    <a:pt x="2817964" y="4692999"/>
                    <a:pt x="2809706" y="4695399"/>
                    <a:pt x="2802313" y="4693960"/>
                  </a:cubicBezTo>
                  <a:cubicBezTo>
                    <a:pt x="2783686" y="4690310"/>
                    <a:pt x="2765347" y="4691367"/>
                    <a:pt x="2746816" y="4693863"/>
                  </a:cubicBezTo>
                  <a:cubicBezTo>
                    <a:pt x="2740479" y="4694728"/>
                    <a:pt x="2733662" y="4694535"/>
                    <a:pt x="2727517" y="4692903"/>
                  </a:cubicBezTo>
                  <a:cubicBezTo>
                    <a:pt x="2714939" y="4689638"/>
                    <a:pt x="2702745" y="4685029"/>
                    <a:pt x="2690359" y="4680997"/>
                  </a:cubicBezTo>
                  <a:cubicBezTo>
                    <a:pt x="2689014" y="4680517"/>
                    <a:pt x="2687382" y="4680421"/>
                    <a:pt x="2685943" y="4680133"/>
                  </a:cubicBezTo>
                  <a:cubicBezTo>
                    <a:pt x="2677781" y="4678500"/>
                    <a:pt x="2669717" y="4676868"/>
                    <a:pt x="2661554" y="4675428"/>
                  </a:cubicBezTo>
                  <a:cubicBezTo>
                    <a:pt x="2657138" y="4674660"/>
                    <a:pt x="2652625" y="4674564"/>
                    <a:pt x="2648208" y="4673892"/>
                  </a:cubicBezTo>
                  <a:cubicBezTo>
                    <a:pt x="2631118" y="4671203"/>
                    <a:pt x="2612299" y="4675716"/>
                    <a:pt x="2597512" y="4664099"/>
                  </a:cubicBezTo>
                  <a:cubicBezTo>
                    <a:pt x="2587911" y="4656609"/>
                    <a:pt x="2578597" y="4658338"/>
                    <a:pt x="2568324" y="4659490"/>
                  </a:cubicBezTo>
                  <a:cubicBezTo>
                    <a:pt x="2560547" y="4660354"/>
                    <a:pt x="2552577" y="4660065"/>
                    <a:pt x="2544704" y="4660162"/>
                  </a:cubicBezTo>
                  <a:cubicBezTo>
                    <a:pt x="2530878" y="4660449"/>
                    <a:pt x="2517052" y="4660546"/>
                    <a:pt x="2503225" y="4661026"/>
                  </a:cubicBezTo>
                  <a:cubicBezTo>
                    <a:pt x="2498808" y="4661218"/>
                    <a:pt x="2494297" y="4663619"/>
                    <a:pt x="2489975" y="4663235"/>
                  </a:cubicBezTo>
                  <a:cubicBezTo>
                    <a:pt x="2470004" y="4661410"/>
                    <a:pt x="2450033" y="4658529"/>
                    <a:pt x="2430061" y="4656897"/>
                  </a:cubicBezTo>
                  <a:cubicBezTo>
                    <a:pt x="2418732" y="4655938"/>
                    <a:pt x="2407114" y="4657761"/>
                    <a:pt x="2395880" y="4656417"/>
                  </a:cubicBezTo>
                  <a:cubicBezTo>
                    <a:pt x="2382919" y="4654881"/>
                    <a:pt x="2370245" y="4650945"/>
                    <a:pt x="2357378" y="4648544"/>
                  </a:cubicBezTo>
                  <a:cubicBezTo>
                    <a:pt x="2353826" y="4647872"/>
                    <a:pt x="2349889" y="4648736"/>
                    <a:pt x="2346145" y="4648928"/>
                  </a:cubicBezTo>
                  <a:cubicBezTo>
                    <a:pt x="2341920" y="4649120"/>
                    <a:pt x="2337791" y="4649504"/>
                    <a:pt x="2333567" y="4649600"/>
                  </a:cubicBezTo>
                  <a:cubicBezTo>
                    <a:pt x="2320700" y="4649793"/>
                    <a:pt x="2307835" y="4649504"/>
                    <a:pt x="2294968" y="4650177"/>
                  </a:cubicBezTo>
                  <a:cubicBezTo>
                    <a:pt x="2287095" y="4650561"/>
                    <a:pt x="2278839" y="4654497"/>
                    <a:pt x="2271540" y="4653057"/>
                  </a:cubicBezTo>
                  <a:cubicBezTo>
                    <a:pt x="2256659" y="4650272"/>
                    <a:pt x="2241776" y="4656513"/>
                    <a:pt x="2226895" y="4651329"/>
                  </a:cubicBezTo>
                  <a:cubicBezTo>
                    <a:pt x="2222285" y="4649793"/>
                    <a:pt x="2215948" y="4653633"/>
                    <a:pt x="2210379" y="4653825"/>
                  </a:cubicBezTo>
                  <a:cubicBezTo>
                    <a:pt x="2196457" y="4654305"/>
                    <a:pt x="2182535" y="4654209"/>
                    <a:pt x="2168613" y="4654113"/>
                  </a:cubicBezTo>
                  <a:cubicBezTo>
                    <a:pt x="2156131" y="4654017"/>
                    <a:pt x="2143168" y="4655361"/>
                    <a:pt x="2131167" y="4652673"/>
                  </a:cubicBezTo>
                  <a:cubicBezTo>
                    <a:pt x="2118588" y="4649793"/>
                    <a:pt x="2107259" y="4650177"/>
                    <a:pt x="2095065" y="4653441"/>
                  </a:cubicBezTo>
                  <a:cubicBezTo>
                    <a:pt x="2086711" y="4655649"/>
                    <a:pt x="2077878" y="4655938"/>
                    <a:pt x="2069237" y="4656609"/>
                  </a:cubicBezTo>
                  <a:cubicBezTo>
                    <a:pt x="2059924" y="4657377"/>
                    <a:pt x="2049650" y="4655361"/>
                    <a:pt x="2041201" y="4658529"/>
                  </a:cubicBezTo>
                  <a:cubicBezTo>
                    <a:pt x="2016044" y="4667939"/>
                    <a:pt x="1990216" y="4669955"/>
                    <a:pt x="1963909" y="4669955"/>
                  </a:cubicBezTo>
                  <a:cubicBezTo>
                    <a:pt x="1959107" y="4669955"/>
                    <a:pt x="1954210" y="4668612"/>
                    <a:pt x="1949603" y="4667171"/>
                  </a:cubicBezTo>
                  <a:cubicBezTo>
                    <a:pt x="1922717" y="4658529"/>
                    <a:pt x="1895737" y="4659297"/>
                    <a:pt x="1868373" y="4664578"/>
                  </a:cubicBezTo>
                  <a:cubicBezTo>
                    <a:pt x="1862708" y="4665731"/>
                    <a:pt x="1856372" y="4665923"/>
                    <a:pt x="1850707" y="4664771"/>
                  </a:cubicBezTo>
                  <a:cubicBezTo>
                    <a:pt x="1834768" y="4661410"/>
                    <a:pt x="1819309" y="4655841"/>
                    <a:pt x="1803275" y="4653441"/>
                  </a:cubicBezTo>
                  <a:cubicBezTo>
                    <a:pt x="1776775" y="4649504"/>
                    <a:pt x="1753828" y="4662754"/>
                    <a:pt x="1730112" y="4671396"/>
                  </a:cubicBezTo>
                  <a:cubicBezTo>
                    <a:pt x="1707548" y="4679557"/>
                    <a:pt x="1688345" y="4697992"/>
                    <a:pt x="1661652" y="4693863"/>
                  </a:cubicBezTo>
                  <a:cubicBezTo>
                    <a:pt x="1658965" y="4693479"/>
                    <a:pt x="1655988" y="4696071"/>
                    <a:pt x="1653011" y="4696744"/>
                  </a:cubicBezTo>
                  <a:cubicBezTo>
                    <a:pt x="1644850" y="4698568"/>
                    <a:pt x="1636689" y="4700776"/>
                    <a:pt x="1628431" y="4701641"/>
                  </a:cubicBezTo>
                  <a:cubicBezTo>
                    <a:pt x="1618350" y="4702793"/>
                    <a:pt x="1608076" y="4702409"/>
                    <a:pt x="1597995" y="4703369"/>
                  </a:cubicBezTo>
                  <a:cubicBezTo>
                    <a:pt x="1585032" y="4704521"/>
                    <a:pt x="1572263" y="4707593"/>
                    <a:pt x="1559396" y="4707593"/>
                  </a:cubicBezTo>
                  <a:cubicBezTo>
                    <a:pt x="1549026" y="4707593"/>
                    <a:pt x="1538753" y="4704041"/>
                    <a:pt x="1528480" y="4702312"/>
                  </a:cubicBezTo>
                  <a:cubicBezTo>
                    <a:pt x="1513981" y="4699912"/>
                    <a:pt x="1498042" y="4700584"/>
                    <a:pt x="1485272" y="4694439"/>
                  </a:cubicBezTo>
                  <a:cubicBezTo>
                    <a:pt x="1471639" y="4687910"/>
                    <a:pt x="1458676" y="4684934"/>
                    <a:pt x="1444562" y="4686950"/>
                  </a:cubicBezTo>
                  <a:cubicBezTo>
                    <a:pt x="1439857" y="4687622"/>
                    <a:pt x="1433808" y="4691655"/>
                    <a:pt x="1431696" y="4695783"/>
                  </a:cubicBezTo>
                  <a:cubicBezTo>
                    <a:pt x="1426991" y="4705001"/>
                    <a:pt x="1420559" y="4706634"/>
                    <a:pt x="1411821" y="4703464"/>
                  </a:cubicBezTo>
                  <a:cubicBezTo>
                    <a:pt x="1404236" y="4700776"/>
                    <a:pt x="1394922" y="4699432"/>
                    <a:pt x="1389738" y="4694247"/>
                  </a:cubicBezTo>
                  <a:cubicBezTo>
                    <a:pt x="1375047" y="4679557"/>
                    <a:pt x="1356324" y="4679077"/>
                    <a:pt x="1338081" y="4675141"/>
                  </a:cubicBezTo>
                  <a:cubicBezTo>
                    <a:pt x="1326945" y="4672739"/>
                    <a:pt x="1316574" y="4672644"/>
                    <a:pt x="1305436" y="4674276"/>
                  </a:cubicBezTo>
                  <a:cubicBezTo>
                    <a:pt x="1281241" y="4677925"/>
                    <a:pt x="1257717" y="4672739"/>
                    <a:pt x="1234481" y="4666115"/>
                  </a:cubicBezTo>
                  <a:cubicBezTo>
                    <a:pt x="1219118" y="4661698"/>
                    <a:pt x="1203372" y="4659010"/>
                    <a:pt x="1188106" y="4654497"/>
                  </a:cubicBezTo>
                  <a:cubicBezTo>
                    <a:pt x="1176680" y="4651041"/>
                    <a:pt x="1165255" y="4646912"/>
                    <a:pt x="1154790" y="4641343"/>
                  </a:cubicBezTo>
                  <a:cubicBezTo>
                    <a:pt x="1139618" y="4633181"/>
                    <a:pt x="1126369" y="4620891"/>
                    <a:pt x="1107069" y="4624156"/>
                  </a:cubicBezTo>
                  <a:cubicBezTo>
                    <a:pt x="1090074" y="4627036"/>
                    <a:pt x="1074713" y="4620988"/>
                    <a:pt x="1059158" y="4615227"/>
                  </a:cubicBezTo>
                  <a:cubicBezTo>
                    <a:pt x="1047732" y="4611002"/>
                    <a:pt x="1036308" y="4606681"/>
                    <a:pt x="1024496" y="4603993"/>
                  </a:cubicBezTo>
                  <a:cubicBezTo>
                    <a:pt x="1010478" y="4600824"/>
                    <a:pt x="994635" y="4602169"/>
                    <a:pt x="982153" y="4596311"/>
                  </a:cubicBezTo>
                  <a:cubicBezTo>
                    <a:pt x="969095" y="4590166"/>
                    <a:pt x="958246" y="4594295"/>
                    <a:pt x="946628" y="4596024"/>
                  </a:cubicBezTo>
                  <a:cubicBezTo>
                    <a:pt x="928097" y="4598712"/>
                    <a:pt x="909661" y="4603705"/>
                    <a:pt x="890939" y="4597368"/>
                  </a:cubicBezTo>
                  <a:cubicBezTo>
                    <a:pt x="868184" y="4589687"/>
                    <a:pt x="845620" y="4581430"/>
                    <a:pt x="822769" y="4574133"/>
                  </a:cubicBezTo>
                  <a:cubicBezTo>
                    <a:pt x="813934" y="4571347"/>
                    <a:pt x="804431" y="4570195"/>
                    <a:pt x="795212" y="4568947"/>
                  </a:cubicBezTo>
                  <a:cubicBezTo>
                    <a:pt x="786476" y="4567891"/>
                    <a:pt x="776010" y="4570579"/>
                    <a:pt x="769288" y="4566547"/>
                  </a:cubicBezTo>
                  <a:cubicBezTo>
                    <a:pt x="752005" y="4556178"/>
                    <a:pt x="734243" y="4551089"/>
                    <a:pt x="714271" y="4551089"/>
                  </a:cubicBezTo>
                  <a:cubicBezTo>
                    <a:pt x="706781" y="4551089"/>
                    <a:pt x="699484" y="4546768"/>
                    <a:pt x="691900" y="4545999"/>
                  </a:cubicBezTo>
                  <a:cubicBezTo>
                    <a:pt x="681529" y="4545040"/>
                    <a:pt x="669623" y="4542447"/>
                    <a:pt x="660598" y="4546096"/>
                  </a:cubicBezTo>
                  <a:cubicBezTo>
                    <a:pt x="639379" y="4554737"/>
                    <a:pt x="622193" y="4547536"/>
                    <a:pt x="603662" y="4538991"/>
                  </a:cubicBezTo>
                  <a:cubicBezTo>
                    <a:pt x="585418" y="4530541"/>
                    <a:pt x="566215" y="4523821"/>
                    <a:pt x="546821" y="4518251"/>
                  </a:cubicBezTo>
                  <a:cubicBezTo>
                    <a:pt x="539524" y="4516235"/>
                    <a:pt x="530787" y="4519596"/>
                    <a:pt x="522721" y="4520267"/>
                  </a:cubicBezTo>
                  <a:cubicBezTo>
                    <a:pt x="519840" y="4520460"/>
                    <a:pt x="516671" y="4520748"/>
                    <a:pt x="514080" y="4519788"/>
                  </a:cubicBezTo>
                  <a:cubicBezTo>
                    <a:pt x="489020" y="4510570"/>
                    <a:pt x="463575" y="4503561"/>
                    <a:pt x="436404" y="4508361"/>
                  </a:cubicBezTo>
                  <a:cubicBezTo>
                    <a:pt x="433908" y="4508842"/>
                    <a:pt x="431123" y="4507786"/>
                    <a:pt x="428626" y="4507114"/>
                  </a:cubicBezTo>
                  <a:cubicBezTo>
                    <a:pt x="416432" y="4503657"/>
                    <a:pt x="404526" y="4498184"/>
                    <a:pt x="392141" y="4496936"/>
                  </a:cubicBezTo>
                  <a:cubicBezTo>
                    <a:pt x="361608" y="4493864"/>
                    <a:pt x="330884" y="4492615"/>
                    <a:pt x="300157" y="4490599"/>
                  </a:cubicBezTo>
                  <a:cubicBezTo>
                    <a:pt x="298237" y="4490503"/>
                    <a:pt x="296221" y="4490503"/>
                    <a:pt x="294493" y="4489831"/>
                  </a:cubicBezTo>
                  <a:cubicBezTo>
                    <a:pt x="283163" y="4485702"/>
                    <a:pt x="273274" y="4487047"/>
                    <a:pt x="263671" y="4494919"/>
                  </a:cubicBezTo>
                  <a:cubicBezTo>
                    <a:pt x="259447" y="4498376"/>
                    <a:pt x="253686" y="4500200"/>
                    <a:pt x="248406" y="4502121"/>
                  </a:cubicBezTo>
                  <a:cubicBezTo>
                    <a:pt x="240628" y="4505002"/>
                    <a:pt x="232659" y="4507786"/>
                    <a:pt x="224594" y="4509610"/>
                  </a:cubicBezTo>
                  <a:cubicBezTo>
                    <a:pt x="216624" y="4511338"/>
                    <a:pt x="208079" y="4513738"/>
                    <a:pt x="200398" y="4512395"/>
                  </a:cubicBezTo>
                  <a:cubicBezTo>
                    <a:pt x="186572" y="4509994"/>
                    <a:pt x="173417" y="4504618"/>
                    <a:pt x="159783" y="4501064"/>
                  </a:cubicBezTo>
                  <a:cubicBezTo>
                    <a:pt x="155079" y="4499816"/>
                    <a:pt x="149893" y="4500009"/>
                    <a:pt x="144997" y="4499912"/>
                  </a:cubicBezTo>
                  <a:cubicBezTo>
                    <a:pt x="133763" y="4499625"/>
                    <a:pt x="122241" y="4502409"/>
                    <a:pt x="112064" y="4494440"/>
                  </a:cubicBezTo>
                  <a:cubicBezTo>
                    <a:pt x="102655" y="4486951"/>
                    <a:pt x="93148" y="4489158"/>
                    <a:pt x="83259" y="4494824"/>
                  </a:cubicBezTo>
                  <a:cubicBezTo>
                    <a:pt x="76154" y="4498857"/>
                    <a:pt x="68090" y="4502025"/>
                    <a:pt x="60120" y="4503561"/>
                  </a:cubicBezTo>
                  <a:cubicBezTo>
                    <a:pt x="49174" y="4505673"/>
                    <a:pt x="38324" y="4506538"/>
                    <a:pt x="26514" y="4505289"/>
                  </a:cubicBezTo>
                  <a:cubicBezTo>
                    <a:pt x="18161" y="4504425"/>
                    <a:pt x="11343" y="4504041"/>
                    <a:pt x="4814" y="4498952"/>
                  </a:cubicBezTo>
                  <a:cubicBezTo>
                    <a:pt x="3759" y="4498184"/>
                    <a:pt x="1839" y="4497992"/>
                    <a:pt x="398" y="4498089"/>
                  </a:cubicBezTo>
                  <a:lnTo>
                    <a:pt x="0" y="4498087"/>
                  </a:lnTo>
                  <a:close/>
                </a:path>
              </a:pathLst>
            </a:custGeom>
            <a:solidFill>
              <a:schemeClr val="tx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alpha val="14000"/>
                  </a:schemeClr>
                </a:solidFill>
              </a:endParaRPr>
            </a:p>
          </p:txBody>
        </p:sp>
        <p:sp>
          <p:nvSpPr>
            <p:cNvPr id="12" name="Freeform: Shape 11">
              <a:extLst>
                <a:ext uri="{FF2B5EF4-FFF2-40B4-BE49-F238E27FC236}">
                  <a16:creationId xmlns:a16="http://schemas.microsoft.com/office/drawing/2014/main" id="{EE5154B2-BEF9-4C08-B6B1-9DED9F17C4B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27089" y="1498602"/>
              <a:ext cx="4403345" cy="3940174"/>
            </a:xfrm>
            <a:custGeom>
              <a:avLst/>
              <a:gdLst>
                <a:gd name="connsiteX0" fmla="*/ 0 w 5260975"/>
                <a:gd name="connsiteY0" fmla="*/ 0 h 4707593"/>
                <a:gd name="connsiteX1" fmla="*/ 5260975 w 5260975"/>
                <a:gd name="connsiteY1" fmla="*/ 0 h 4707593"/>
                <a:gd name="connsiteX2" fmla="*/ 5260975 w 5260975"/>
                <a:gd name="connsiteY2" fmla="*/ 3296937 h 4707593"/>
                <a:gd name="connsiteX3" fmla="*/ 5260975 w 5260975"/>
                <a:gd name="connsiteY3" fmla="*/ 3518571 h 4707593"/>
                <a:gd name="connsiteX4" fmla="*/ 5226504 w 5260975"/>
                <a:gd name="connsiteY4" fmla="*/ 3534000 h 4707593"/>
                <a:gd name="connsiteX5" fmla="*/ 5206341 w 5260975"/>
                <a:gd name="connsiteY5" fmla="*/ 3542065 h 4707593"/>
                <a:gd name="connsiteX6" fmla="*/ 5123287 w 5260975"/>
                <a:gd name="connsiteY6" fmla="*/ 3594010 h 4707593"/>
                <a:gd name="connsiteX7" fmla="*/ 5048107 w 5260975"/>
                <a:gd name="connsiteY7" fmla="*/ 3658244 h 4707593"/>
                <a:gd name="connsiteX8" fmla="*/ 4992899 w 5260975"/>
                <a:gd name="connsiteY8" fmla="*/ 3734479 h 4707593"/>
                <a:gd name="connsiteX9" fmla="*/ 4977440 w 5260975"/>
                <a:gd name="connsiteY9" fmla="*/ 3752627 h 4707593"/>
                <a:gd name="connsiteX10" fmla="*/ 4935194 w 5260975"/>
                <a:gd name="connsiteY10" fmla="*/ 3775382 h 4707593"/>
                <a:gd name="connsiteX11" fmla="*/ 4897844 w 5260975"/>
                <a:gd name="connsiteY11" fmla="*/ 3792472 h 4707593"/>
                <a:gd name="connsiteX12" fmla="*/ 4870767 w 5260975"/>
                <a:gd name="connsiteY12" fmla="*/ 3811388 h 4707593"/>
                <a:gd name="connsiteX13" fmla="*/ 4847917 w 5260975"/>
                <a:gd name="connsiteY13" fmla="*/ 3828767 h 4707593"/>
                <a:gd name="connsiteX14" fmla="*/ 4796163 w 5260975"/>
                <a:gd name="connsiteY14" fmla="*/ 3873702 h 4707593"/>
                <a:gd name="connsiteX15" fmla="*/ 4738843 w 5260975"/>
                <a:gd name="connsiteY15" fmla="*/ 3911628 h 4707593"/>
                <a:gd name="connsiteX16" fmla="*/ 4692755 w 5260975"/>
                <a:gd name="connsiteY16" fmla="*/ 3958099 h 4707593"/>
                <a:gd name="connsiteX17" fmla="*/ 4673744 w 5260975"/>
                <a:gd name="connsiteY17" fmla="*/ 3983255 h 4707593"/>
                <a:gd name="connsiteX18" fmla="*/ 4633801 w 5260975"/>
                <a:gd name="connsiteY18" fmla="*/ 4000442 h 4707593"/>
                <a:gd name="connsiteX19" fmla="*/ 4590499 w 5260975"/>
                <a:gd name="connsiteY19" fmla="*/ 4027326 h 4707593"/>
                <a:gd name="connsiteX20" fmla="*/ 4559773 w 5260975"/>
                <a:gd name="connsiteY20" fmla="*/ 4054018 h 4707593"/>
                <a:gd name="connsiteX21" fmla="*/ 4536059 w 5260975"/>
                <a:gd name="connsiteY21" fmla="*/ 4071877 h 4707593"/>
                <a:gd name="connsiteX22" fmla="*/ 4502550 w 5260975"/>
                <a:gd name="connsiteY22" fmla="*/ 4089832 h 4707593"/>
                <a:gd name="connsiteX23" fmla="*/ 4468944 w 5260975"/>
                <a:gd name="connsiteY23" fmla="*/ 4113356 h 4707593"/>
                <a:gd name="connsiteX24" fmla="*/ 4452623 w 5260975"/>
                <a:gd name="connsiteY24" fmla="*/ 4127854 h 4707593"/>
                <a:gd name="connsiteX25" fmla="*/ 4421032 w 5260975"/>
                <a:gd name="connsiteY25" fmla="*/ 4151953 h 4707593"/>
                <a:gd name="connsiteX26" fmla="*/ 4388483 w 5260975"/>
                <a:gd name="connsiteY26" fmla="*/ 4174421 h 4707593"/>
                <a:gd name="connsiteX27" fmla="*/ 4327321 w 5260975"/>
                <a:gd name="connsiteY27" fmla="*/ 4200153 h 4707593"/>
                <a:gd name="connsiteX28" fmla="*/ 4271633 w 5260975"/>
                <a:gd name="connsiteY28" fmla="*/ 4237983 h 4707593"/>
                <a:gd name="connsiteX29" fmla="*/ 4227465 w 5260975"/>
                <a:gd name="connsiteY29" fmla="*/ 4265635 h 4707593"/>
                <a:gd name="connsiteX30" fmla="*/ 4201733 w 5260975"/>
                <a:gd name="connsiteY30" fmla="*/ 4283783 h 4707593"/>
                <a:gd name="connsiteX31" fmla="*/ 4154494 w 5260975"/>
                <a:gd name="connsiteY31" fmla="*/ 4324301 h 4707593"/>
                <a:gd name="connsiteX32" fmla="*/ 4081234 w 5260975"/>
                <a:gd name="connsiteY32" fmla="*/ 4366931 h 4707593"/>
                <a:gd name="connsiteX33" fmla="*/ 4036971 w 5260975"/>
                <a:gd name="connsiteY33" fmla="*/ 4389975 h 4707593"/>
                <a:gd name="connsiteX34" fmla="*/ 3941725 w 5260975"/>
                <a:gd name="connsiteY34" fmla="*/ 4424733 h 4707593"/>
                <a:gd name="connsiteX35" fmla="*/ 3910999 w 5260975"/>
                <a:gd name="connsiteY35" fmla="*/ 4437119 h 4707593"/>
                <a:gd name="connsiteX36" fmla="*/ 3875859 w 5260975"/>
                <a:gd name="connsiteY36" fmla="*/ 4445280 h 4707593"/>
                <a:gd name="connsiteX37" fmla="*/ 3819401 w 5260975"/>
                <a:gd name="connsiteY37" fmla="*/ 4464579 h 4707593"/>
                <a:gd name="connsiteX38" fmla="*/ 3709176 w 5260975"/>
                <a:gd name="connsiteY38" fmla="*/ 4497800 h 4707593"/>
                <a:gd name="connsiteX39" fmla="*/ 3684981 w 5260975"/>
                <a:gd name="connsiteY39" fmla="*/ 4502889 h 4707593"/>
                <a:gd name="connsiteX40" fmla="*/ 3623338 w 5260975"/>
                <a:gd name="connsiteY40" fmla="*/ 4524300 h 4707593"/>
                <a:gd name="connsiteX41" fmla="*/ 3586373 w 5260975"/>
                <a:gd name="connsiteY41" fmla="*/ 4538702 h 4707593"/>
                <a:gd name="connsiteX42" fmla="*/ 3555743 w 5260975"/>
                <a:gd name="connsiteY42" fmla="*/ 4546960 h 4707593"/>
                <a:gd name="connsiteX43" fmla="*/ 3528667 w 5260975"/>
                <a:gd name="connsiteY43" fmla="*/ 4550801 h 4707593"/>
                <a:gd name="connsiteX44" fmla="*/ 3457424 w 5260975"/>
                <a:gd name="connsiteY44" fmla="*/ 4569811 h 4707593"/>
                <a:gd name="connsiteX45" fmla="*/ 3429003 w 5260975"/>
                <a:gd name="connsiteY45" fmla="*/ 4577301 h 4707593"/>
                <a:gd name="connsiteX46" fmla="*/ 3355264 w 5260975"/>
                <a:gd name="connsiteY46" fmla="*/ 4603033 h 4707593"/>
                <a:gd name="connsiteX47" fmla="*/ 3292757 w 5260975"/>
                <a:gd name="connsiteY47" fmla="*/ 4620027 h 4707593"/>
                <a:gd name="connsiteX48" fmla="*/ 3266643 w 5260975"/>
                <a:gd name="connsiteY48" fmla="*/ 4628188 h 4707593"/>
                <a:gd name="connsiteX49" fmla="*/ 3206921 w 5260975"/>
                <a:gd name="connsiteY49" fmla="*/ 4641823 h 4707593"/>
                <a:gd name="connsiteX50" fmla="*/ 3173123 w 5260975"/>
                <a:gd name="connsiteY50" fmla="*/ 4651425 h 4707593"/>
                <a:gd name="connsiteX51" fmla="*/ 3090646 w 5260975"/>
                <a:gd name="connsiteY51" fmla="*/ 4662274 h 4707593"/>
                <a:gd name="connsiteX52" fmla="*/ 3005480 w 5260975"/>
                <a:gd name="connsiteY52" fmla="*/ 4672739 h 4707593"/>
                <a:gd name="connsiteX53" fmla="*/ 2958721 w 5260975"/>
                <a:gd name="connsiteY53" fmla="*/ 4676196 h 4707593"/>
                <a:gd name="connsiteX54" fmla="*/ 2917915 w 5260975"/>
                <a:gd name="connsiteY54" fmla="*/ 4681670 h 4707593"/>
                <a:gd name="connsiteX55" fmla="*/ 2882389 w 5260975"/>
                <a:gd name="connsiteY55" fmla="*/ 4685126 h 4707593"/>
                <a:gd name="connsiteX56" fmla="*/ 2825837 w 5260975"/>
                <a:gd name="connsiteY56" fmla="*/ 4692135 h 4707593"/>
                <a:gd name="connsiteX57" fmla="*/ 2802313 w 5260975"/>
                <a:gd name="connsiteY57" fmla="*/ 4693960 h 4707593"/>
                <a:gd name="connsiteX58" fmla="*/ 2746816 w 5260975"/>
                <a:gd name="connsiteY58" fmla="*/ 4693863 h 4707593"/>
                <a:gd name="connsiteX59" fmla="*/ 2727517 w 5260975"/>
                <a:gd name="connsiteY59" fmla="*/ 4692903 h 4707593"/>
                <a:gd name="connsiteX60" fmla="*/ 2690359 w 5260975"/>
                <a:gd name="connsiteY60" fmla="*/ 4680997 h 4707593"/>
                <a:gd name="connsiteX61" fmla="*/ 2685943 w 5260975"/>
                <a:gd name="connsiteY61" fmla="*/ 4680133 h 4707593"/>
                <a:gd name="connsiteX62" fmla="*/ 2661554 w 5260975"/>
                <a:gd name="connsiteY62" fmla="*/ 4675428 h 4707593"/>
                <a:gd name="connsiteX63" fmla="*/ 2648208 w 5260975"/>
                <a:gd name="connsiteY63" fmla="*/ 4673892 h 4707593"/>
                <a:gd name="connsiteX64" fmla="*/ 2597512 w 5260975"/>
                <a:gd name="connsiteY64" fmla="*/ 4664099 h 4707593"/>
                <a:gd name="connsiteX65" fmla="*/ 2568324 w 5260975"/>
                <a:gd name="connsiteY65" fmla="*/ 4659490 h 4707593"/>
                <a:gd name="connsiteX66" fmla="*/ 2544704 w 5260975"/>
                <a:gd name="connsiteY66" fmla="*/ 4660162 h 4707593"/>
                <a:gd name="connsiteX67" fmla="*/ 2503225 w 5260975"/>
                <a:gd name="connsiteY67" fmla="*/ 4661026 h 4707593"/>
                <a:gd name="connsiteX68" fmla="*/ 2489975 w 5260975"/>
                <a:gd name="connsiteY68" fmla="*/ 4663235 h 4707593"/>
                <a:gd name="connsiteX69" fmla="*/ 2430061 w 5260975"/>
                <a:gd name="connsiteY69" fmla="*/ 4656897 h 4707593"/>
                <a:gd name="connsiteX70" fmla="*/ 2395880 w 5260975"/>
                <a:gd name="connsiteY70" fmla="*/ 4656417 h 4707593"/>
                <a:gd name="connsiteX71" fmla="*/ 2357378 w 5260975"/>
                <a:gd name="connsiteY71" fmla="*/ 4648544 h 4707593"/>
                <a:gd name="connsiteX72" fmla="*/ 2346145 w 5260975"/>
                <a:gd name="connsiteY72" fmla="*/ 4648928 h 4707593"/>
                <a:gd name="connsiteX73" fmla="*/ 2333567 w 5260975"/>
                <a:gd name="connsiteY73" fmla="*/ 4649600 h 4707593"/>
                <a:gd name="connsiteX74" fmla="*/ 2294968 w 5260975"/>
                <a:gd name="connsiteY74" fmla="*/ 4650177 h 4707593"/>
                <a:gd name="connsiteX75" fmla="*/ 2271540 w 5260975"/>
                <a:gd name="connsiteY75" fmla="*/ 4653057 h 4707593"/>
                <a:gd name="connsiteX76" fmla="*/ 2226895 w 5260975"/>
                <a:gd name="connsiteY76" fmla="*/ 4651329 h 4707593"/>
                <a:gd name="connsiteX77" fmla="*/ 2210379 w 5260975"/>
                <a:gd name="connsiteY77" fmla="*/ 4653825 h 4707593"/>
                <a:gd name="connsiteX78" fmla="*/ 2168613 w 5260975"/>
                <a:gd name="connsiteY78" fmla="*/ 4654113 h 4707593"/>
                <a:gd name="connsiteX79" fmla="*/ 2131167 w 5260975"/>
                <a:gd name="connsiteY79" fmla="*/ 4652673 h 4707593"/>
                <a:gd name="connsiteX80" fmla="*/ 2095065 w 5260975"/>
                <a:gd name="connsiteY80" fmla="*/ 4653441 h 4707593"/>
                <a:gd name="connsiteX81" fmla="*/ 2069237 w 5260975"/>
                <a:gd name="connsiteY81" fmla="*/ 4656609 h 4707593"/>
                <a:gd name="connsiteX82" fmla="*/ 2041201 w 5260975"/>
                <a:gd name="connsiteY82" fmla="*/ 4658529 h 4707593"/>
                <a:gd name="connsiteX83" fmla="*/ 1963909 w 5260975"/>
                <a:gd name="connsiteY83" fmla="*/ 4669955 h 4707593"/>
                <a:gd name="connsiteX84" fmla="*/ 1949603 w 5260975"/>
                <a:gd name="connsiteY84" fmla="*/ 4667171 h 4707593"/>
                <a:gd name="connsiteX85" fmla="*/ 1868373 w 5260975"/>
                <a:gd name="connsiteY85" fmla="*/ 4664578 h 4707593"/>
                <a:gd name="connsiteX86" fmla="*/ 1850707 w 5260975"/>
                <a:gd name="connsiteY86" fmla="*/ 4664771 h 4707593"/>
                <a:gd name="connsiteX87" fmla="*/ 1803275 w 5260975"/>
                <a:gd name="connsiteY87" fmla="*/ 4653441 h 4707593"/>
                <a:gd name="connsiteX88" fmla="*/ 1730112 w 5260975"/>
                <a:gd name="connsiteY88" fmla="*/ 4671396 h 4707593"/>
                <a:gd name="connsiteX89" fmla="*/ 1661652 w 5260975"/>
                <a:gd name="connsiteY89" fmla="*/ 4693863 h 4707593"/>
                <a:gd name="connsiteX90" fmla="*/ 1653011 w 5260975"/>
                <a:gd name="connsiteY90" fmla="*/ 4696744 h 4707593"/>
                <a:gd name="connsiteX91" fmla="*/ 1628431 w 5260975"/>
                <a:gd name="connsiteY91" fmla="*/ 4701641 h 4707593"/>
                <a:gd name="connsiteX92" fmla="*/ 1597995 w 5260975"/>
                <a:gd name="connsiteY92" fmla="*/ 4703369 h 4707593"/>
                <a:gd name="connsiteX93" fmla="*/ 1559396 w 5260975"/>
                <a:gd name="connsiteY93" fmla="*/ 4707593 h 4707593"/>
                <a:gd name="connsiteX94" fmla="*/ 1528480 w 5260975"/>
                <a:gd name="connsiteY94" fmla="*/ 4702312 h 4707593"/>
                <a:gd name="connsiteX95" fmla="*/ 1485272 w 5260975"/>
                <a:gd name="connsiteY95" fmla="*/ 4694439 h 4707593"/>
                <a:gd name="connsiteX96" fmla="*/ 1444562 w 5260975"/>
                <a:gd name="connsiteY96" fmla="*/ 4686950 h 4707593"/>
                <a:gd name="connsiteX97" fmla="*/ 1431696 w 5260975"/>
                <a:gd name="connsiteY97" fmla="*/ 4695783 h 4707593"/>
                <a:gd name="connsiteX98" fmla="*/ 1411821 w 5260975"/>
                <a:gd name="connsiteY98" fmla="*/ 4703464 h 4707593"/>
                <a:gd name="connsiteX99" fmla="*/ 1389738 w 5260975"/>
                <a:gd name="connsiteY99" fmla="*/ 4694247 h 4707593"/>
                <a:gd name="connsiteX100" fmla="*/ 1338081 w 5260975"/>
                <a:gd name="connsiteY100" fmla="*/ 4675141 h 4707593"/>
                <a:gd name="connsiteX101" fmla="*/ 1305436 w 5260975"/>
                <a:gd name="connsiteY101" fmla="*/ 4674276 h 4707593"/>
                <a:gd name="connsiteX102" fmla="*/ 1234481 w 5260975"/>
                <a:gd name="connsiteY102" fmla="*/ 4666115 h 4707593"/>
                <a:gd name="connsiteX103" fmla="*/ 1188106 w 5260975"/>
                <a:gd name="connsiteY103" fmla="*/ 4654497 h 4707593"/>
                <a:gd name="connsiteX104" fmla="*/ 1154790 w 5260975"/>
                <a:gd name="connsiteY104" fmla="*/ 4641343 h 4707593"/>
                <a:gd name="connsiteX105" fmla="*/ 1107069 w 5260975"/>
                <a:gd name="connsiteY105" fmla="*/ 4624156 h 4707593"/>
                <a:gd name="connsiteX106" fmla="*/ 1059158 w 5260975"/>
                <a:gd name="connsiteY106" fmla="*/ 4615227 h 4707593"/>
                <a:gd name="connsiteX107" fmla="*/ 1024496 w 5260975"/>
                <a:gd name="connsiteY107" fmla="*/ 4603993 h 4707593"/>
                <a:gd name="connsiteX108" fmla="*/ 982153 w 5260975"/>
                <a:gd name="connsiteY108" fmla="*/ 4596311 h 4707593"/>
                <a:gd name="connsiteX109" fmla="*/ 946628 w 5260975"/>
                <a:gd name="connsiteY109" fmla="*/ 4596024 h 4707593"/>
                <a:gd name="connsiteX110" fmla="*/ 890939 w 5260975"/>
                <a:gd name="connsiteY110" fmla="*/ 4597368 h 4707593"/>
                <a:gd name="connsiteX111" fmla="*/ 822769 w 5260975"/>
                <a:gd name="connsiteY111" fmla="*/ 4574133 h 4707593"/>
                <a:gd name="connsiteX112" fmla="*/ 795212 w 5260975"/>
                <a:gd name="connsiteY112" fmla="*/ 4568947 h 4707593"/>
                <a:gd name="connsiteX113" fmla="*/ 769288 w 5260975"/>
                <a:gd name="connsiteY113" fmla="*/ 4566547 h 4707593"/>
                <a:gd name="connsiteX114" fmla="*/ 714271 w 5260975"/>
                <a:gd name="connsiteY114" fmla="*/ 4551089 h 4707593"/>
                <a:gd name="connsiteX115" fmla="*/ 691900 w 5260975"/>
                <a:gd name="connsiteY115" fmla="*/ 4545999 h 4707593"/>
                <a:gd name="connsiteX116" fmla="*/ 660598 w 5260975"/>
                <a:gd name="connsiteY116" fmla="*/ 4546096 h 4707593"/>
                <a:gd name="connsiteX117" fmla="*/ 603662 w 5260975"/>
                <a:gd name="connsiteY117" fmla="*/ 4538991 h 4707593"/>
                <a:gd name="connsiteX118" fmla="*/ 546821 w 5260975"/>
                <a:gd name="connsiteY118" fmla="*/ 4518251 h 4707593"/>
                <a:gd name="connsiteX119" fmla="*/ 522721 w 5260975"/>
                <a:gd name="connsiteY119" fmla="*/ 4520267 h 4707593"/>
                <a:gd name="connsiteX120" fmla="*/ 514080 w 5260975"/>
                <a:gd name="connsiteY120" fmla="*/ 4519788 h 4707593"/>
                <a:gd name="connsiteX121" fmla="*/ 436404 w 5260975"/>
                <a:gd name="connsiteY121" fmla="*/ 4508361 h 4707593"/>
                <a:gd name="connsiteX122" fmla="*/ 428626 w 5260975"/>
                <a:gd name="connsiteY122" fmla="*/ 4507114 h 4707593"/>
                <a:gd name="connsiteX123" fmla="*/ 392141 w 5260975"/>
                <a:gd name="connsiteY123" fmla="*/ 4496936 h 4707593"/>
                <a:gd name="connsiteX124" fmla="*/ 300157 w 5260975"/>
                <a:gd name="connsiteY124" fmla="*/ 4490599 h 4707593"/>
                <a:gd name="connsiteX125" fmla="*/ 294493 w 5260975"/>
                <a:gd name="connsiteY125" fmla="*/ 4489831 h 4707593"/>
                <a:gd name="connsiteX126" fmla="*/ 263671 w 5260975"/>
                <a:gd name="connsiteY126" fmla="*/ 4494919 h 4707593"/>
                <a:gd name="connsiteX127" fmla="*/ 248406 w 5260975"/>
                <a:gd name="connsiteY127" fmla="*/ 4502121 h 4707593"/>
                <a:gd name="connsiteX128" fmla="*/ 224594 w 5260975"/>
                <a:gd name="connsiteY128" fmla="*/ 4509610 h 4707593"/>
                <a:gd name="connsiteX129" fmla="*/ 200398 w 5260975"/>
                <a:gd name="connsiteY129" fmla="*/ 4512395 h 4707593"/>
                <a:gd name="connsiteX130" fmla="*/ 159783 w 5260975"/>
                <a:gd name="connsiteY130" fmla="*/ 4501064 h 4707593"/>
                <a:gd name="connsiteX131" fmla="*/ 144997 w 5260975"/>
                <a:gd name="connsiteY131" fmla="*/ 4499912 h 4707593"/>
                <a:gd name="connsiteX132" fmla="*/ 112064 w 5260975"/>
                <a:gd name="connsiteY132" fmla="*/ 4494440 h 4707593"/>
                <a:gd name="connsiteX133" fmla="*/ 83259 w 5260975"/>
                <a:gd name="connsiteY133" fmla="*/ 4494824 h 4707593"/>
                <a:gd name="connsiteX134" fmla="*/ 60120 w 5260975"/>
                <a:gd name="connsiteY134" fmla="*/ 4503561 h 4707593"/>
                <a:gd name="connsiteX135" fmla="*/ 26514 w 5260975"/>
                <a:gd name="connsiteY135" fmla="*/ 4505289 h 4707593"/>
                <a:gd name="connsiteX136" fmla="*/ 4814 w 5260975"/>
                <a:gd name="connsiteY136" fmla="*/ 4498952 h 4707593"/>
                <a:gd name="connsiteX137" fmla="*/ 398 w 5260975"/>
                <a:gd name="connsiteY137" fmla="*/ 4498089 h 4707593"/>
                <a:gd name="connsiteX138" fmla="*/ 0 w 5260975"/>
                <a:gd name="connsiteY138" fmla="*/ 4498087 h 470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260975" h="4707593">
                  <a:moveTo>
                    <a:pt x="0" y="0"/>
                  </a:moveTo>
                  <a:lnTo>
                    <a:pt x="5260975" y="0"/>
                  </a:lnTo>
                  <a:lnTo>
                    <a:pt x="5260975" y="3296937"/>
                  </a:lnTo>
                  <a:lnTo>
                    <a:pt x="5260975" y="3518571"/>
                  </a:lnTo>
                  <a:lnTo>
                    <a:pt x="5226504" y="3534000"/>
                  </a:lnTo>
                  <a:cubicBezTo>
                    <a:pt x="5219783" y="3536785"/>
                    <a:pt x="5212389" y="3538321"/>
                    <a:pt x="5206341" y="3542065"/>
                  </a:cubicBezTo>
                  <a:cubicBezTo>
                    <a:pt x="5178495" y="3559156"/>
                    <a:pt x="5151515" y="3577591"/>
                    <a:pt x="5123287" y="3594010"/>
                  </a:cubicBezTo>
                  <a:cubicBezTo>
                    <a:pt x="5094195" y="3611004"/>
                    <a:pt x="5068175" y="3631071"/>
                    <a:pt x="5048107" y="3658244"/>
                  </a:cubicBezTo>
                  <a:cubicBezTo>
                    <a:pt x="5029480" y="3683496"/>
                    <a:pt x="5011429" y="3709131"/>
                    <a:pt x="4992899" y="3734479"/>
                  </a:cubicBezTo>
                  <a:cubicBezTo>
                    <a:pt x="4988194" y="3740912"/>
                    <a:pt x="4983874" y="3748498"/>
                    <a:pt x="4977440" y="3752627"/>
                  </a:cubicBezTo>
                  <a:cubicBezTo>
                    <a:pt x="4964094" y="3761268"/>
                    <a:pt x="4949500" y="3768277"/>
                    <a:pt x="4935194" y="3775382"/>
                  </a:cubicBezTo>
                  <a:cubicBezTo>
                    <a:pt x="4922903" y="3781431"/>
                    <a:pt x="4909846" y="3785943"/>
                    <a:pt x="4897844" y="3792472"/>
                  </a:cubicBezTo>
                  <a:cubicBezTo>
                    <a:pt x="4888243" y="3797658"/>
                    <a:pt x="4879697" y="3804859"/>
                    <a:pt x="4870767" y="3811388"/>
                  </a:cubicBezTo>
                  <a:cubicBezTo>
                    <a:pt x="4862990" y="3817052"/>
                    <a:pt x="4854445" y="3821949"/>
                    <a:pt x="4847917" y="3828767"/>
                  </a:cubicBezTo>
                  <a:cubicBezTo>
                    <a:pt x="4831977" y="3845281"/>
                    <a:pt x="4815942" y="3861508"/>
                    <a:pt x="4796163" y="3873702"/>
                  </a:cubicBezTo>
                  <a:cubicBezTo>
                    <a:pt x="4776672" y="3885799"/>
                    <a:pt x="4758237" y="3899338"/>
                    <a:pt x="4738843" y="3911628"/>
                  </a:cubicBezTo>
                  <a:cubicBezTo>
                    <a:pt x="4719831" y="3923630"/>
                    <a:pt x="4702645" y="3936783"/>
                    <a:pt x="4692755" y="3958099"/>
                  </a:cubicBezTo>
                  <a:cubicBezTo>
                    <a:pt x="4688339" y="3967508"/>
                    <a:pt x="4682097" y="3977782"/>
                    <a:pt x="4673744" y="3983255"/>
                  </a:cubicBezTo>
                  <a:cubicBezTo>
                    <a:pt x="4661838" y="3991032"/>
                    <a:pt x="4646764" y="3993817"/>
                    <a:pt x="4633801" y="4000442"/>
                  </a:cubicBezTo>
                  <a:cubicBezTo>
                    <a:pt x="4618535" y="4008219"/>
                    <a:pt x="4600869" y="4014940"/>
                    <a:pt x="4590499" y="4027326"/>
                  </a:cubicBezTo>
                  <a:cubicBezTo>
                    <a:pt x="4581281" y="4038368"/>
                    <a:pt x="4571968" y="4047009"/>
                    <a:pt x="4559773" y="4054018"/>
                  </a:cubicBezTo>
                  <a:cubicBezTo>
                    <a:pt x="4551229" y="4058915"/>
                    <a:pt x="4544892" y="4067844"/>
                    <a:pt x="4536059" y="4071877"/>
                  </a:cubicBezTo>
                  <a:cubicBezTo>
                    <a:pt x="4524442" y="4077254"/>
                    <a:pt x="4512727" y="4081479"/>
                    <a:pt x="4502550" y="4089832"/>
                  </a:cubicBezTo>
                  <a:cubicBezTo>
                    <a:pt x="4491987" y="4098473"/>
                    <a:pt x="4479986" y="4105290"/>
                    <a:pt x="4468944" y="4113356"/>
                  </a:cubicBezTo>
                  <a:cubicBezTo>
                    <a:pt x="4463087" y="4117676"/>
                    <a:pt x="4458286" y="4123341"/>
                    <a:pt x="4452623" y="4127854"/>
                  </a:cubicBezTo>
                  <a:cubicBezTo>
                    <a:pt x="4442252" y="4136111"/>
                    <a:pt x="4431690" y="4144176"/>
                    <a:pt x="4421032" y="4151953"/>
                  </a:cubicBezTo>
                  <a:cubicBezTo>
                    <a:pt x="4410375" y="4159731"/>
                    <a:pt x="4400197" y="4168756"/>
                    <a:pt x="4388483" y="4174421"/>
                  </a:cubicBezTo>
                  <a:cubicBezTo>
                    <a:pt x="4368513" y="4184023"/>
                    <a:pt x="4346717" y="4189784"/>
                    <a:pt x="4327321" y="4200153"/>
                  </a:cubicBezTo>
                  <a:cubicBezTo>
                    <a:pt x="4307639" y="4210714"/>
                    <a:pt x="4289107" y="4223965"/>
                    <a:pt x="4271633" y="4237983"/>
                  </a:cubicBezTo>
                  <a:cubicBezTo>
                    <a:pt x="4257807" y="4249025"/>
                    <a:pt x="4244845" y="4259971"/>
                    <a:pt x="4227465" y="4265635"/>
                  </a:cubicBezTo>
                  <a:cubicBezTo>
                    <a:pt x="4217768" y="4268804"/>
                    <a:pt x="4207591" y="4275717"/>
                    <a:pt x="4201733" y="4283783"/>
                  </a:cubicBezTo>
                  <a:cubicBezTo>
                    <a:pt x="4189059" y="4301353"/>
                    <a:pt x="4172833" y="4313739"/>
                    <a:pt x="4154494" y="4324301"/>
                  </a:cubicBezTo>
                  <a:cubicBezTo>
                    <a:pt x="4130010" y="4338511"/>
                    <a:pt x="4105814" y="4353009"/>
                    <a:pt x="4081234" y="4366931"/>
                  </a:cubicBezTo>
                  <a:cubicBezTo>
                    <a:pt x="4066737" y="4375189"/>
                    <a:pt x="4052335" y="4383926"/>
                    <a:pt x="4036971" y="4389975"/>
                  </a:cubicBezTo>
                  <a:cubicBezTo>
                    <a:pt x="4005575" y="4402457"/>
                    <a:pt x="3973410" y="4413114"/>
                    <a:pt x="3941725" y="4424733"/>
                  </a:cubicBezTo>
                  <a:cubicBezTo>
                    <a:pt x="3931355" y="4428477"/>
                    <a:pt x="3921561" y="4433854"/>
                    <a:pt x="3910999" y="4437119"/>
                  </a:cubicBezTo>
                  <a:cubicBezTo>
                    <a:pt x="3899573" y="4440671"/>
                    <a:pt x="3887285" y="4441727"/>
                    <a:pt x="3875859" y="4445280"/>
                  </a:cubicBezTo>
                  <a:cubicBezTo>
                    <a:pt x="3856847" y="4451136"/>
                    <a:pt x="3838412" y="4458626"/>
                    <a:pt x="3819401" y="4464579"/>
                  </a:cubicBezTo>
                  <a:cubicBezTo>
                    <a:pt x="3782723" y="4476005"/>
                    <a:pt x="3745949" y="4486951"/>
                    <a:pt x="3709176" y="4497800"/>
                  </a:cubicBezTo>
                  <a:cubicBezTo>
                    <a:pt x="3701303" y="4500105"/>
                    <a:pt x="3692757" y="4500393"/>
                    <a:pt x="3684981" y="4502889"/>
                  </a:cubicBezTo>
                  <a:cubicBezTo>
                    <a:pt x="3664337" y="4509610"/>
                    <a:pt x="3643789" y="4516907"/>
                    <a:pt x="3623338" y="4524300"/>
                  </a:cubicBezTo>
                  <a:cubicBezTo>
                    <a:pt x="3610953" y="4528813"/>
                    <a:pt x="3598854" y="4534382"/>
                    <a:pt x="3586373" y="4538702"/>
                  </a:cubicBezTo>
                  <a:cubicBezTo>
                    <a:pt x="3576387" y="4542159"/>
                    <a:pt x="3566113" y="4544847"/>
                    <a:pt x="3555743" y="4546960"/>
                  </a:cubicBezTo>
                  <a:cubicBezTo>
                    <a:pt x="3546814" y="4548785"/>
                    <a:pt x="3537501" y="4548592"/>
                    <a:pt x="3528667" y="4550801"/>
                  </a:cubicBezTo>
                  <a:cubicBezTo>
                    <a:pt x="3504759" y="4556753"/>
                    <a:pt x="3481140" y="4563475"/>
                    <a:pt x="3457424" y="4569811"/>
                  </a:cubicBezTo>
                  <a:cubicBezTo>
                    <a:pt x="3447919" y="4572308"/>
                    <a:pt x="3438221" y="4574133"/>
                    <a:pt x="3429003" y="4577301"/>
                  </a:cubicBezTo>
                  <a:cubicBezTo>
                    <a:pt x="3404327" y="4585654"/>
                    <a:pt x="3380036" y="4595159"/>
                    <a:pt x="3355264" y="4603033"/>
                  </a:cubicBezTo>
                  <a:cubicBezTo>
                    <a:pt x="3334717" y="4609562"/>
                    <a:pt x="3313593" y="4614266"/>
                    <a:pt x="3292757" y="4620027"/>
                  </a:cubicBezTo>
                  <a:cubicBezTo>
                    <a:pt x="3283924" y="4622524"/>
                    <a:pt x="3275475" y="4626077"/>
                    <a:pt x="3266643" y="4628188"/>
                  </a:cubicBezTo>
                  <a:cubicBezTo>
                    <a:pt x="3246863" y="4632990"/>
                    <a:pt x="3226796" y="4637022"/>
                    <a:pt x="3206921" y="4641823"/>
                  </a:cubicBezTo>
                  <a:cubicBezTo>
                    <a:pt x="3195590" y="4644607"/>
                    <a:pt x="3184645" y="4649600"/>
                    <a:pt x="3173123" y="4651425"/>
                  </a:cubicBezTo>
                  <a:cubicBezTo>
                    <a:pt x="3145759" y="4655745"/>
                    <a:pt x="3118203" y="4658817"/>
                    <a:pt x="3090646" y="4662274"/>
                  </a:cubicBezTo>
                  <a:cubicBezTo>
                    <a:pt x="3062227" y="4665826"/>
                    <a:pt x="3033902" y="4669571"/>
                    <a:pt x="3005480" y="4672739"/>
                  </a:cubicBezTo>
                  <a:cubicBezTo>
                    <a:pt x="2989926" y="4674372"/>
                    <a:pt x="2974275" y="4674660"/>
                    <a:pt x="2958721" y="4676196"/>
                  </a:cubicBezTo>
                  <a:cubicBezTo>
                    <a:pt x="2945087" y="4677541"/>
                    <a:pt x="2931549" y="4680037"/>
                    <a:pt x="2917915" y="4681670"/>
                  </a:cubicBezTo>
                  <a:cubicBezTo>
                    <a:pt x="2906105" y="4683013"/>
                    <a:pt x="2894199" y="4683781"/>
                    <a:pt x="2882389" y="4685126"/>
                  </a:cubicBezTo>
                  <a:cubicBezTo>
                    <a:pt x="2863475" y="4687334"/>
                    <a:pt x="2844655" y="4689831"/>
                    <a:pt x="2825837" y="4692135"/>
                  </a:cubicBezTo>
                  <a:cubicBezTo>
                    <a:pt x="2817964" y="4692999"/>
                    <a:pt x="2809706" y="4695399"/>
                    <a:pt x="2802313" y="4693960"/>
                  </a:cubicBezTo>
                  <a:cubicBezTo>
                    <a:pt x="2783686" y="4690310"/>
                    <a:pt x="2765347" y="4691367"/>
                    <a:pt x="2746816" y="4693863"/>
                  </a:cubicBezTo>
                  <a:cubicBezTo>
                    <a:pt x="2740479" y="4694728"/>
                    <a:pt x="2733662" y="4694535"/>
                    <a:pt x="2727517" y="4692903"/>
                  </a:cubicBezTo>
                  <a:cubicBezTo>
                    <a:pt x="2714939" y="4689638"/>
                    <a:pt x="2702745" y="4685029"/>
                    <a:pt x="2690359" y="4680997"/>
                  </a:cubicBezTo>
                  <a:cubicBezTo>
                    <a:pt x="2689014" y="4680517"/>
                    <a:pt x="2687382" y="4680421"/>
                    <a:pt x="2685943" y="4680133"/>
                  </a:cubicBezTo>
                  <a:cubicBezTo>
                    <a:pt x="2677781" y="4678500"/>
                    <a:pt x="2669717" y="4676868"/>
                    <a:pt x="2661554" y="4675428"/>
                  </a:cubicBezTo>
                  <a:cubicBezTo>
                    <a:pt x="2657138" y="4674660"/>
                    <a:pt x="2652625" y="4674564"/>
                    <a:pt x="2648208" y="4673892"/>
                  </a:cubicBezTo>
                  <a:cubicBezTo>
                    <a:pt x="2631118" y="4671203"/>
                    <a:pt x="2612299" y="4675716"/>
                    <a:pt x="2597512" y="4664099"/>
                  </a:cubicBezTo>
                  <a:cubicBezTo>
                    <a:pt x="2587911" y="4656609"/>
                    <a:pt x="2578597" y="4658338"/>
                    <a:pt x="2568324" y="4659490"/>
                  </a:cubicBezTo>
                  <a:cubicBezTo>
                    <a:pt x="2560547" y="4660354"/>
                    <a:pt x="2552577" y="4660065"/>
                    <a:pt x="2544704" y="4660162"/>
                  </a:cubicBezTo>
                  <a:cubicBezTo>
                    <a:pt x="2530878" y="4660449"/>
                    <a:pt x="2517052" y="4660546"/>
                    <a:pt x="2503225" y="4661026"/>
                  </a:cubicBezTo>
                  <a:cubicBezTo>
                    <a:pt x="2498808" y="4661218"/>
                    <a:pt x="2494297" y="4663619"/>
                    <a:pt x="2489975" y="4663235"/>
                  </a:cubicBezTo>
                  <a:cubicBezTo>
                    <a:pt x="2470004" y="4661410"/>
                    <a:pt x="2450033" y="4658529"/>
                    <a:pt x="2430061" y="4656897"/>
                  </a:cubicBezTo>
                  <a:cubicBezTo>
                    <a:pt x="2418732" y="4655938"/>
                    <a:pt x="2407114" y="4657761"/>
                    <a:pt x="2395880" y="4656417"/>
                  </a:cubicBezTo>
                  <a:cubicBezTo>
                    <a:pt x="2382919" y="4654881"/>
                    <a:pt x="2370245" y="4650945"/>
                    <a:pt x="2357378" y="4648544"/>
                  </a:cubicBezTo>
                  <a:cubicBezTo>
                    <a:pt x="2353826" y="4647872"/>
                    <a:pt x="2349889" y="4648736"/>
                    <a:pt x="2346145" y="4648928"/>
                  </a:cubicBezTo>
                  <a:cubicBezTo>
                    <a:pt x="2341920" y="4649120"/>
                    <a:pt x="2337791" y="4649504"/>
                    <a:pt x="2333567" y="4649600"/>
                  </a:cubicBezTo>
                  <a:cubicBezTo>
                    <a:pt x="2320700" y="4649793"/>
                    <a:pt x="2307835" y="4649504"/>
                    <a:pt x="2294968" y="4650177"/>
                  </a:cubicBezTo>
                  <a:cubicBezTo>
                    <a:pt x="2287095" y="4650561"/>
                    <a:pt x="2278839" y="4654497"/>
                    <a:pt x="2271540" y="4653057"/>
                  </a:cubicBezTo>
                  <a:cubicBezTo>
                    <a:pt x="2256659" y="4650272"/>
                    <a:pt x="2241776" y="4656513"/>
                    <a:pt x="2226895" y="4651329"/>
                  </a:cubicBezTo>
                  <a:cubicBezTo>
                    <a:pt x="2222285" y="4649793"/>
                    <a:pt x="2215948" y="4653633"/>
                    <a:pt x="2210379" y="4653825"/>
                  </a:cubicBezTo>
                  <a:cubicBezTo>
                    <a:pt x="2196457" y="4654305"/>
                    <a:pt x="2182535" y="4654209"/>
                    <a:pt x="2168613" y="4654113"/>
                  </a:cubicBezTo>
                  <a:cubicBezTo>
                    <a:pt x="2156131" y="4654017"/>
                    <a:pt x="2143168" y="4655361"/>
                    <a:pt x="2131167" y="4652673"/>
                  </a:cubicBezTo>
                  <a:cubicBezTo>
                    <a:pt x="2118588" y="4649793"/>
                    <a:pt x="2107259" y="4650177"/>
                    <a:pt x="2095065" y="4653441"/>
                  </a:cubicBezTo>
                  <a:cubicBezTo>
                    <a:pt x="2086711" y="4655649"/>
                    <a:pt x="2077878" y="4655938"/>
                    <a:pt x="2069237" y="4656609"/>
                  </a:cubicBezTo>
                  <a:cubicBezTo>
                    <a:pt x="2059924" y="4657377"/>
                    <a:pt x="2049650" y="4655361"/>
                    <a:pt x="2041201" y="4658529"/>
                  </a:cubicBezTo>
                  <a:cubicBezTo>
                    <a:pt x="2016044" y="4667939"/>
                    <a:pt x="1990216" y="4669955"/>
                    <a:pt x="1963909" y="4669955"/>
                  </a:cubicBezTo>
                  <a:cubicBezTo>
                    <a:pt x="1959107" y="4669955"/>
                    <a:pt x="1954210" y="4668612"/>
                    <a:pt x="1949603" y="4667171"/>
                  </a:cubicBezTo>
                  <a:cubicBezTo>
                    <a:pt x="1922717" y="4658529"/>
                    <a:pt x="1895737" y="4659297"/>
                    <a:pt x="1868373" y="4664578"/>
                  </a:cubicBezTo>
                  <a:cubicBezTo>
                    <a:pt x="1862708" y="4665731"/>
                    <a:pt x="1856372" y="4665923"/>
                    <a:pt x="1850707" y="4664771"/>
                  </a:cubicBezTo>
                  <a:cubicBezTo>
                    <a:pt x="1834768" y="4661410"/>
                    <a:pt x="1819309" y="4655841"/>
                    <a:pt x="1803275" y="4653441"/>
                  </a:cubicBezTo>
                  <a:cubicBezTo>
                    <a:pt x="1776775" y="4649504"/>
                    <a:pt x="1753828" y="4662754"/>
                    <a:pt x="1730112" y="4671396"/>
                  </a:cubicBezTo>
                  <a:cubicBezTo>
                    <a:pt x="1707548" y="4679557"/>
                    <a:pt x="1688345" y="4697992"/>
                    <a:pt x="1661652" y="4693863"/>
                  </a:cubicBezTo>
                  <a:cubicBezTo>
                    <a:pt x="1658965" y="4693479"/>
                    <a:pt x="1655988" y="4696071"/>
                    <a:pt x="1653011" y="4696744"/>
                  </a:cubicBezTo>
                  <a:cubicBezTo>
                    <a:pt x="1644850" y="4698568"/>
                    <a:pt x="1636689" y="4700776"/>
                    <a:pt x="1628431" y="4701641"/>
                  </a:cubicBezTo>
                  <a:cubicBezTo>
                    <a:pt x="1618350" y="4702793"/>
                    <a:pt x="1608076" y="4702409"/>
                    <a:pt x="1597995" y="4703369"/>
                  </a:cubicBezTo>
                  <a:cubicBezTo>
                    <a:pt x="1585032" y="4704521"/>
                    <a:pt x="1572263" y="4707593"/>
                    <a:pt x="1559396" y="4707593"/>
                  </a:cubicBezTo>
                  <a:cubicBezTo>
                    <a:pt x="1549026" y="4707593"/>
                    <a:pt x="1538753" y="4704041"/>
                    <a:pt x="1528480" y="4702312"/>
                  </a:cubicBezTo>
                  <a:cubicBezTo>
                    <a:pt x="1513981" y="4699912"/>
                    <a:pt x="1498042" y="4700584"/>
                    <a:pt x="1485272" y="4694439"/>
                  </a:cubicBezTo>
                  <a:cubicBezTo>
                    <a:pt x="1471639" y="4687910"/>
                    <a:pt x="1458676" y="4684934"/>
                    <a:pt x="1444562" y="4686950"/>
                  </a:cubicBezTo>
                  <a:cubicBezTo>
                    <a:pt x="1439857" y="4687622"/>
                    <a:pt x="1433808" y="4691655"/>
                    <a:pt x="1431696" y="4695783"/>
                  </a:cubicBezTo>
                  <a:cubicBezTo>
                    <a:pt x="1426991" y="4705001"/>
                    <a:pt x="1420559" y="4706634"/>
                    <a:pt x="1411821" y="4703464"/>
                  </a:cubicBezTo>
                  <a:cubicBezTo>
                    <a:pt x="1404236" y="4700776"/>
                    <a:pt x="1394922" y="4699432"/>
                    <a:pt x="1389738" y="4694247"/>
                  </a:cubicBezTo>
                  <a:cubicBezTo>
                    <a:pt x="1375047" y="4679557"/>
                    <a:pt x="1356324" y="4679077"/>
                    <a:pt x="1338081" y="4675141"/>
                  </a:cubicBezTo>
                  <a:cubicBezTo>
                    <a:pt x="1326945" y="4672739"/>
                    <a:pt x="1316574" y="4672644"/>
                    <a:pt x="1305436" y="4674276"/>
                  </a:cubicBezTo>
                  <a:cubicBezTo>
                    <a:pt x="1281241" y="4677925"/>
                    <a:pt x="1257717" y="4672739"/>
                    <a:pt x="1234481" y="4666115"/>
                  </a:cubicBezTo>
                  <a:cubicBezTo>
                    <a:pt x="1219118" y="4661698"/>
                    <a:pt x="1203372" y="4659010"/>
                    <a:pt x="1188106" y="4654497"/>
                  </a:cubicBezTo>
                  <a:cubicBezTo>
                    <a:pt x="1176680" y="4651041"/>
                    <a:pt x="1165255" y="4646912"/>
                    <a:pt x="1154790" y="4641343"/>
                  </a:cubicBezTo>
                  <a:cubicBezTo>
                    <a:pt x="1139618" y="4633181"/>
                    <a:pt x="1126369" y="4620891"/>
                    <a:pt x="1107069" y="4624156"/>
                  </a:cubicBezTo>
                  <a:cubicBezTo>
                    <a:pt x="1090074" y="4627036"/>
                    <a:pt x="1074713" y="4620988"/>
                    <a:pt x="1059158" y="4615227"/>
                  </a:cubicBezTo>
                  <a:cubicBezTo>
                    <a:pt x="1047732" y="4611002"/>
                    <a:pt x="1036308" y="4606681"/>
                    <a:pt x="1024496" y="4603993"/>
                  </a:cubicBezTo>
                  <a:cubicBezTo>
                    <a:pt x="1010478" y="4600824"/>
                    <a:pt x="994635" y="4602169"/>
                    <a:pt x="982153" y="4596311"/>
                  </a:cubicBezTo>
                  <a:cubicBezTo>
                    <a:pt x="969095" y="4590166"/>
                    <a:pt x="958246" y="4594295"/>
                    <a:pt x="946628" y="4596024"/>
                  </a:cubicBezTo>
                  <a:cubicBezTo>
                    <a:pt x="928097" y="4598712"/>
                    <a:pt x="909661" y="4603705"/>
                    <a:pt x="890939" y="4597368"/>
                  </a:cubicBezTo>
                  <a:cubicBezTo>
                    <a:pt x="868184" y="4589687"/>
                    <a:pt x="845620" y="4581430"/>
                    <a:pt x="822769" y="4574133"/>
                  </a:cubicBezTo>
                  <a:cubicBezTo>
                    <a:pt x="813934" y="4571347"/>
                    <a:pt x="804431" y="4570195"/>
                    <a:pt x="795212" y="4568947"/>
                  </a:cubicBezTo>
                  <a:cubicBezTo>
                    <a:pt x="786476" y="4567891"/>
                    <a:pt x="776010" y="4570579"/>
                    <a:pt x="769288" y="4566547"/>
                  </a:cubicBezTo>
                  <a:cubicBezTo>
                    <a:pt x="752005" y="4556178"/>
                    <a:pt x="734243" y="4551089"/>
                    <a:pt x="714271" y="4551089"/>
                  </a:cubicBezTo>
                  <a:cubicBezTo>
                    <a:pt x="706781" y="4551089"/>
                    <a:pt x="699484" y="4546768"/>
                    <a:pt x="691900" y="4545999"/>
                  </a:cubicBezTo>
                  <a:cubicBezTo>
                    <a:pt x="681529" y="4545040"/>
                    <a:pt x="669623" y="4542447"/>
                    <a:pt x="660598" y="4546096"/>
                  </a:cubicBezTo>
                  <a:cubicBezTo>
                    <a:pt x="639379" y="4554737"/>
                    <a:pt x="622193" y="4547536"/>
                    <a:pt x="603662" y="4538991"/>
                  </a:cubicBezTo>
                  <a:cubicBezTo>
                    <a:pt x="585418" y="4530541"/>
                    <a:pt x="566215" y="4523821"/>
                    <a:pt x="546821" y="4518251"/>
                  </a:cubicBezTo>
                  <a:cubicBezTo>
                    <a:pt x="539524" y="4516235"/>
                    <a:pt x="530787" y="4519596"/>
                    <a:pt x="522721" y="4520267"/>
                  </a:cubicBezTo>
                  <a:cubicBezTo>
                    <a:pt x="519840" y="4520460"/>
                    <a:pt x="516671" y="4520748"/>
                    <a:pt x="514080" y="4519788"/>
                  </a:cubicBezTo>
                  <a:cubicBezTo>
                    <a:pt x="489020" y="4510570"/>
                    <a:pt x="463575" y="4503561"/>
                    <a:pt x="436404" y="4508361"/>
                  </a:cubicBezTo>
                  <a:cubicBezTo>
                    <a:pt x="433908" y="4508842"/>
                    <a:pt x="431123" y="4507786"/>
                    <a:pt x="428626" y="4507114"/>
                  </a:cubicBezTo>
                  <a:cubicBezTo>
                    <a:pt x="416432" y="4503657"/>
                    <a:pt x="404526" y="4498184"/>
                    <a:pt x="392141" y="4496936"/>
                  </a:cubicBezTo>
                  <a:cubicBezTo>
                    <a:pt x="361608" y="4493864"/>
                    <a:pt x="330884" y="4492615"/>
                    <a:pt x="300157" y="4490599"/>
                  </a:cubicBezTo>
                  <a:cubicBezTo>
                    <a:pt x="298237" y="4490503"/>
                    <a:pt x="296221" y="4490503"/>
                    <a:pt x="294493" y="4489831"/>
                  </a:cubicBezTo>
                  <a:cubicBezTo>
                    <a:pt x="283163" y="4485702"/>
                    <a:pt x="273274" y="4487047"/>
                    <a:pt x="263671" y="4494919"/>
                  </a:cubicBezTo>
                  <a:cubicBezTo>
                    <a:pt x="259447" y="4498376"/>
                    <a:pt x="253686" y="4500200"/>
                    <a:pt x="248406" y="4502121"/>
                  </a:cubicBezTo>
                  <a:cubicBezTo>
                    <a:pt x="240628" y="4505002"/>
                    <a:pt x="232659" y="4507786"/>
                    <a:pt x="224594" y="4509610"/>
                  </a:cubicBezTo>
                  <a:cubicBezTo>
                    <a:pt x="216624" y="4511338"/>
                    <a:pt x="208079" y="4513738"/>
                    <a:pt x="200398" y="4512395"/>
                  </a:cubicBezTo>
                  <a:cubicBezTo>
                    <a:pt x="186572" y="4509994"/>
                    <a:pt x="173417" y="4504618"/>
                    <a:pt x="159783" y="4501064"/>
                  </a:cubicBezTo>
                  <a:cubicBezTo>
                    <a:pt x="155079" y="4499816"/>
                    <a:pt x="149893" y="4500009"/>
                    <a:pt x="144997" y="4499912"/>
                  </a:cubicBezTo>
                  <a:cubicBezTo>
                    <a:pt x="133763" y="4499625"/>
                    <a:pt x="122241" y="4502409"/>
                    <a:pt x="112064" y="4494440"/>
                  </a:cubicBezTo>
                  <a:cubicBezTo>
                    <a:pt x="102655" y="4486951"/>
                    <a:pt x="93148" y="4489158"/>
                    <a:pt x="83259" y="4494824"/>
                  </a:cubicBezTo>
                  <a:cubicBezTo>
                    <a:pt x="76154" y="4498857"/>
                    <a:pt x="68090" y="4502025"/>
                    <a:pt x="60120" y="4503561"/>
                  </a:cubicBezTo>
                  <a:cubicBezTo>
                    <a:pt x="49174" y="4505673"/>
                    <a:pt x="38324" y="4506538"/>
                    <a:pt x="26514" y="4505289"/>
                  </a:cubicBezTo>
                  <a:cubicBezTo>
                    <a:pt x="18161" y="4504425"/>
                    <a:pt x="11343" y="4504041"/>
                    <a:pt x="4814" y="4498952"/>
                  </a:cubicBezTo>
                  <a:cubicBezTo>
                    <a:pt x="3759" y="4498184"/>
                    <a:pt x="1839" y="4497992"/>
                    <a:pt x="398" y="4498089"/>
                  </a:cubicBezTo>
                  <a:lnTo>
                    <a:pt x="0" y="4498087"/>
                  </a:lnTo>
                  <a:close/>
                </a:path>
              </a:pathLst>
            </a:custGeom>
            <a:solidFill>
              <a:schemeClr val="bg1">
                <a:alpha val="86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alpha val="14000"/>
                  </a:schemeClr>
                </a:solidFill>
              </a:endParaRPr>
            </a:p>
          </p:txBody>
        </p:sp>
      </p:grpSp>
      <p:sp>
        <p:nvSpPr>
          <p:cNvPr id="2" name="Title 1">
            <a:extLst>
              <a:ext uri="{FF2B5EF4-FFF2-40B4-BE49-F238E27FC236}">
                <a16:creationId xmlns:a16="http://schemas.microsoft.com/office/drawing/2014/main" id="{6A18819B-C2E2-DFF3-E573-A6325D28DDA9}"/>
              </a:ext>
            </a:extLst>
          </p:cNvPr>
          <p:cNvSpPr>
            <a:spLocks noGrp="1"/>
          </p:cNvSpPr>
          <p:nvPr>
            <p:ph type="title"/>
          </p:nvPr>
        </p:nvSpPr>
        <p:spPr>
          <a:xfrm>
            <a:off x="1268127" y="2023558"/>
            <a:ext cx="3521265" cy="2491292"/>
          </a:xfrm>
        </p:spPr>
        <p:txBody>
          <a:bodyPr anchor="t">
            <a:normAutofit/>
          </a:bodyPr>
          <a:lstStyle/>
          <a:p>
            <a:r>
              <a:rPr lang="en-US" sz="4000"/>
              <a:t>Workshop Prerequisites</a:t>
            </a:r>
          </a:p>
        </p:txBody>
      </p:sp>
      <p:sp>
        <p:nvSpPr>
          <p:cNvPr id="14" name="Freeform: Shape 13">
            <a:extLst>
              <a:ext uri="{FF2B5EF4-FFF2-40B4-BE49-F238E27FC236}">
                <a16:creationId xmlns:a16="http://schemas.microsoft.com/office/drawing/2014/main" id="{30B5ED20-499B-41E7-95BE-8BBD313145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088" y="4258080"/>
            <a:ext cx="4403345" cy="1180695"/>
          </a:xfrm>
          <a:custGeom>
            <a:avLst/>
            <a:gdLst>
              <a:gd name="connsiteX0" fmla="*/ 5260975 w 5260975"/>
              <a:gd name="connsiteY0" fmla="*/ 0 h 1410656"/>
              <a:gd name="connsiteX1" fmla="*/ 5260975 w 5260975"/>
              <a:gd name="connsiteY1" fmla="*/ 221634 h 1410656"/>
              <a:gd name="connsiteX2" fmla="*/ 5226503 w 5260975"/>
              <a:gd name="connsiteY2" fmla="*/ 237063 h 1410656"/>
              <a:gd name="connsiteX3" fmla="*/ 5206341 w 5260975"/>
              <a:gd name="connsiteY3" fmla="*/ 245128 h 1410656"/>
              <a:gd name="connsiteX4" fmla="*/ 5123287 w 5260975"/>
              <a:gd name="connsiteY4" fmla="*/ 297073 h 1410656"/>
              <a:gd name="connsiteX5" fmla="*/ 5048107 w 5260975"/>
              <a:gd name="connsiteY5" fmla="*/ 361307 h 1410656"/>
              <a:gd name="connsiteX6" fmla="*/ 4992899 w 5260975"/>
              <a:gd name="connsiteY6" fmla="*/ 437542 h 1410656"/>
              <a:gd name="connsiteX7" fmla="*/ 4977440 w 5260975"/>
              <a:gd name="connsiteY7" fmla="*/ 455690 h 1410656"/>
              <a:gd name="connsiteX8" fmla="*/ 4935193 w 5260975"/>
              <a:gd name="connsiteY8" fmla="*/ 478445 h 1410656"/>
              <a:gd name="connsiteX9" fmla="*/ 4897844 w 5260975"/>
              <a:gd name="connsiteY9" fmla="*/ 495535 h 1410656"/>
              <a:gd name="connsiteX10" fmla="*/ 4870767 w 5260975"/>
              <a:gd name="connsiteY10" fmla="*/ 514451 h 1410656"/>
              <a:gd name="connsiteX11" fmla="*/ 4847916 w 5260975"/>
              <a:gd name="connsiteY11" fmla="*/ 531830 h 1410656"/>
              <a:gd name="connsiteX12" fmla="*/ 4796163 w 5260975"/>
              <a:gd name="connsiteY12" fmla="*/ 576765 h 1410656"/>
              <a:gd name="connsiteX13" fmla="*/ 4738843 w 5260975"/>
              <a:gd name="connsiteY13" fmla="*/ 614691 h 1410656"/>
              <a:gd name="connsiteX14" fmla="*/ 4692755 w 5260975"/>
              <a:gd name="connsiteY14" fmla="*/ 661162 h 1410656"/>
              <a:gd name="connsiteX15" fmla="*/ 4673744 w 5260975"/>
              <a:gd name="connsiteY15" fmla="*/ 686318 h 1410656"/>
              <a:gd name="connsiteX16" fmla="*/ 4633801 w 5260975"/>
              <a:gd name="connsiteY16" fmla="*/ 703505 h 1410656"/>
              <a:gd name="connsiteX17" fmla="*/ 4590499 w 5260975"/>
              <a:gd name="connsiteY17" fmla="*/ 730389 h 1410656"/>
              <a:gd name="connsiteX18" fmla="*/ 4559773 w 5260975"/>
              <a:gd name="connsiteY18" fmla="*/ 757081 h 1410656"/>
              <a:gd name="connsiteX19" fmla="*/ 4536059 w 5260975"/>
              <a:gd name="connsiteY19" fmla="*/ 774940 h 1410656"/>
              <a:gd name="connsiteX20" fmla="*/ 4502549 w 5260975"/>
              <a:gd name="connsiteY20" fmla="*/ 792895 h 1410656"/>
              <a:gd name="connsiteX21" fmla="*/ 4468944 w 5260975"/>
              <a:gd name="connsiteY21" fmla="*/ 816419 h 1410656"/>
              <a:gd name="connsiteX22" fmla="*/ 4452622 w 5260975"/>
              <a:gd name="connsiteY22" fmla="*/ 830917 h 1410656"/>
              <a:gd name="connsiteX23" fmla="*/ 4421032 w 5260975"/>
              <a:gd name="connsiteY23" fmla="*/ 855016 h 1410656"/>
              <a:gd name="connsiteX24" fmla="*/ 4388483 w 5260975"/>
              <a:gd name="connsiteY24" fmla="*/ 877484 h 1410656"/>
              <a:gd name="connsiteX25" fmla="*/ 4327321 w 5260975"/>
              <a:gd name="connsiteY25" fmla="*/ 903216 h 1410656"/>
              <a:gd name="connsiteX26" fmla="*/ 4271633 w 5260975"/>
              <a:gd name="connsiteY26" fmla="*/ 941046 h 1410656"/>
              <a:gd name="connsiteX27" fmla="*/ 4227465 w 5260975"/>
              <a:gd name="connsiteY27" fmla="*/ 968698 h 1410656"/>
              <a:gd name="connsiteX28" fmla="*/ 4201733 w 5260975"/>
              <a:gd name="connsiteY28" fmla="*/ 986846 h 1410656"/>
              <a:gd name="connsiteX29" fmla="*/ 4154494 w 5260975"/>
              <a:gd name="connsiteY29" fmla="*/ 1027364 h 1410656"/>
              <a:gd name="connsiteX30" fmla="*/ 4081234 w 5260975"/>
              <a:gd name="connsiteY30" fmla="*/ 1069994 h 1410656"/>
              <a:gd name="connsiteX31" fmla="*/ 4036971 w 5260975"/>
              <a:gd name="connsiteY31" fmla="*/ 1093038 h 1410656"/>
              <a:gd name="connsiteX32" fmla="*/ 3941725 w 5260975"/>
              <a:gd name="connsiteY32" fmla="*/ 1127796 h 1410656"/>
              <a:gd name="connsiteX33" fmla="*/ 3910999 w 5260975"/>
              <a:gd name="connsiteY33" fmla="*/ 1140182 h 1410656"/>
              <a:gd name="connsiteX34" fmla="*/ 3875859 w 5260975"/>
              <a:gd name="connsiteY34" fmla="*/ 1148343 h 1410656"/>
              <a:gd name="connsiteX35" fmla="*/ 3819401 w 5260975"/>
              <a:gd name="connsiteY35" fmla="*/ 1167642 h 1410656"/>
              <a:gd name="connsiteX36" fmla="*/ 3709176 w 5260975"/>
              <a:gd name="connsiteY36" fmla="*/ 1200863 h 1410656"/>
              <a:gd name="connsiteX37" fmla="*/ 3684981 w 5260975"/>
              <a:gd name="connsiteY37" fmla="*/ 1205952 h 1410656"/>
              <a:gd name="connsiteX38" fmla="*/ 3623338 w 5260975"/>
              <a:gd name="connsiteY38" fmla="*/ 1227363 h 1410656"/>
              <a:gd name="connsiteX39" fmla="*/ 3586373 w 5260975"/>
              <a:gd name="connsiteY39" fmla="*/ 1241765 h 1410656"/>
              <a:gd name="connsiteX40" fmla="*/ 3555743 w 5260975"/>
              <a:gd name="connsiteY40" fmla="*/ 1250023 h 1410656"/>
              <a:gd name="connsiteX41" fmla="*/ 3528667 w 5260975"/>
              <a:gd name="connsiteY41" fmla="*/ 1253864 h 1410656"/>
              <a:gd name="connsiteX42" fmla="*/ 3457424 w 5260975"/>
              <a:gd name="connsiteY42" fmla="*/ 1272874 h 1410656"/>
              <a:gd name="connsiteX43" fmla="*/ 3429003 w 5260975"/>
              <a:gd name="connsiteY43" fmla="*/ 1280364 h 1410656"/>
              <a:gd name="connsiteX44" fmla="*/ 3355264 w 5260975"/>
              <a:gd name="connsiteY44" fmla="*/ 1306096 h 1410656"/>
              <a:gd name="connsiteX45" fmla="*/ 3292757 w 5260975"/>
              <a:gd name="connsiteY45" fmla="*/ 1323090 h 1410656"/>
              <a:gd name="connsiteX46" fmla="*/ 3266643 w 5260975"/>
              <a:gd name="connsiteY46" fmla="*/ 1331251 h 1410656"/>
              <a:gd name="connsiteX47" fmla="*/ 3206921 w 5260975"/>
              <a:gd name="connsiteY47" fmla="*/ 1344886 h 1410656"/>
              <a:gd name="connsiteX48" fmla="*/ 3173123 w 5260975"/>
              <a:gd name="connsiteY48" fmla="*/ 1354488 h 1410656"/>
              <a:gd name="connsiteX49" fmla="*/ 3090646 w 5260975"/>
              <a:gd name="connsiteY49" fmla="*/ 1365337 h 1410656"/>
              <a:gd name="connsiteX50" fmla="*/ 3005480 w 5260975"/>
              <a:gd name="connsiteY50" fmla="*/ 1375802 h 1410656"/>
              <a:gd name="connsiteX51" fmla="*/ 2958721 w 5260975"/>
              <a:gd name="connsiteY51" fmla="*/ 1379259 h 1410656"/>
              <a:gd name="connsiteX52" fmla="*/ 2917915 w 5260975"/>
              <a:gd name="connsiteY52" fmla="*/ 1384733 h 1410656"/>
              <a:gd name="connsiteX53" fmla="*/ 2882389 w 5260975"/>
              <a:gd name="connsiteY53" fmla="*/ 1388189 h 1410656"/>
              <a:gd name="connsiteX54" fmla="*/ 2825837 w 5260975"/>
              <a:gd name="connsiteY54" fmla="*/ 1395198 h 1410656"/>
              <a:gd name="connsiteX55" fmla="*/ 2802313 w 5260975"/>
              <a:gd name="connsiteY55" fmla="*/ 1397023 h 1410656"/>
              <a:gd name="connsiteX56" fmla="*/ 2746816 w 5260975"/>
              <a:gd name="connsiteY56" fmla="*/ 1396926 h 1410656"/>
              <a:gd name="connsiteX57" fmla="*/ 2727517 w 5260975"/>
              <a:gd name="connsiteY57" fmla="*/ 1395966 h 1410656"/>
              <a:gd name="connsiteX58" fmla="*/ 2690359 w 5260975"/>
              <a:gd name="connsiteY58" fmla="*/ 1384060 h 1410656"/>
              <a:gd name="connsiteX59" fmla="*/ 2685943 w 5260975"/>
              <a:gd name="connsiteY59" fmla="*/ 1383196 h 1410656"/>
              <a:gd name="connsiteX60" fmla="*/ 2661554 w 5260975"/>
              <a:gd name="connsiteY60" fmla="*/ 1378491 h 1410656"/>
              <a:gd name="connsiteX61" fmla="*/ 2648208 w 5260975"/>
              <a:gd name="connsiteY61" fmla="*/ 1376955 h 1410656"/>
              <a:gd name="connsiteX62" fmla="*/ 2597512 w 5260975"/>
              <a:gd name="connsiteY62" fmla="*/ 1367162 h 1410656"/>
              <a:gd name="connsiteX63" fmla="*/ 2568324 w 5260975"/>
              <a:gd name="connsiteY63" fmla="*/ 1362553 h 1410656"/>
              <a:gd name="connsiteX64" fmla="*/ 2544704 w 5260975"/>
              <a:gd name="connsiteY64" fmla="*/ 1363225 h 1410656"/>
              <a:gd name="connsiteX65" fmla="*/ 2503225 w 5260975"/>
              <a:gd name="connsiteY65" fmla="*/ 1364089 h 1410656"/>
              <a:gd name="connsiteX66" fmla="*/ 2489975 w 5260975"/>
              <a:gd name="connsiteY66" fmla="*/ 1366298 h 1410656"/>
              <a:gd name="connsiteX67" fmla="*/ 2430061 w 5260975"/>
              <a:gd name="connsiteY67" fmla="*/ 1359960 h 1410656"/>
              <a:gd name="connsiteX68" fmla="*/ 2395880 w 5260975"/>
              <a:gd name="connsiteY68" fmla="*/ 1359480 h 1410656"/>
              <a:gd name="connsiteX69" fmla="*/ 2357378 w 5260975"/>
              <a:gd name="connsiteY69" fmla="*/ 1351607 h 1410656"/>
              <a:gd name="connsiteX70" fmla="*/ 2346145 w 5260975"/>
              <a:gd name="connsiteY70" fmla="*/ 1351991 h 1410656"/>
              <a:gd name="connsiteX71" fmla="*/ 2333567 w 5260975"/>
              <a:gd name="connsiteY71" fmla="*/ 1352663 h 1410656"/>
              <a:gd name="connsiteX72" fmla="*/ 2294968 w 5260975"/>
              <a:gd name="connsiteY72" fmla="*/ 1353240 h 1410656"/>
              <a:gd name="connsiteX73" fmla="*/ 2271540 w 5260975"/>
              <a:gd name="connsiteY73" fmla="*/ 1356120 h 1410656"/>
              <a:gd name="connsiteX74" fmla="*/ 2226895 w 5260975"/>
              <a:gd name="connsiteY74" fmla="*/ 1354392 h 1410656"/>
              <a:gd name="connsiteX75" fmla="*/ 2210379 w 5260975"/>
              <a:gd name="connsiteY75" fmla="*/ 1356888 h 1410656"/>
              <a:gd name="connsiteX76" fmla="*/ 2168613 w 5260975"/>
              <a:gd name="connsiteY76" fmla="*/ 1357176 h 1410656"/>
              <a:gd name="connsiteX77" fmla="*/ 2131167 w 5260975"/>
              <a:gd name="connsiteY77" fmla="*/ 1355736 h 1410656"/>
              <a:gd name="connsiteX78" fmla="*/ 2095065 w 5260975"/>
              <a:gd name="connsiteY78" fmla="*/ 1356504 h 1410656"/>
              <a:gd name="connsiteX79" fmla="*/ 2069237 w 5260975"/>
              <a:gd name="connsiteY79" fmla="*/ 1359672 h 1410656"/>
              <a:gd name="connsiteX80" fmla="*/ 2041201 w 5260975"/>
              <a:gd name="connsiteY80" fmla="*/ 1361592 h 1410656"/>
              <a:gd name="connsiteX81" fmla="*/ 1963909 w 5260975"/>
              <a:gd name="connsiteY81" fmla="*/ 1373018 h 1410656"/>
              <a:gd name="connsiteX82" fmla="*/ 1949603 w 5260975"/>
              <a:gd name="connsiteY82" fmla="*/ 1370234 h 1410656"/>
              <a:gd name="connsiteX83" fmla="*/ 1868373 w 5260975"/>
              <a:gd name="connsiteY83" fmla="*/ 1367641 h 1410656"/>
              <a:gd name="connsiteX84" fmla="*/ 1850707 w 5260975"/>
              <a:gd name="connsiteY84" fmla="*/ 1367834 h 1410656"/>
              <a:gd name="connsiteX85" fmla="*/ 1803275 w 5260975"/>
              <a:gd name="connsiteY85" fmla="*/ 1356504 h 1410656"/>
              <a:gd name="connsiteX86" fmla="*/ 1730112 w 5260975"/>
              <a:gd name="connsiteY86" fmla="*/ 1374459 h 1410656"/>
              <a:gd name="connsiteX87" fmla="*/ 1661652 w 5260975"/>
              <a:gd name="connsiteY87" fmla="*/ 1396926 h 1410656"/>
              <a:gd name="connsiteX88" fmla="*/ 1653011 w 5260975"/>
              <a:gd name="connsiteY88" fmla="*/ 1399807 h 1410656"/>
              <a:gd name="connsiteX89" fmla="*/ 1628431 w 5260975"/>
              <a:gd name="connsiteY89" fmla="*/ 1404704 h 1410656"/>
              <a:gd name="connsiteX90" fmla="*/ 1597995 w 5260975"/>
              <a:gd name="connsiteY90" fmla="*/ 1406432 h 1410656"/>
              <a:gd name="connsiteX91" fmla="*/ 1559396 w 5260975"/>
              <a:gd name="connsiteY91" fmla="*/ 1410656 h 1410656"/>
              <a:gd name="connsiteX92" fmla="*/ 1528480 w 5260975"/>
              <a:gd name="connsiteY92" fmla="*/ 1405375 h 1410656"/>
              <a:gd name="connsiteX93" fmla="*/ 1485272 w 5260975"/>
              <a:gd name="connsiteY93" fmla="*/ 1397502 h 1410656"/>
              <a:gd name="connsiteX94" fmla="*/ 1444562 w 5260975"/>
              <a:gd name="connsiteY94" fmla="*/ 1390013 h 1410656"/>
              <a:gd name="connsiteX95" fmla="*/ 1431696 w 5260975"/>
              <a:gd name="connsiteY95" fmla="*/ 1398846 h 1410656"/>
              <a:gd name="connsiteX96" fmla="*/ 1411821 w 5260975"/>
              <a:gd name="connsiteY96" fmla="*/ 1406527 h 1410656"/>
              <a:gd name="connsiteX97" fmla="*/ 1389738 w 5260975"/>
              <a:gd name="connsiteY97" fmla="*/ 1397310 h 1410656"/>
              <a:gd name="connsiteX98" fmla="*/ 1338081 w 5260975"/>
              <a:gd name="connsiteY98" fmla="*/ 1378204 h 1410656"/>
              <a:gd name="connsiteX99" fmla="*/ 1305436 w 5260975"/>
              <a:gd name="connsiteY99" fmla="*/ 1377339 h 1410656"/>
              <a:gd name="connsiteX100" fmla="*/ 1234481 w 5260975"/>
              <a:gd name="connsiteY100" fmla="*/ 1369178 h 1410656"/>
              <a:gd name="connsiteX101" fmla="*/ 1188106 w 5260975"/>
              <a:gd name="connsiteY101" fmla="*/ 1357560 h 1410656"/>
              <a:gd name="connsiteX102" fmla="*/ 1154790 w 5260975"/>
              <a:gd name="connsiteY102" fmla="*/ 1344406 h 1410656"/>
              <a:gd name="connsiteX103" fmla="*/ 1107069 w 5260975"/>
              <a:gd name="connsiteY103" fmla="*/ 1327219 h 1410656"/>
              <a:gd name="connsiteX104" fmla="*/ 1059158 w 5260975"/>
              <a:gd name="connsiteY104" fmla="*/ 1318290 h 1410656"/>
              <a:gd name="connsiteX105" fmla="*/ 1024496 w 5260975"/>
              <a:gd name="connsiteY105" fmla="*/ 1307056 h 1410656"/>
              <a:gd name="connsiteX106" fmla="*/ 982153 w 5260975"/>
              <a:gd name="connsiteY106" fmla="*/ 1299374 h 1410656"/>
              <a:gd name="connsiteX107" fmla="*/ 946628 w 5260975"/>
              <a:gd name="connsiteY107" fmla="*/ 1299087 h 1410656"/>
              <a:gd name="connsiteX108" fmla="*/ 890939 w 5260975"/>
              <a:gd name="connsiteY108" fmla="*/ 1300431 h 1410656"/>
              <a:gd name="connsiteX109" fmla="*/ 822769 w 5260975"/>
              <a:gd name="connsiteY109" fmla="*/ 1277196 h 1410656"/>
              <a:gd name="connsiteX110" fmla="*/ 795212 w 5260975"/>
              <a:gd name="connsiteY110" fmla="*/ 1272010 h 1410656"/>
              <a:gd name="connsiteX111" fmla="*/ 769288 w 5260975"/>
              <a:gd name="connsiteY111" fmla="*/ 1269610 h 1410656"/>
              <a:gd name="connsiteX112" fmla="*/ 714271 w 5260975"/>
              <a:gd name="connsiteY112" fmla="*/ 1254152 h 1410656"/>
              <a:gd name="connsiteX113" fmla="*/ 691900 w 5260975"/>
              <a:gd name="connsiteY113" fmla="*/ 1249062 h 1410656"/>
              <a:gd name="connsiteX114" fmla="*/ 660598 w 5260975"/>
              <a:gd name="connsiteY114" fmla="*/ 1249159 h 1410656"/>
              <a:gd name="connsiteX115" fmla="*/ 603662 w 5260975"/>
              <a:gd name="connsiteY115" fmla="*/ 1242054 h 1410656"/>
              <a:gd name="connsiteX116" fmla="*/ 546821 w 5260975"/>
              <a:gd name="connsiteY116" fmla="*/ 1221314 h 1410656"/>
              <a:gd name="connsiteX117" fmla="*/ 522721 w 5260975"/>
              <a:gd name="connsiteY117" fmla="*/ 1223330 h 1410656"/>
              <a:gd name="connsiteX118" fmla="*/ 514080 w 5260975"/>
              <a:gd name="connsiteY118" fmla="*/ 1222851 h 1410656"/>
              <a:gd name="connsiteX119" fmla="*/ 436404 w 5260975"/>
              <a:gd name="connsiteY119" fmla="*/ 1211424 h 1410656"/>
              <a:gd name="connsiteX120" fmla="*/ 428626 w 5260975"/>
              <a:gd name="connsiteY120" fmla="*/ 1210177 h 1410656"/>
              <a:gd name="connsiteX121" fmla="*/ 392141 w 5260975"/>
              <a:gd name="connsiteY121" fmla="*/ 1199999 h 1410656"/>
              <a:gd name="connsiteX122" fmla="*/ 300157 w 5260975"/>
              <a:gd name="connsiteY122" fmla="*/ 1193662 h 1410656"/>
              <a:gd name="connsiteX123" fmla="*/ 294493 w 5260975"/>
              <a:gd name="connsiteY123" fmla="*/ 1192894 h 1410656"/>
              <a:gd name="connsiteX124" fmla="*/ 263671 w 5260975"/>
              <a:gd name="connsiteY124" fmla="*/ 1197982 h 1410656"/>
              <a:gd name="connsiteX125" fmla="*/ 248406 w 5260975"/>
              <a:gd name="connsiteY125" fmla="*/ 1205184 h 1410656"/>
              <a:gd name="connsiteX126" fmla="*/ 224594 w 5260975"/>
              <a:gd name="connsiteY126" fmla="*/ 1212673 h 1410656"/>
              <a:gd name="connsiteX127" fmla="*/ 200398 w 5260975"/>
              <a:gd name="connsiteY127" fmla="*/ 1215458 h 1410656"/>
              <a:gd name="connsiteX128" fmla="*/ 159783 w 5260975"/>
              <a:gd name="connsiteY128" fmla="*/ 1204127 h 1410656"/>
              <a:gd name="connsiteX129" fmla="*/ 144997 w 5260975"/>
              <a:gd name="connsiteY129" fmla="*/ 1202975 h 1410656"/>
              <a:gd name="connsiteX130" fmla="*/ 112064 w 5260975"/>
              <a:gd name="connsiteY130" fmla="*/ 1197503 h 1410656"/>
              <a:gd name="connsiteX131" fmla="*/ 83259 w 5260975"/>
              <a:gd name="connsiteY131" fmla="*/ 1197887 h 1410656"/>
              <a:gd name="connsiteX132" fmla="*/ 60120 w 5260975"/>
              <a:gd name="connsiteY132" fmla="*/ 1206624 h 1410656"/>
              <a:gd name="connsiteX133" fmla="*/ 26514 w 5260975"/>
              <a:gd name="connsiteY133" fmla="*/ 1208352 h 1410656"/>
              <a:gd name="connsiteX134" fmla="*/ 4814 w 5260975"/>
              <a:gd name="connsiteY134" fmla="*/ 1202015 h 1410656"/>
              <a:gd name="connsiteX135" fmla="*/ 398 w 5260975"/>
              <a:gd name="connsiteY135" fmla="*/ 1201152 h 1410656"/>
              <a:gd name="connsiteX136" fmla="*/ 0 w 5260975"/>
              <a:gd name="connsiteY136" fmla="*/ 1201150 h 1410656"/>
              <a:gd name="connsiteX137" fmla="*/ 0 w 5260975"/>
              <a:gd name="connsiteY137" fmla="*/ 1004512 h 1410656"/>
              <a:gd name="connsiteX138" fmla="*/ 30355 w 5260975"/>
              <a:gd name="connsiteY138" fmla="*/ 1002784 h 1410656"/>
              <a:gd name="connsiteX139" fmla="*/ 52151 w 5260975"/>
              <a:gd name="connsiteY139" fmla="*/ 997695 h 1410656"/>
              <a:gd name="connsiteX140" fmla="*/ 64248 w 5260975"/>
              <a:gd name="connsiteY140" fmla="*/ 994430 h 1410656"/>
              <a:gd name="connsiteX141" fmla="*/ 126370 w 5260975"/>
              <a:gd name="connsiteY141" fmla="*/ 985405 h 1410656"/>
              <a:gd name="connsiteX142" fmla="*/ 154022 w 5260975"/>
              <a:gd name="connsiteY142" fmla="*/ 975708 h 1410656"/>
              <a:gd name="connsiteX143" fmla="*/ 161512 w 5260975"/>
              <a:gd name="connsiteY143" fmla="*/ 974268 h 1410656"/>
              <a:gd name="connsiteX144" fmla="*/ 202510 w 5260975"/>
              <a:gd name="connsiteY144" fmla="*/ 978300 h 1410656"/>
              <a:gd name="connsiteX145" fmla="*/ 233235 w 5260975"/>
              <a:gd name="connsiteY145" fmla="*/ 993950 h 1410656"/>
              <a:gd name="connsiteX146" fmla="*/ 239188 w 5260975"/>
              <a:gd name="connsiteY146" fmla="*/ 999231 h 1410656"/>
              <a:gd name="connsiteX147" fmla="*/ 324834 w 5260975"/>
              <a:gd name="connsiteY147" fmla="*/ 997407 h 1410656"/>
              <a:gd name="connsiteX148" fmla="*/ 337987 w 5260975"/>
              <a:gd name="connsiteY148" fmla="*/ 995198 h 1410656"/>
              <a:gd name="connsiteX149" fmla="*/ 401550 w 5260975"/>
              <a:gd name="connsiteY149" fmla="*/ 1004416 h 1410656"/>
              <a:gd name="connsiteX150" fmla="*/ 420081 w 5260975"/>
              <a:gd name="connsiteY150" fmla="*/ 1006240 h 1410656"/>
              <a:gd name="connsiteX151" fmla="*/ 486523 w 5260975"/>
              <a:gd name="connsiteY151" fmla="*/ 1014498 h 1410656"/>
              <a:gd name="connsiteX152" fmla="*/ 495932 w 5260975"/>
              <a:gd name="connsiteY152" fmla="*/ 1006817 h 1410656"/>
              <a:gd name="connsiteX153" fmla="*/ 523009 w 5260975"/>
              <a:gd name="connsiteY153" fmla="*/ 987517 h 1410656"/>
              <a:gd name="connsiteX154" fmla="*/ 576393 w 5260975"/>
              <a:gd name="connsiteY154" fmla="*/ 970427 h 1410656"/>
              <a:gd name="connsiteX155" fmla="*/ 590892 w 5260975"/>
              <a:gd name="connsiteY155" fmla="*/ 971387 h 1410656"/>
              <a:gd name="connsiteX156" fmla="*/ 627569 w 5260975"/>
              <a:gd name="connsiteY156" fmla="*/ 999904 h 1410656"/>
              <a:gd name="connsiteX157" fmla="*/ 645429 w 5260975"/>
              <a:gd name="connsiteY157" fmla="*/ 1011329 h 1410656"/>
              <a:gd name="connsiteX158" fmla="*/ 696125 w 5260975"/>
              <a:gd name="connsiteY158" fmla="*/ 1032356 h 1410656"/>
              <a:gd name="connsiteX159" fmla="*/ 700349 w 5260975"/>
              <a:gd name="connsiteY159" fmla="*/ 1036197 h 1410656"/>
              <a:gd name="connsiteX160" fmla="*/ 737795 w 5260975"/>
              <a:gd name="connsiteY160" fmla="*/ 1081804 h 1410656"/>
              <a:gd name="connsiteX161" fmla="*/ 746244 w 5260975"/>
              <a:gd name="connsiteY161" fmla="*/ 1089581 h 1410656"/>
              <a:gd name="connsiteX162" fmla="*/ 756422 w 5260975"/>
              <a:gd name="connsiteY162" fmla="*/ 1101680 h 1410656"/>
              <a:gd name="connsiteX163" fmla="*/ 788202 w 5260975"/>
              <a:gd name="connsiteY163" fmla="*/ 1125108 h 1410656"/>
              <a:gd name="connsiteX164" fmla="*/ 827569 w 5260975"/>
              <a:gd name="connsiteY164" fmla="*/ 1132596 h 1410656"/>
              <a:gd name="connsiteX165" fmla="*/ 875097 w 5260975"/>
              <a:gd name="connsiteY165" fmla="*/ 1144022 h 1410656"/>
              <a:gd name="connsiteX166" fmla="*/ 894972 w 5260975"/>
              <a:gd name="connsiteY166" fmla="*/ 1151704 h 1410656"/>
              <a:gd name="connsiteX167" fmla="*/ 948260 w 5260975"/>
              <a:gd name="connsiteY167" fmla="*/ 1166298 h 1410656"/>
              <a:gd name="connsiteX168" fmla="*/ 986282 w 5260975"/>
              <a:gd name="connsiteY168" fmla="*/ 1178588 h 1410656"/>
              <a:gd name="connsiteX169" fmla="*/ 1041107 w 5260975"/>
              <a:gd name="connsiteY169" fmla="*/ 1185789 h 1410656"/>
              <a:gd name="connsiteX170" fmla="*/ 1067703 w 5260975"/>
              <a:gd name="connsiteY170" fmla="*/ 1186076 h 1410656"/>
              <a:gd name="connsiteX171" fmla="*/ 1116574 w 5260975"/>
              <a:gd name="connsiteY171" fmla="*/ 1222946 h 1410656"/>
              <a:gd name="connsiteX172" fmla="*/ 1155557 w 5260975"/>
              <a:gd name="connsiteY172" fmla="*/ 1247335 h 1410656"/>
              <a:gd name="connsiteX173" fmla="*/ 1196556 w 5260975"/>
              <a:gd name="connsiteY173" fmla="*/ 1235525 h 1410656"/>
              <a:gd name="connsiteX174" fmla="*/ 1207693 w 5260975"/>
              <a:gd name="connsiteY174" fmla="*/ 1224387 h 1410656"/>
              <a:gd name="connsiteX175" fmla="*/ 1274904 w 5260975"/>
              <a:gd name="connsiteY175" fmla="*/ 1213826 h 1410656"/>
              <a:gd name="connsiteX176" fmla="*/ 1370919 w 5260975"/>
              <a:gd name="connsiteY176" fmla="*/ 1213442 h 1410656"/>
              <a:gd name="connsiteX177" fmla="*/ 1530593 w 5260975"/>
              <a:gd name="connsiteY177" fmla="*/ 1189437 h 1410656"/>
              <a:gd name="connsiteX178" fmla="*/ 1558436 w 5260975"/>
              <a:gd name="connsiteY178" fmla="*/ 1178299 h 1410656"/>
              <a:gd name="connsiteX179" fmla="*/ 1589737 w 5260975"/>
              <a:gd name="connsiteY179" fmla="*/ 1175515 h 1410656"/>
              <a:gd name="connsiteX180" fmla="*/ 1601740 w 5260975"/>
              <a:gd name="connsiteY180" fmla="*/ 1182333 h 1410656"/>
              <a:gd name="connsiteX181" fmla="*/ 1654259 w 5260975"/>
              <a:gd name="connsiteY181" fmla="*/ 1192510 h 1410656"/>
              <a:gd name="connsiteX182" fmla="*/ 1664246 w 5260975"/>
              <a:gd name="connsiteY182" fmla="*/ 1192702 h 1410656"/>
              <a:gd name="connsiteX183" fmla="*/ 1698427 w 5260975"/>
              <a:gd name="connsiteY183" fmla="*/ 1188381 h 1410656"/>
              <a:gd name="connsiteX184" fmla="*/ 1730112 w 5260975"/>
              <a:gd name="connsiteY184" fmla="*/ 1185885 h 1410656"/>
              <a:gd name="connsiteX185" fmla="*/ 1809996 w 5260975"/>
              <a:gd name="connsiteY185" fmla="*/ 1194046 h 1410656"/>
              <a:gd name="connsiteX186" fmla="*/ 1871254 w 5260975"/>
              <a:gd name="connsiteY186" fmla="*/ 1192126 h 1410656"/>
              <a:gd name="connsiteX187" fmla="*/ 1899482 w 5260975"/>
              <a:gd name="connsiteY187" fmla="*/ 1194046 h 1410656"/>
              <a:gd name="connsiteX188" fmla="*/ 1915420 w 5260975"/>
              <a:gd name="connsiteY188" fmla="*/ 1196927 h 1410656"/>
              <a:gd name="connsiteX189" fmla="*/ 1951522 w 5260975"/>
              <a:gd name="connsiteY189" fmla="*/ 1216994 h 1410656"/>
              <a:gd name="connsiteX190" fmla="*/ 1971302 w 5260975"/>
              <a:gd name="connsiteY190" fmla="*/ 1221507 h 1410656"/>
              <a:gd name="connsiteX191" fmla="*/ 2030831 w 5260975"/>
              <a:gd name="connsiteY191" fmla="*/ 1221123 h 1410656"/>
              <a:gd name="connsiteX192" fmla="*/ 2120125 w 5260975"/>
              <a:gd name="connsiteY192" fmla="*/ 1190878 h 1410656"/>
              <a:gd name="connsiteX193" fmla="*/ 2129439 w 5260975"/>
              <a:gd name="connsiteY193" fmla="*/ 1186845 h 1410656"/>
              <a:gd name="connsiteX194" fmla="*/ 2174854 w 5260975"/>
              <a:gd name="connsiteY194" fmla="*/ 1181852 h 1410656"/>
              <a:gd name="connsiteX195" fmla="*/ 2205674 w 5260975"/>
              <a:gd name="connsiteY195" fmla="*/ 1188669 h 1410656"/>
              <a:gd name="connsiteX196" fmla="*/ 2247634 w 5260975"/>
              <a:gd name="connsiteY196" fmla="*/ 1202784 h 1410656"/>
              <a:gd name="connsiteX197" fmla="*/ 2285367 w 5260975"/>
              <a:gd name="connsiteY197" fmla="*/ 1214594 h 1410656"/>
              <a:gd name="connsiteX198" fmla="*/ 2312827 w 5260975"/>
              <a:gd name="connsiteY198" fmla="*/ 1227939 h 1410656"/>
              <a:gd name="connsiteX199" fmla="*/ 2375622 w 5260975"/>
              <a:gd name="connsiteY199" fmla="*/ 1237733 h 1410656"/>
              <a:gd name="connsiteX200" fmla="*/ 2382151 w 5260975"/>
              <a:gd name="connsiteY200" fmla="*/ 1239365 h 1410656"/>
              <a:gd name="connsiteX201" fmla="*/ 2429390 w 5260975"/>
              <a:gd name="connsiteY201" fmla="*/ 1227459 h 1410656"/>
              <a:gd name="connsiteX202" fmla="*/ 2486134 w 5260975"/>
              <a:gd name="connsiteY202" fmla="*/ 1215362 h 1410656"/>
              <a:gd name="connsiteX203" fmla="*/ 2506394 w 5260975"/>
              <a:gd name="connsiteY203" fmla="*/ 1219490 h 1410656"/>
              <a:gd name="connsiteX204" fmla="*/ 2534142 w 5260975"/>
              <a:gd name="connsiteY204" fmla="*/ 1225347 h 1410656"/>
              <a:gd name="connsiteX205" fmla="*/ 2559874 w 5260975"/>
              <a:gd name="connsiteY205" fmla="*/ 1222275 h 1410656"/>
              <a:gd name="connsiteX206" fmla="*/ 2575525 w 5260975"/>
              <a:gd name="connsiteY206" fmla="*/ 1221987 h 1410656"/>
              <a:gd name="connsiteX207" fmla="*/ 2646960 w 5260975"/>
              <a:gd name="connsiteY207" fmla="*/ 1257896 h 1410656"/>
              <a:gd name="connsiteX208" fmla="*/ 2665107 w 5260975"/>
              <a:gd name="connsiteY208" fmla="*/ 1260873 h 1410656"/>
              <a:gd name="connsiteX209" fmla="*/ 2675381 w 5260975"/>
              <a:gd name="connsiteY209" fmla="*/ 1265290 h 1410656"/>
              <a:gd name="connsiteX210" fmla="*/ 2737311 w 5260975"/>
              <a:gd name="connsiteY210" fmla="*/ 1309841 h 1410656"/>
              <a:gd name="connsiteX211" fmla="*/ 2763619 w 5260975"/>
              <a:gd name="connsiteY211" fmla="*/ 1318866 h 1410656"/>
              <a:gd name="connsiteX212" fmla="*/ 2792519 w 5260975"/>
              <a:gd name="connsiteY212" fmla="*/ 1317041 h 1410656"/>
              <a:gd name="connsiteX213" fmla="*/ 2809226 w 5260975"/>
              <a:gd name="connsiteY213" fmla="*/ 1313777 h 1410656"/>
              <a:gd name="connsiteX214" fmla="*/ 2850705 w 5260975"/>
              <a:gd name="connsiteY214" fmla="*/ 1285452 h 1410656"/>
              <a:gd name="connsiteX215" fmla="*/ 2874324 w 5260975"/>
              <a:gd name="connsiteY215" fmla="*/ 1286413 h 1410656"/>
              <a:gd name="connsiteX216" fmla="*/ 2911194 w 5260975"/>
              <a:gd name="connsiteY216" fmla="*/ 1305903 h 1410656"/>
              <a:gd name="connsiteX217" fmla="*/ 2978116 w 5260975"/>
              <a:gd name="connsiteY217" fmla="*/ 1314641 h 1410656"/>
              <a:gd name="connsiteX218" fmla="*/ 3012106 w 5260975"/>
              <a:gd name="connsiteY218" fmla="*/ 1287373 h 1410656"/>
              <a:gd name="connsiteX219" fmla="*/ 3029676 w 5260975"/>
              <a:gd name="connsiteY219" fmla="*/ 1261161 h 1410656"/>
              <a:gd name="connsiteX220" fmla="*/ 3080469 w 5260975"/>
              <a:gd name="connsiteY220" fmla="*/ 1230724 h 1410656"/>
              <a:gd name="connsiteX221" fmla="*/ 3092567 w 5260975"/>
              <a:gd name="connsiteY221" fmla="*/ 1242054 h 1410656"/>
              <a:gd name="connsiteX222" fmla="*/ 3129821 w 5260975"/>
              <a:gd name="connsiteY222" fmla="*/ 1246855 h 1410656"/>
              <a:gd name="connsiteX223" fmla="*/ 3170147 w 5260975"/>
              <a:gd name="connsiteY223" fmla="*/ 1246471 h 1410656"/>
              <a:gd name="connsiteX224" fmla="*/ 3240429 w 5260975"/>
              <a:gd name="connsiteY224" fmla="*/ 1251559 h 1410656"/>
              <a:gd name="connsiteX225" fmla="*/ 3287189 w 5260975"/>
              <a:gd name="connsiteY225" fmla="*/ 1222466 h 1410656"/>
              <a:gd name="connsiteX226" fmla="*/ 3305049 w 5260975"/>
              <a:gd name="connsiteY226" fmla="*/ 1210465 h 1410656"/>
              <a:gd name="connsiteX227" fmla="*/ 3321755 w 5260975"/>
              <a:gd name="connsiteY227" fmla="*/ 1202784 h 1410656"/>
              <a:gd name="connsiteX228" fmla="*/ 3341055 w 5260975"/>
              <a:gd name="connsiteY228" fmla="*/ 1198463 h 1410656"/>
              <a:gd name="connsiteX229" fmla="*/ 3387621 w 5260975"/>
              <a:gd name="connsiteY229" fmla="*/ 1182140 h 1410656"/>
              <a:gd name="connsiteX230" fmla="*/ 3413161 w 5260975"/>
              <a:gd name="connsiteY230" fmla="*/ 1166105 h 1410656"/>
              <a:gd name="connsiteX231" fmla="*/ 3470579 w 5260975"/>
              <a:gd name="connsiteY231" fmla="*/ 1150647 h 1410656"/>
              <a:gd name="connsiteX232" fmla="*/ 3509657 w 5260975"/>
              <a:gd name="connsiteY232" fmla="*/ 1136821 h 1410656"/>
              <a:gd name="connsiteX233" fmla="*/ 3550847 w 5260975"/>
              <a:gd name="connsiteY233" fmla="*/ 1113009 h 1410656"/>
              <a:gd name="connsiteX234" fmla="*/ 3556608 w 5260975"/>
              <a:gd name="connsiteY234" fmla="*/ 1109361 h 1410656"/>
              <a:gd name="connsiteX235" fmla="*/ 3570435 w 5260975"/>
              <a:gd name="connsiteY235" fmla="*/ 1093710 h 1410656"/>
              <a:gd name="connsiteX236" fmla="*/ 3590501 w 5260975"/>
              <a:gd name="connsiteY236" fmla="*/ 1039846 h 1410656"/>
              <a:gd name="connsiteX237" fmla="*/ 3596263 w 5260975"/>
              <a:gd name="connsiteY237" fmla="*/ 1028900 h 1410656"/>
              <a:gd name="connsiteX238" fmla="*/ 3648591 w 5260975"/>
              <a:gd name="connsiteY238" fmla="*/ 992030 h 1410656"/>
              <a:gd name="connsiteX239" fmla="*/ 3667986 w 5260975"/>
              <a:gd name="connsiteY239" fmla="*/ 995487 h 1410656"/>
              <a:gd name="connsiteX240" fmla="*/ 3689397 w 5260975"/>
              <a:gd name="connsiteY240" fmla="*/ 1007585 h 1410656"/>
              <a:gd name="connsiteX241" fmla="*/ 3736349 w 5260975"/>
              <a:gd name="connsiteY241" fmla="*/ 1010753 h 1410656"/>
              <a:gd name="connsiteX242" fmla="*/ 3753919 w 5260975"/>
              <a:gd name="connsiteY242" fmla="*/ 1004513 h 1410656"/>
              <a:gd name="connsiteX243" fmla="*/ 3784643 w 5260975"/>
              <a:gd name="connsiteY243" fmla="*/ 987710 h 1410656"/>
              <a:gd name="connsiteX244" fmla="*/ 3808359 w 5260975"/>
              <a:gd name="connsiteY244" fmla="*/ 961689 h 1410656"/>
              <a:gd name="connsiteX245" fmla="*/ 3842829 w 5260975"/>
              <a:gd name="connsiteY245" fmla="*/ 918674 h 1410656"/>
              <a:gd name="connsiteX246" fmla="*/ 3908983 w 5260975"/>
              <a:gd name="connsiteY246" fmla="*/ 902256 h 1410656"/>
              <a:gd name="connsiteX247" fmla="*/ 3934428 w 5260975"/>
              <a:gd name="connsiteY247" fmla="*/ 896783 h 1410656"/>
              <a:gd name="connsiteX248" fmla="*/ 4026987 w 5260975"/>
              <a:gd name="connsiteY248" fmla="*/ 873835 h 1410656"/>
              <a:gd name="connsiteX249" fmla="*/ 4035051 w 5260975"/>
              <a:gd name="connsiteY249" fmla="*/ 873067 h 1410656"/>
              <a:gd name="connsiteX250" fmla="*/ 4099189 w 5260975"/>
              <a:gd name="connsiteY250" fmla="*/ 846664 h 1410656"/>
              <a:gd name="connsiteX251" fmla="*/ 4114647 w 5260975"/>
              <a:gd name="connsiteY251" fmla="*/ 840134 h 1410656"/>
              <a:gd name="connsiteX252" fmla="*/ 4133563 w 5260975"/>
              <a:gd name="connsiteY252" fmla="*/ 823427 h 1410656"/>
              <a:gd name="connsiteX253" fmla="*/ 4151039 w 5260975"/>
              <a:gd name="connsiteY253" fmla="*/ 776284 h 1410656"/>
              <a:gd name="connsiteX254" fmla="*/ 4171489 w 5260975"/>
              <a:gd name="connsiteY254" fmla="*/ 754776 h 1410656"/>
              <a:gd name="connsiteX255" fmla="*/ 4186372 w 5260975"/>
              <a:gd name="connsiteY255" fmla="*/ 741718 h 1410656"/>
              <a:gd name="connsiteX256" fmla="*/ 4199429 w 5260975"/>
              <a:gd name="connsiteY256" fmla="*/ 721940 h 1410656"/>
              <a:gd name="connsiteX257" fmla="*/ 4212487 w 5260975"/>
              <a:gd name="connsiteY257" fmla="*/ 674604 h 1410656"/>
              <a:gd name="connsiteX258" fmla="*/ 4232555 w 5260975"/>
              <a:gd name="connsiteY258" fmla="*/ 632645 h 1410656"/>
              <a:gd name="connsiteX259" fmla="*/ 4268657 w 5260975"/>
              <a:gd name="connsiteY259" fmla="*/ 609410 h 1410656"/>
              <a:gd name="connsiteX260" fmla="*/ 4291028 w 5260975"/>
              <a:gd name="connsiteY260" fmla="*/ 597216 h 1410656"/>
              <a:gd name="connsiteX261" fmla="*/ 4379651 w 5260975"/>
              <a:gd name="connsiteY261" fmla="*/ 609506 h 1410656"/>
              <a:gd name="connsiteX262" fmla="*/ 4440139 w 5260975"/>
              <a:gd name="connsiteY262" fmla="*/ 621507 h 1410656"/>
              <a:gd name="connsiteX263" fmla="*/ 4460015 w 5260975"/>
              <a:gd name="connsiteY263" fmla="*/ 616899 h 1410656"/>
              <a:gd name="connsiteX264" fmla="*/ 4516183 w 5260975"/>
              <a:gd name="connsiteY264" fmla="*/ 577724 h 1410656"/>
              <a:gd name="connsiteX265" fmla="*/ 4571681 w 5260975"/>
              <a:gd name="connsiteY265" fmla="*/ 560250 h 1410656"/>
              <a:gd name="connsiteX266" fmla="*/ 4613447 w 5260975"/>
              <a:gd name="connsiteY266" fmla="*/ 555257 h 1410656"/>
              <a:gd name="connsiteX267" fmla="*/ 4649355 w 5260975"/>
              <a:gd name="connsiteY267" fmla="*/ 551417 h 1410656"/>
              <a:gd name="connsiteX268" fmla="*/ 4692467 w 5260975"/>
              <a:gd name="connsiteY268" fmla="*/ 540663 h 1410656"/>
              <a:gd name="connsiteX269" fmla="*/ 4716855 w 5260975"/>
              <a:gd name="connsiteY269" fmla="*/ 528949 h 1410656"/>
              <a:gd name="connsiteX270" fmla="*/ 4755645 w 5260975"/>
              <a:gd name="connsiteY270" fmla="*/ 512147 h 1410656"/>
              <a:gd name="connsiteX271" fmla="*/ 4795395 w 5260975"/>
              <a:gd name="connsiteY271" fmla="*/ 490351 h 1410656"/>
              <a:gd name="connsiteX272" fmla="*/ 4825928 w 5260975"/>
              <a:gd name="connsiteY272" fmla="*/ 459818 h 1410656"/>
              <a:gd name="connsiteX273" fmla="*/ 4842347 w 5260975"/>
              <a:gd name="connsiteY273" fmla="*/ 434086 h 1410656"/>
              <a:gd name="connsiteX274" fmla="*/ 4890451 w 5260975"/>
              <a:gd name="connsiteY274" fmla="*/ 397216 h 1410656"/>
              <a:gd name="connsiteX275" fmla="*/ 4933945 w 5260975"/>
              <a:gd name="connsiteY275" fmla="*/ 327701 h 1410656"/>
              <a:gd name="connsiteX276" fmla="*/ 4961214 w 5260975"/>
              <a:gd name="connsiteY276" fmla="*/ 298801 h 1410656"/>
              <a:gd name="connsiteX277" fmla="*/ 4976672 w 5260975"/>
              <a:gd name="connsiteY277" fmla="*/ 290639 h 1410656"/>
              <a:gd name="connsiteX278" fmla="*/ 5002979 w 5260975"/>
              <a:gd name="connsiteY278" fmla="*/ 270573 h 1410656"/>
              <a:gd name="connsiteX279" fmla="*/ 5018535 w 5260975"/>
              <a:gd name="connsiteY279" fmla="*/ 255690 h 1410656"/>
              <a:gd name="connsiteX280" fmla="*/ 5061069 w 5260975"/>
              <a:gd name="connsiteY280" fmla="*/ 200961 h 1410656"/>
              <a:gd name="connsiteX281" fmla="*/ 5074127 w 5260975"/>
              <a:gd name="connsiteY281" fmla="*/ 184735 h 1410656"/>
              <a:gd name="connsiteX282" fmla="*/ 5101108 w 5260975"/>
              <a:gd name="connsiteY282" fmla="*/ 156891 h 1410656"/>
              <a:gd name="connsiteX283" fmla="*/ 5112918 w 5260975"/>
              <a:gd name="connsiteY283" fmla="*/ 148441 h 1410656"/>
              <a:gd name="connsiteX284" fmla="*/ 5133753 w 5260975"/>
              <a:gd name="connsiteY284" fmla="*/ 125782 h 1410656"/>
              <a:gd name="connsiteX285" fmla="*/ 5183393 w 5260975"/>
              <a:gd name="connsiteY285" fmla="*/ 66348 h 1410656"/>
              <a:gd name="connsiteX286" fmla="*/ 5204709 w 5260975"/>
              <a:gd name="connsiteY286" fmla="*/ 33030 h 1410656"/>
              <a:gd name="connsiteX287" fmla="*/ 5247243 w 5260975"/>
              <a:gd name="connsiteY287" fmla="*/ 8451 h 141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5260975" h="1410656">
                <a:moveTo>
                  <a:pt x="5260975" y="0"/>
                </a:moveTo>
                <a:lnTo>
                  <a:pt x="5260975" y="221634"/>
                </a:lnTo>
                <a:lnTo>
                  <a:pt x="5226503" y="237063"/>
                </a:lnTo>
                <a:cubicBezTo>
                  <a:pt x="5219783" y="239848"/>
                  <a:pt x="5212389" y="241384"/>
                  <a:pt x="5206341" y="245128"/>
                </a:cubicBezTo>
                <a:cubicBezTo>
                  <a:pt x="5178495" y="262219"/>
                  <a:pt x="5151515" y="280654"/>
                  <a:pt x="5123287" y="297073"/>
                </a:cubicBezTo>
                <a:cubicBezTo>
                  <a:pt x="5094195" y="314067"/>
                  <a:pt x="5068175" y="334134"/>
                  <a:pt x="5048107" y="361307"/>
                </a:cubicBezTo>
                <a:cubicBezTo>
                  <a:pt x="5029480" y="386559"/>
                  <a:pt x="5011429" y="412194"/>
                  <a:pt x="4992899" y="437542"/>
                </a:cubicBezTo>
                <a:cubicBezTo>
                  <a:pt x="4988194" y="443975"/>
                  <a:pt x="4983873" y="451561"/>
                  <a:pt x="4977440" y="455690"/>
                </a:cubicBezTo>
                <a:cubicBezTo>
                  <a:pt x="4964094" y="464331"/>
                  <a:pt x="4949499" y="471340"/>
                  <a:pt x="4935193" y="478445"/>
                </a:cubicBezTo>
                <a:cubicBezTo>
                  <a:pt x="4922903" y="484494"/>
                  <a:pt x="4909845" y="489006"/>
                  <a:pt x="4897844" y="495535"/>
                </a:cubicBezTo>
                <a:cubicBezTo>
                  <a:pt x="4888243" y="500721"/>
                  <a:pt x="4879697" y="507922"/>
                  <a:pt x="4870767" y="514451"/>
                </a:cubicBezTo>
                <a:cubicBezTo>
                  <a:pt x="4862990" y="520115"/>
                  <a:pt x="4854445" y="525012"/>
                  <a:pt x="4847916" y="531830"/>
                </a:cubicBezTo>
                <a:cubicBezTo>
                  <a:pt x="4831977" y="548344"/>
                  <a:pt x="4815942" y="564571"/>
                  <a:pt x="4796163" y="576765"/>
                </a:cubicBezTo>
                <a:cubicBezTo>
                  <a:pt x="4776672" y="588862"/>
                  <a:pt x="4758237" y="602401"/>
                  <a:pt x="4738843" y="614691"/>
                </a:cubicBezTo>
                <a:cubicBezTo>
                  <a:pt x="4719831" y="626693"/>
                  <a:pt x="4702645" y="639846"/>
                  <a:pt x="4692755" y="661162"/>
                </a:cubicBezTo>
                <a:cubicBezTo>
                  <a:pt x="4688339" y="670571"/>
                  <a:pt x="4682097" y="680845"/>
                  <a:pt x="4673744" y="686318"/>
                </a:cubicBezTo>
                <a:cubicBezTo>
                  <a:pt x="4661838" y="694095"/>
                  <a:pt x="4646764" y="696880"/>
                  <a:pt x="4633801" y="703505"/>
                </a:cubicBezTo>
                <a:cubicBezTo>
                  <a:pt x="4618535" y="711282"/>
                  <a:pt x="4600869" y="718003"/>
                  <a:pt x="4590499" y="730389"/>
                </a:cubicBezTo>
                <a:cubicBezTo>
                  <a:pt x="4581281" y="741431"/>
                  <a:pt x="4571968" y="750072"/>
                  <a:pt x="4559773" y="757081"/>
                </a:cubicBezTo>
                <a:cubicBezTo>
                  <a:pt x="4551229" y="761978"/>
                  <a:pt x="4544892" y="770907"/>
                  <a:pt x="4536059" y="774940"/>
                </a:cubicBezTo>
                <a:cubicBezTo>
                  <a:pt x="4524441" y="780317"/>
                  <a:pt x="4512727" y="784542"/>
                  <a:pt x="4502549" y="792895"/>
                </a:cubicBezTo>
                <a:cubicBezTo>
                  <a:pt x="4491987" y="801536"/>
                  <a:pt x="4479986" y="808353"/>
                  <a:pt x="4468944" y="816419"/>
                </a:cubicBezTo>
                <a:cubicBezTo>
                  <a:pt x="4463087" y="820739"/>
                  <a:pt x="4458286" y="826404"/>
                  <a:pt x="4452622" y="830917"/>
                </a:cubicBezTo>
                <a:cubicBezTo>
                  <a:pt x="4442252" y="839174"/>
                  <a:pt x="4431690" y="847239"/>
                  <a:pt x="4421032" y="855016"/>
                </a:cubicBezTo>
                <a:cubicBezTo>
                  <a:pt x="4410375" y="862794"/>
                  <a:pt x="4400197" y="871819"/>
                  <a:pt x="4388483" y="877484"/>
                </a:cubicBezTo>
                <a:cubicBezTo>
                  <a:pt x="4368513" y="887086"/>
                  <a:pt x="4346717" y="892847"/>
                  <a:pt x="4327321" y="903216"/>
                </a:cubicBezTo>
                <a:cubicBezTo>
                  <a:pt x="4307639" y="913777"/>
                  <a:pt x="4289107" y="927028"/>
                  <a:pt x="4271633" y="941046"/>
                </a:cubicBezTo>
                <a:cubicBezTo>
                  <a:pt x="4257807" y="952088"/>
                  <a:pt x="4244845" y="963034"/>
                  <a:pt x="4227465" y="968698"/>
                </a:cubicBezTo>
                <a:cubicBezTo>
                  <a:pt x="4217768" y="971867"/>
                  <a:pt x="4207591" y="978780"/>
                  <a:pt x="4201733" y="986846"/>
                </a:cubicBezTo>
                <a:cubicBezTo>
                  <a:pt x="4189059" y="1004416"/>
                  <a:pt x="4172833" y="1016802"/>
                  <a:pt x="4154494" y="1027364"/>
                </a:cubicBezTo>
                <a:cubicBezTo>
                  <a:pt x="4130010" y="1041574"/>
                  <a:pt x="4105814" y="1056072"/>
                  <a:pt x="4081234" y="1069994"/>
                </a:cubicBezTo>
                <a:cubicBezTo>
                  <a:pt x="4066737" y="1078252"/>
                  <a:pt x="4052335" y="1086989"/>
                  <a:pt x="4036971" y="1093038"/>
                </a:cubicBezTo>
                <a:cubicBezTo>
                  <a:pt x="4005575" y="1105520"/>
                  <a:pt x="3973410" y="1116177"/>
                  <a:pt x="3941725" y="1127796"/>
                </a:cubicBezTo>
                <a:cubicBezTo>
                  <a:pt x="3931355" y="1131540"/>
                  <a:pt x="3921561" y="1136917"/>
                  <a:pt x="3910999" y="1140182"/>
                </a:cubicBezTo>
                <a:cubicBezTo>
                  <a:pt x="3899573" y="1143734"/>
                  <a:pt x="3887285" y="1144790"/>
                  <a:pt x="3875859" y="1148343"/>
                </a:cubicBezTo>
                <a:cubicBezTo>
                  <a:pt x="3856847" y="1154199"/>
                  <a:pt x="3838412" y="1161689"/>
                  <a:pt x="3819401" y="1167642"/>
                </a:cubicBezTo>
                <a:cubicBezTo>
                  <a:pt x="3782723" y="1179068"/>
                  <a:pt x="3745949" y="1190014"/>
                  <a:pt x="3709176" y="1200863"/>
                </a:cubicBezTo>
                <a:cubicBezTo>
                  <a:pt x="3701303" y="1203168"/>
                  <a:pt x="3692757" y="1203456"/>
                  <a:pt x="3684981" y="1205952"/>
                </a:cubicBezTo>
                <a:cubicBezTo>
                  <a:pt x="3664337" y="1212673"/>
                  <a:pt x="3643789" y="1219970"/>
                  <a:pt x="3623338" y="1227363"/>
                </a:cubicBezTo>
                <a:cubicBezTo>
                  <a:pt x="3610953" y="1231876"/>
                  <a:pt x="3598854" y="1237445"/>
                  <a:pt x="3586373" y="1241765"/>
                </a:cubicBezTo>
                <a:cubicBezTo>
                  <a:pt x="3576387" y="1245222"/>
                  <a:pt x="3566113" y="1247910"/>
                  <a:pt x="3555743" y="1250023"/>
                </a:cubicBezTo>
                <a:cubicBezTo>
                  <a:pt x="3546814" y="1251848"/>
                  <a:pt x="3537501" y="1251655"/>
                  <a:pt x="3528667" y="1253864"/>
                </a:cubicBezTo>
                <a:cubicBezTo>
                  <a:pt x="3504759" y="1259816"/>
                  <a:pt x="3481140" y="1266538"/>
                  <a:pt x="3457424" y="1272874"/>
                </a:cubicBezTo>
                <a:cubicBezTo>
                  <a:pt x="3447919" y="1275371"/>
                  <a:pt x="3438221" y="1277196"/>
                  <a:pt x="3429003" y="1280364"/>
                </a:cubicBezTo>
                <a:cubicBezTo>
                  <a:pt x="3404327" y="1288717"/>
                  <a:pt x="3380036" y="1298222"/>
                  <a:pt x="3355264" y="1306096"/>
                </a:cubicBezTo>
                <a:cubicBezTo>
                  <a:pt x="3334717" y="1312625"/>
                  <a:pt x="3313593" y="1317329"/>
                  <a:pt x="3292757" y="1323090"/>
                </a:cubicBezTo>
                <a:cubicBezTo>
                  <a:pt x="3283924" y="1325587"/>
                  <a:pt x="3275475" y="1329140"/>
                  <a:pt x="3266643" y="1331251"/>
                </a:cubicBezTo>
                <a:cubicBezTo>
                  <a:pt x="3246863" y="1336053"/>
                  <a:pt x="3226796" y="1340085"/>
                  <a:pt x="3206921" y="1344886"/>
                </a:cubicBezTo>
                <a:cubicBezTo>
                  <a:pt x="3195590" y="1347670"/>
                  <a:pt x="3184645" y="1352663"/>
                  <a:pt x="3173123" y="1354488"/>
                </a:cubicBezTo>
                <a:cubicBezTo>
                  <a:pt x="3145759" y="1358808"/>
                  <a:pt x="3118203" y="1361880"/>
                  <a:pt x="3090646" y="1365337"/>
                </a:cubicBezTo>
                <a:cubicBezTo>
                  <a:pt x="3062227" y="1368889"/>
                  <a:pt x="3033902" y="1372634"/>
                  <a:pt x="3005480" y="1375802"/>
                </a:cubicBezTo>
                <a:cubicBezTo>
                  <a:pt x="2989926" y="1377435"/>
                  <a:pt x="2974275" y="1377723"/>
                  <a:pt x="2958721" y="1379259"/>
                </a:cubicBezTo>
                <a:cubicBezTo>
                  <a:pt x="2945087" y="1380604"/>
                  <a:pt x="2931549" y="1383100"/>
                  <a:pt x="2917915" y="1384733"/>
                </a:cubicBezTo>
                <a:cubicBezTo>
                  <a:pt x="2906105" y="1386076"/>
                  <a:pt x="2894199" y="1386844"/>
                  <a:pt x="2882389" y="1388189"/>
                </a:cubicBezTo>
                <a:cubicBezTo>
                  <a:pt x="2863475" y="1390397"/>
                  <a:pt x="2844655" y="1392894"/>
                  <a:pt x="2825837" y="1395198"/>
                </a:cubicBezTo>
                <a:cubicBezTo>
                  <a:pt x="2817964" y="1396062"/>
                  <a:pt x="2809706" y="1398462"/>
                  <a:pt x="2802313" y="1397023"/>
                </a:cubicBezTo>
                <a:cubicBezTo>
                  <a:pt x="2783686" y="1393373"/>
                  <a:pt x="2765347" y="1394430"/>
                  <a:pt x="2746816" y="1396926"/>
                </a:cubicBezTo>
                <a:cubicBezTo>
                  <a:pt x="2740479" y="1397791"/>
                  <a:pt x="2733662" y="1397598"/>
                  <a:pt x="2727517" y="1395966"/>
                </a:cubicBezTo>
                <a:cubicBezTo>
                  <a:pt x="2714939" y="1392701"/>
                  <a:pt x="2702745" y="1388092"/>
                  <a:pt x="2690359" y="1384060"/>
                </a:cubicBezTo>
                <a:cubicBezTo>
                  <a:pt x="2689014" y="1383580"/>
                  <a:pt x="2687382" y="1383484"/>
                  <a:pt x="2685943" y="1383196"/>
                </a:cubicBezTo>
                <a:cubicBezTo>
                  <a:pt x="2677781" y="1381563"/>
                  <a:pt x="2669717" y="1379931"/>
                  <a:pt x="2661554" y="1378491"/>
                </a:cubicBezTo>
                <a:cubicBezTo>
                  <a:pt x="2657138" y="1377723"/>
                  <a:pt x="2652625" y="1377627"/>
                  <a:pt x="2648208" y="1376955"/>
                </a:cubicBezTo>
                <a:cubicBezTo>
                  <a:pt x="2631118" y="1374266"/>
                  <a:pt x="2612299" y="1378779"/>
                  <a:pt x="2597512" y="1367162"/>
                </a:cubicBezTo>
                <a:cubicBezTo>
                  <a:pt x="2587911" y="1359672"/>
                  <a:pt x="2578597" y="1361401"/>
                  <a:pt x="2568324" y="1362553"/>
                </a:cubicBezTo>
                <a:cubicBezTo>
                  <a:pt x="2560547" y="1363417"/>
                  <a:pt x="2552577" y="1363128"/>
                  <a:pt x="2544704" y="1363225"/>
                </a:cubicBezTo>
                <a:cubicBezTo>
                  <a:pt x="2530878" y="1363512"/>
                  <a:pt x="2517052" y="1363609"/>
                  <a:pt x="2503225" y="1364089"/>
                </a:cubicBezTo>
                <a:cubicBezTo>
                  <a:pt x="2498808" y="1364281"/>
                  <a:pt x="2494297" y="1366682"/>
                  <a:pt x="2489975" y="1366298"/>
                </a:cubicBezTo>
                <a:cubicBezTo>
                  <a:pt x="2470004" y="1364473"/>
                  <a:pt x="2450033" y="1361592"/>
                  <a:pt x="2430061" y="1359960"/>
                </a:cubicBezTo>
                <a:cubicBezTo>
                  <a:pt x="2418732" y="1359001"/>
                  <a:pt x="2407114" y="1360824"/>
                  <a:pt x="2395880" y="1359480"/>
                </a:cubicBezTo>
                <a:cubicBezTo>
                  <a:pt x="2382919" y="1357944"/>
                  <a:pt x="2370245" y="1354008"/>
                  <a:pt x="2357378" y="1351607"/>
                </a:cubicBezTo>
                <a:cubicBezTo>
                  <a:pt x="2353826" y="1350935"/>
                  <a:pt x="2349889" y="1351799"/>
                  <a:pt x="2346145" y="1351991"/>
                </a:cubicBezTo>
                <a:cubicBezTo>
                  <a:pt x="2341920" y="1352183"/>
                  <a:pt x="2337791" y="1352567"/>
                  <a:pt x="2333567" y="1352663"/>
                </a:cubicBezTo>
                <a:cubicBezTo>
                  <a:pt x="2320700" y="1352856"/>
                  <a:pt x="2307835" y="1352567"/>
                  <a:pt x="2294968" y="1353240"/>
                </a:cubicBezTo>
                <a:cubicBezTo>
                  <a:pt x="2287095" y="1353624"/>
                  <a:pt x="2278839" y="1357560"/>
                  <a:pt x="2271540" y="1356120"/>
                </a:cubicBezTo>
                <a:cubicBezTo>
                  <a:pt x="2256659" y="1353335"/>
                  <a:pt x="2241776" y="1359576"/>
                  <a:pt x="2226895" y="1354392"/>
                </a:cubicBezTo>
                <a:cubicBezTo>
                  <a:pt x="2222285" y="1352856"/>
                  <a:pt x="2215948" y="1356696"/>
                  <a:pt x="2210379" y="1356888"/>
                </a:cubicBezTo>
                <a:cubicBezTo>
                  <a:pt x="2196457" y="1357368"/>
                  <a:pt x="2182535" y="1357272"/>
                  <a:pt x="2168613" y="1357176"/>
                </a:cubicBezTo>
                <a:cubicBezTo>
                  <a:pt x="2156131" y="1357080"/>
                  <a:pt x="2143168" y="1358424"/>
                  <a:pt x="2131167" y="1355736"/>
                </a:cubicBezTo>
                <a:cubicBezTo>
                  <a:pt x="2118588" y="1352856"/>
                  <a:pt x="2107259" y="1353240"/>
                  <a:pt x="2095065" y="1356504"/>
                </a:cubicBezTo>
                <a:cubicBezTo>
                  <a:pt x="2086711" y="1358712"/>
                  <a:pt x="2077878" y="1359001"/>
                  <a:pt x="2069237" y="1359672"/>
                </a:cubicBezTo>
                <a:cubicBezTo>
                  <a:pt x="2059924" y="1360440"/>
                  <a:pt x="2049650" y="1358424"/>
                  <a:pt x="2041201" y="1361592"/>
                </a:cubicBezTo>
                <a:cubicBezTo>
                  <a:pt x="2016044" y="1371002"/>
                  <a:pt x="1990216" y="1373018"/>
                  <a:pt x="1963909" y="1373018"/>
                </a:cubicBezTo>
                <a:cubicBezTo>
                  <a:pt x="1959107" y="1373018"/>
                  <a:pt x="1954210" y="1371675"/>
                  <a:pt x="1949603" y="1370234"/>
                </a:cubicBezTo>
                <a:cubicBezTo>
                  <a:pt x="1922717" y="1361592"/>
                  <a:pt x="1895737" y="1362360"/>
                  <a:pt x="1868373" y="1367641"/>
                </a:cubicBezTo>
                <a:cubicBezTo>
                  <a:pt x="1862708" y="1368794"/>
                  <a:pt x="1856372" y="1368986"/>
                  <a:pt x="1850707" y="1367834"/>
                </a:cubicBezTo>
                <a:cubicBezTo>
                  <a:pt x="1834768" y="1364473"/>
                  <a:pt x="1819309" y="1358904"/>
                  <a:pt x="1803275" y="1356504"/>
                </a:cubicBezTo>
                <a:cubicBezTo>
                  <a:pt x="1776775" y="1352567"/>
                  <a:pt x="1753828" y="1365817"/>
                  <a:pt x="1730112" y="1374459"/>
                </a:cubicBezTo>
                <a:cubicBezTo>
                  <a:pt x="1707548" y="1382620"/>
                  <a:pt x="1688345" y="1401055"/>
                  <a:pt x="1661652" y="1396926"/>
                </a:cubicBezTo>
                <a:cubicBezTo>
                  <a:pt x="1658965" y="1396542"/>
                  <a:pt x="1655988" y="1399134"/>
                  <a:pt x="1653011" y="1399807"/>
                </a:cubicBezTo>
                <a:cubicBezTo>
                  <a:pt x="1644850" y="1401631"/>
                  <a:pt x="1636689" y="1403839"/>
                  <a:pt x="1628431" y="1404704"/>
                </a:cubicBezTo>
                <a:cubicBezTo>
                  <a:pt x="1618350" y="1405856"/>
                  <a:pt x="1608076" y="1405472"/>
                  <a:pt x="1597995" y="1406432"/>
                </a:cubicBezTo>
                <a:cubicBezTo>
                  <a:pt x="1585032" y="1407584"/>
                  <a:pt x="1572263" y="1410656"/>
                  <a:pt x="1559396" y="1410656"/>
                </a:cubicBezTo>
                <a:cubicBezTo>
                  <a:pt x="1549026" y="1410656"/>
                  <a:pt x="1538753" y="1407104"/>
                  <a:pt x="1528480" y="1405375"/>
                </a:cubicBezTo>
                <a:cubicBezTo>
                  <a:pt x="1513981" y="1402975"/>
                  <a:pt x="1498042" y="1403647"/>
                  <a:pt x="1485272" y="1397502"/>
                </a:cubicBezTo>
                <a:cubicBezTo>
                  <a:pt x="1471639" y="1390973"/>
                  <a:pt x="1458676" y="1387997"/>
                  <a:pt x="1444562" y="1390013"/>
                </a:cubicBezTo>
                <a:cubicBezTo>
                  <a:pt x="1439857" y="1390685"/>
                  <a:pt x="1433808" y="1394718"/>
                  <a:pt x="1431696" y="1398846"/>
                </a:cubicBezTo>
                <a:cubicBezTo>
                  <a:pt x="1426991" y="1408064"/>
                  <a:pt x="1420559" y="1409697"/>
                  <a:pt x="1411821" y="1406527"/>
                </a:cubicBezTo>
                <a:cubicBezTo>
                  <a:pt x="1404236" y="1403839"/>
                  <a:pt x="1394922" y="1402495"/>
                  <a:pt x="1389738" y="1397310"/>
                </a:cubicBezTo>
                <a:cubicBezTo>
                  <a:pt x="1375047" y="1382620"/>
                  <a:pt x="1356324" y="1382140"/>
                  <a:pt x="1338081" y="1378204"/>
                </a:cubicBezTo>
                <a:cubicBezTo>
                  <a:pt x="1326945" y="1375802"/>
                  <a:pt x="1316574" y="1375707"/>
                  <a:pt x="1305436" y="1377339"/>
                </a:cubicBezTo>
                <a:cubicBezTo>
                  <a:pt x="1281241" y="1380988"/>
                  <a:pt x="1257717" y="1375802"/>
                  <a:pt x="1234481" y="1369178"/>
                </a:cubicBezTo>
                <a:cubicBezTo>
                  <a:pt x="1219118" y="1364761"/>
                  <a:pt x="1203372" y="1362073"/>
                  <a:pt x="1188106" y="1357560"/>
                </a:cubicBezTo>
                <a:cubicBezTo>
                  <a:pt x="1176680" y="1354104"/>
                  <a:pt x="1165255" y="1349975"/>
                  <a:pt x="1154790" y="1344406"/>
                </a:cubicBezTo>
                <a:cubicBezTo>
                  <a:pt x="1139618" y="1336244"/>
                  <a:pt x="1126369" y="1323954"/>
                  <a:pt x="1107069" y="1327219"/>
                </a:cubicBezTo>
                <a:cubicBezTo>
                  <a:pt x="1090074" y="1330099"/>
                  <a:pt x="1074713" y="1324051"/>
                  <a:pt x="1059158" y="1318290"/>
                </a:cubicBezTo>
                <a:cubicBezTo>
                  <a:pt x="1047732" y="1314065"/>
                  <a:pt x="1036308" y="1309744"/>
                  <a:pt x="1024496" y="1307056"/>
                </a:cubicBezTo>
                <a:cubicBezTo>
                  <a:pt x="1010478" y="1303887"/>
                  <a:pt x="994635" y="1305232"/>
                  <a:pt x="982153" y="1299374"/>
                </a:cubicBezTo>
                <a:cubicBezTo>
                  <a:pt x="969095" y="1293229"/>
                  <a:pt x="958246" y="1297358"/>
                  <a:pt x="946628" y="1299087"/>
                </a:cubicBezTo>
                <a:cubicBezTo>
                  <a:pt x="928097" y="1301775"/>
                  <a:pt x="909661" y="1306768"/>
                  <a:pt x="890939" y="1300431"/>
                </a:cubicBezTo>
                <a:cubicBezTo>
                  <a:pt x="868184" y="1292750"/>
                  <a:pt x="845620" y="1284493"/>
                  <a:pt x="822769" y="1277196"/>
                </a:cubicBezTo>
                <a:cubicBezTo>
                  <a:pt x="813934" y="1274410"/>
                  <a:pt x="804431" y="1273258"/>
                  <a:pt x="795212" y="1272010"/>
                </a:cubicBezTo>
                <a:cubicBezTo>
                  <a:pt x="786476" y="1270954"/>
                  <a:pt x="776010" y="1273642"/>
                  <a:pt x="769288" y="1269610"/>
                </a:cubicBezTo>
                <a:cubicBezTo>
                  <a:pt x="752005" y="1259241"/>
                  <a:pt x="734243" y="1254152"/>
                  <a:pt x="714271" y="1254152"/>
                </a:cubicBezTo>
                <a:cubicBezTo>
                  <a:pt x="706781" y="1254152"/>
                  <a:pt x="699484" y="1249831"/>
                  <a:pt x="691900" y="1249062"/>
                </a:cubicBezTo>
                <a:cubicBezTo>
                  <a:pt x="681529" y="1248103"/>
                  <a:pt x="669623" y="1245510"/>
                  <a:pt x="660598" y="1249159"/>
                </a:cubicBezTo>
                <a:cubicBezTo>
                  <a:pt x="639379" y="1257800"/>
                  <a:pt x="622193" y="1250599"/>
                  <a:pt x="603662" y="1242054"/>
                </a:cubicBezTo>
                <a:cubicBezTo>
                  <a:pt x="585418" y="1233604"/>
                  <a:pt x="566215" y="1226884"/>
                  <a:pt x="546821" y="1221314"/>
                </a:cubicBezTo>
                <a:cubicBezTo>
                  <a:pt x="539524" y="1219298"/>
                  <a:pt x="530787" y="1222659"/>
                  <a:pt x="522721" y="1223330"/>
                </a:cubicBezTo>
                <a:cubicBezTo>
                  <a:pt x="519840" y="1223523"/>
                  <a:pt x="516671" y="1223811"/>
                  <a:pt x="514080" y="1222851"/>
                </a:cubicBezTo>
                <a:cubicBezTo>
                  <a:pt x="489020" y="1213633"/>
                  <a:pt x="463575" y="1206624"/>
                  <a:pt x="436404" y="1211424"/>
                </a:cubicBezTo>
                <a:cubicBezTo>
                  <a:pt x="433908" y="1211905"/>
                  <a:pt x="431123" y="1210849"/>
                  <a:pt x="428626" y="1210177"/>
                </a:cubicBezTo>
                <a:cubicBezTo>
                  <a:pt x="416432" y="1206720"/>
                  <a:pt x="404526" y="1201247"/>
                  <a:pt x="392141" y="1199999"/>
                </a:cubicBezTo>
                <a:cubicBezTo>
                  <a:pt x="361608" y="1196927"/>
                  <a:pt x="330884" y="1195678"/>
                  <a:pt x="300157" y="1193662"/>
                </a:cubicBezTo>
                <a:cubicBezTo>
                  <a:pt x="298237" y="1193566"/>
                  <a:pt x="296221" y="1193566"/>
                  <a:pt x="294493" y="1192894"/>
                </a:cubicBezTo>
                <a:cubicBezTo>
                  <a:pt x="283163" y="1188765"/>
                  <a:pt x="273274" y="1190110"/>
                  <a:pt x="263671" y="1197982"/>
                </a:cubicBezTo>
                <a:cubicBezTo>
                  <a:pt x="259447" y="1201439"/>
                  <a:pt x="253686" y="1203263"/>
                  <a:pt x="248406" y="1205184"/>
                </a:cubicBezTo>
                <a:cubicBezTo>
                  <a:pt x="240628" y="1208065"/>
                  <a:pt x="232659" y="1210849"/>
                  <a:pt x="224594" y="1212673"/>
                </a:cubicBezTo>
                <a:cubicBezTo>
                  <a:pt x="216624" y="1214401"/>
                  <a:pt x="208079" y="1216801"/>
                  <a:pt x="200398" y="1215458"/>
                </a:cubicBezTo>
                <a:cubicBezTo>
                  <a:pt x="186572" y="1213057"/>
                  <a:pt x="173417" y="1207681"/>
                  <a:pt x="159783" y="1204127"/>
                </a:cubicBezTo>
                <a:cubicBezTo>
                  <a:pt x="155079" y="1202879"/>
                  <a:pt x="149893" y="1203072"/>
                  <a:pt x="144997" y="1202975"/>
                </a:cubicBezTo>
                <a:cubicBezTo>
                  <a:pt x="133763" y="1202688"/>
                  <a:pt x="122241" y="1205472"/>
                  <a:pt x="112064" y="1197503"/>
                </a:cubicBezTo>
                <a:cubicBezTo>
                  <a:pt x="102655" y="1190014"/>
                  <a:pt x="93148" y="1192221"/>
                  <a:pt x="83259" y="1197887"/>
                </a:cubicBezTo>
                <a:cubicBezTo>
                  <a:pt x="76154" y="1201920"/>
                  <a:pt x="68090" y="1205088"/>
                  <a:pt x="60120" y="1206624"/>
                </a:cubicBezTo>
                <a:cubicBezTo>
                  <a:pt x="49174" y="1208736"/>
                  <a:pt x="38324" y="1209601"/>
                  <a:pt x="26514" y="1208352"/>
                </a:cubicBezTo>
                <a:cubicBezTo>
                  <a:pt x="18161" y="1207488"/>
                  <a:pt x="11343" y="1207104"/>
                  <a:pt x="4814" y="1202015"/>
                </a:cubicBezTo>
                <a:cubicBezTo>
                  <a:pt x="3759" y="1201247"/>
                  <a:pt x="1839" y="1201055"/>
                  <a:pt x="398" y="1201152"/>
                </a:cubicBezTo>
                <a:lnTo>
                  <a:pt x="0" y="1201150"/>
                </a:lnTo>
                <a:lnTo>
                  <a:pt x="0" y="1004512"/>
                </a:lnTo>
                <a:lnTo>
                  <a:pt x="30355" y="1002784"/>
                </a:lnTo>
                <a:cubicBezTo>
                  <a:pt x="37748" y="1002111"/>
                  <a:pt x="44853" y="999520"/>
                  <a:pt x="52151" y="997695"/>
                </a:cubicBezTo>
                <a:cubicBezTo>
                  <a:pt x="56183" y="996639"/>
                  <a:pt x="60504" y="993855"/>
                  <a:pt x="64248" y="994430"/>
                </a:cubicBezTo>
                <a:cubicBezTo>
                  <a:pt x="85948" y="997791"/>
                  <a:pt x="105823" y="989534"/>
                  <a:pt x="126370" y="985405"/>
                </a:cubicBezTo>
                <a:cubicBezTo>
                  <a:pt x="135876" y="983485"/>
                  <a:pt x="144805" y="978876"/>
                  <a:pt x="154022" y="975708"/>
                </a:cubicBezTo>
                <a:cubicBezTo>
                  <a:pt x="156423" y="974843"/>
                  <a:pt x="159111" y="974075"/>
                  <a:pt x="161512" y="974268"/>
                </a:cubicBezTo>
                <a:cubicBezTo>
                  <a:pt x="175242" y="975420"/>
                  <a:pt x="188876" y="977052"/>
                  <a:pt x="202510" y="978300"/>
                </a:cubicBezTo>
                <a:cubicBezTo>
                  <a:pt x="214896" y="979452"/>
                  <a:pt x="227378" y="979836"/>
                  <a:pt x="233235" y="993950"/>
                </a:cubicBezTo>
                <a:cubicBezTo>
                  <a:pt x="234100" y="996159"/>
                  <a:pt x="236979" y="997791"/>
                  <a:pt x="239188" y="999231"/>
                </a:cubicBezTo>
                <a:cubicBezTo>
                  <a:pt x="273274" y="1021411"/>
                  <a:pt x="291516" y="1020835"/>
                  <a:pt x="324834" y="997407"/>
                </a:cubicBezTo>
                <a:cubicBezTo>
                  <a:pt x="328290" y="995007"/>
                  <a:pt x="335683" y="993278"/>
                  <a:pt x="337987" y="995198"/>
                </a:cubicBezTo>
                <a:cubicBezTo>
                  <a:pt x="357575" y="1011137"/>
                  <a:pt x="378986" y="1009409"/>
                  <a:pt x="401550" y="1004416"/>
                </a:cubicBezTo>
                <a:cubicBezTo>
                  <a:pt x="407407" y="1003072"/>
                  <a:pt x="415664" y="1003072"/>
                  <a:pt x="420081" y="1006240"/>
                </a:cubicBezTo>
                <a:cubicBezTo>
                  <a:pt x="441108" y="1020930"/>
                  <a:pt x="463672" y="1018819"/>
                  <a:pt x="486523" y="1014498"/>
                </a:cubicBezTo>
                <a:cubicBezTo>
                  <a:pt x="490075" y="1013826"/>
                  <a:pt x="494397" y="1010177"/>
                  <a:pt x="495932" y="1006817"/>
                </a:cubicBezTo>
                <a:cubicBezTo>
                  <a:pt x="501406" y="994911"/>
                  <a:pt x="511680" y="990878"/>
                  <a:pt x="523009" y="987517"/>
                </a:cubicBezTo>
                <a:cubicBezTo>
                  <a:pt x="540868" y="982044"/>
                  <a:pt x="558438" y="975611"/>
                  <a:pt x="576393" y="970427"/>
                </a:cubicBezTo>
                <a:cubicBezTo>
                  <a:pt x="580811" y="969179"/>
                  <a:pt x="586283" y="969947"/>
                  <a:pt x="590892" y="971387"/>
                </a:cubicBezTo>
                <a:cubicBezTo>
                  <a:pt x="606638" y="976284"/>
                  <a:pt x="616624" y="988574"/>
                  <a:pt x="627569" y="999904"/>
                </a:cubicBezTo>
                <a:cubicBezTo>
                  <a:pt x="632370" y="1004897"/>
                  <a:pt x="638995" y="1008449"/>
                  <a:pt x="645429" y="1011329"/>
                </a:cubicBezTo>
                <a:cubicBezTo>
                  <a:pt x="662135" y="1018723"/>
                  <a:pt x="679226" y="1025348"/>
                  <a:pt x="696125" y="1032356"/>
                </a:cubicBezTo>
                <a:cubicBezTo>
                  <a:pt x="697757" y="1033029"/>
                  <a:pt x="699100" y="1034757"/>
                  <a:pt x="700349" y="1036197"/>
                </a:cubicBezTo>
                <a:cubicBezTo>
                  <a:pt x="712831" y="1051368"/>
                  <a:pt x="725216" y="1066634"/>
                  <a:pt x="737795" y="1081804"/>
                </a:cubicBezTo>
                <a:cubicBezTo>
                  <a:pt x="740195" y="1084684"/>
                  <a:pt x="743652" y="1086797"/>
                  <a:pt x="746244" y="1089581"/>
                </a:cubicBezTo>
                <a:cubicBezTo>
                  <a:pt x="749893" y="1093422"/>
                  <a:pt x="754502" y="1097071"/>
                  <a:pt x="756422" y="1101680"/>
                </a:cubicBezTo>
                <a:cubicBezTo>
                  <a:pt x="762374" y="1116177"/>
                  <a:pt x="773801" y="1122419"/>
                  <a:pt x="788202" y="1125108"/>
                </a:cubicBezTo>
                <a:cubicBezTo>
                  <a:pt x="801357" y="1127603"/>
                  <a:pt x="814511" y="1129716"/>
                  <a:pt x="827569" y="1132596"/>
                </a:cubicBezTo>
                <a:cubicBezTo>
                  <a:pt x="843507" y="1136053"/>
                  <a:pt x="859350" y="1139798"/>
                  <a:pt x="875097" y="1144022"/>
                </a:cubicBezTo>
                <a:cubicBezTo>
                  <a:pt x="881913" y="1145847"/>
                  <a:pt x="889115" y="1147959"/>
                  <a:pt x="894972" y="1151704"/>
                </a:cubicBezTo>
                <a:cubicBezTo>
                  <a:pt x="911390" y="1162073"/>
                  <a:pt x="928961" y="1169082"/>
                  <a:pt x="948260" y="1166298"/>
                </a:cubicBezTo>
                <a:cubicBezTo>
                  <a:pt x="963718" y="1164089"/>
                  <a:pt x="976680" y="1169754"/>
                  <a:pt x="986282" y="1178588"/>
                </a:cubicBezTo>
                <a:cubicBezTo>
                  <a:pt x="1003757" y="1194623"/>
                  <a:pt x="1022479" y="1190973"/>
                  <a:pt x="1041107" y="1185789"/>
                </a:cubicBezTo>
                <a:cubicBezTo>
                  <a:pt x="1050708" y="1183101"/>
                  <a:pt x="1058581" y="1183485"/>
                  <a:pt x="1067703" y="1186076"/>
                </a:cubicBezTo>
                <a:cubicBezTo>
                  <a:pt x="1088826" y="1192126"/>
                  <a:pt x="1102941" y="1208544"/>
                  <a:pt x="1116574" y="1222946"/>
                </a:cubicBezTo>
                <a:cubicBezTo>
                  <a:pt x="1128193" y="1235236"/>
                  <a:pt x="1141251" y="1242149"/>
                  <a:pt x="1155557" y="1247335"/>
                </a:cubicBezTo>
                <a:cubicBezTo>
                  <a:pt x="1173608" y="1253959"/>
                  <a:pt x="1187914" y="1251464"/>
                  <a:pt x="1196556" y="1235525"/>
                </a:cubicBezTo>
                <a:cubicBezTo>
                  <a:pt x="1198956" y="1231012"/>
                  <a:pt x="1203180" y="1225730"/>
                  <a:pt x="1207693" y="1224387"/>
                </a:cubicBezTo>
                <a:cubicBezTo>
                  <a:pt x="1229488" y="1217666"/>
                  <a:pt x="1251572" y="1207872"/>
                  <a:pt x="1274904" y="1213826"/>
                </a:cubicBezTo>
                <a:cubicBezTo>
                  <a:pt x="1307165" y="1221987"/>
                  <a:pt x="1338658" y="1221507"/>
                  <a:pt x="1370919" y="1213442"/>
                </a:cubicBezTo>
                <a:cubicBezTo>
                  <a:pt x="1423247" y="1200383"/>
                  <a:pt x="1475575" y="1186557"/>
                  <a:pt x="1530593" y="1189437"/>
                </a:cubicBezTo>
                <a:cubicBezTo>
                  <a:pt x="1539713" y="1189917"/>
                  <a:pt x="1550563" y="1184060"/>
                  <a:pt x="1558436" y="1178299"/>
                </a:cubicBezTo>
                <a:cubicBezTo>
                  <a:pt x="1573511" y="1167354"/>
                  <a:pt x="1572838" y="1166489"/>
                  <a:pt x="1589737" y="1175515"/>
                </a:cubicBezTo>
                <a:cubicBezTo>
                  <a:pt x="1593770" y="1177724"/>
                  <a:pt x="1598763" y="1179068"/>
                  <a:pt x="1601740" y="1182333"/>
                </a:cubicBezTo>
                <a:cubicBezTo>
                  <a:pt x="1616909" y="1198943"/>
                  <a:pt x="1635633" y="1194910"/>
                  <a:pt x="1654259" y="1192510"/>
                </a:cubicBezTo>
                <a:cubicBezTo>
                  <a:pt x="1657524" y="1192030"/>
                  <a:pt x="1661460" y="1191358"/>
                  <a:pt x="1664246" y="1192702"/>
                </a:cubicBezTo>
                <a:cubicBezTo>
                  <a:pt x="1676823" y="1198750"/>
                  <a:pt x="1687481" y="1196639"/>
                  <a:pt x="1698427" y="1188381"/>
                </a:cubicBezTo>
                <a:cubicBezTo>
                  <a:pt x="1707932" y="1181276"/>
                  <a:pt x="1718878" y="1177052"/>
                  <a:pt x="1730112" y="1185885"/>
                </a:cubicBezTo>
                <a:cubicBezTo>
                  <a:pt x="1755076" y="1205472"/>
                  <a:pt x="1781767" y="1206432"/>
                  <a:pt x="1809996" y="1194046"/>
                </a:cubicBezTo>
                <a:cubicBezTo>
                  <a:pt x="1830159" y="1185213"/>
                  <a:pt x="1850034" y="1183196"/>
                  <a:pt x="1871254" y="1192126"/>
                </a:cubicBezTo>
                <a:cubicBezTo>
                  <a:pt x="1879415" y="1195582"/>
                  <a:pt x="1889977" y="1193278"/>
                  <a:pt x="1899482" y="1194046"/>
                </a:cubicBezTo>
                <a:cubicBezTo>
                  <a:pt x="1904859" y="1194430"/>
                  <a:pt x="1910813" y="1194526"/>
                  <a:pt x="1915420" y="1196927"/>
                </a:cubicBezTo>
                <a:cubicBezTo>
                  <a:pt x="1927711" y="1203072"/>
                  <a:pt x="1939136" y="1210945"/>
                  <a:pt x="1951522" y="1216994"/>
                </a:cubicBezTo>
                <a:cubicBezTo>
                  <a:pt x="1957475" y="1219874"/>
                  <a:pt x="1964580" y="1221410"/>
                  <a:pt x="1971302" y="1221507"/>
                </a:cubicBezTo>
                <a:cubicBezTo>
                  <a:pt x="1991177" y="1221987"/>
                  <a:pt x="2011052" y="1221987"/>
                  <a:pt x="2030831" y="1221123"/>
                </a:cubicBezTo>
                <a:cubicBezTo>
                  <a:pt x="2063476" y="1219778"/>
                  <a:pt x="2096601" y="1219490"/>
                  <a:pt x="2120125" y="1190878"/>
                </a:cubicBezTo>
                <a:cubicBezTo>
                  <a:pt x="2122046" y="1188573"/>
                  <a:pt x="2126174" y="1187229"/>
                  <a:pt x="2129439" y="1186845"/>
                </a:cubicBezTo>
                <a:cubicBezTo>
                  <a:pt x="2144513" y="1185021"/>
                  <a:pt x="2159971" y="1184828"/>
                  <a:pt x="2174854" y="1181852"/>
                </a:cubicBezTo>
                <a:cubicBezTo>
                  <a:pt x="2186760" y="1179452"/>
                  <a:pt x="2196650" y="1180220"/>
                  <a:pt x="2205674" y="1188669"/>
                </a:cubicBezTo>
                <a:cubicBezTo>
                  <a:pt x="2217485" y="1199807"/>
                  <a:pt x="2231887" y="1206336"/>
                  <a:pt x="2247634" y="1202784"/>
                </a:cubicBezTo>
                <a:cubicBezTo>
                  <a:pt x="2263379" y="1199327"/>
                  <a:pt x="2273749" y="1206816"/>
                  <a:pt x="2285367" y="1214594"/>
                </a:cubicBezTo>
                <a:cubicBezTo>
                  <a:pt x="2293817" y="1220258"/>
                  <a:pt x="2303418" y="1227363"/>
                  <a:pt x="2312827" y="1227939"/>
                </a:cubicBezTo>
                <a:cubicBezTo>
                  <a:pt x="2334143" y="1229187"/>
                  <a:pt x="2352482" y="1248967"/>
                  <a:pt x="2375622" y="1237733"/>
                </a:cubicBezTo>
                <a:cubicBezTo>
                  <a:pt x="2377158" y="1236965"/>
                  <a:pt x="2379942" y="1238885"/>
                  <a:pt x="2382151" y="1239365"/>
                </a:cubicBezTo>
                <a:cubicBezTo>
                  <a:pt x="2399817" y="1243014"/>
                  <a:pt x="2416428" y="1239461"/>
                  <a:pt x="2429390" y="1227459"/>
                </a:cubicBezTo>
                <a:cubicBezTo>
                  <a:pt x="2446385" y="1211809"/>
                  <a:pt x="2465203" y="1210272"/>
                  <a:pt x="2486134" y="1215362"/>
                </a:cubicBezTo>
                <a:cubicBezTo>
                  <a:pt x="2492856" y="1216994"/>
                  <a:pt x="2499577" y="1218146"/>
                  <a:pt x="2506394" y="1219490"/>
                </a:cubicBezTo>
                <a:cubicBezTo>
                  <a:pt x="2515611" y="1221410"/>
                  <a:pt x="2524925" y="1223427"/>
                  <a:pt x="2534142" y="1225347"/>
                </a:cubicBezTo>
                <a:cubicBezTo>
                  <a:pt x="2543072" y="1227268"/>
                  <a:pt x="2552962" y="1230532"/>
                  <a:pt x="2559874" y="1222275"/>
                </a:cubicBezTo>
                <a:cubicBezTo>
                  <a:pt x="2565827" y="1215169"/>
                  <a:pt x="2570052" y="1215842"/>
                  <a:pt x="2575525" y="1221987"/>
                </a:cubicBezTo>
                <a:cubicBezTo>
                  <a:pt x="2594536" y="1243494"/>
                  <a:pt x="2617580" y="1256936"/>
                  <a:pt x="2646960" y="1257896"/>
                </a:cubicBezTo>
                <a:cubicBezTo>
                  <a:pt x="2653009" y="1258088"/>
                  <a:pt x="2659154" y="1259432"/>
                  <a:pt x="2665107" y="1260873"/>
                </a:cubicBezTo>
                <a:cubicBezTo>
                  <a:pt x="2668756" y="1261736"/>
                  <a:pt x="2673173" y="1262697"/>
                  <a:pt x="2675381" y="1265290"/>
                </a:cubicBezTo>
                <a:cubicBezTo>
                  <a:pt x="2692567" y="1285068"/>
                  <a:pt x="2713979" y="1298799"/>
                  <a:pt x="2737311" y="1309841"/>
                </a:cubicBezTo>
                <a:cubicBezTo>
                  <a:pt x="2745664" y="1313777"/>
                  <a:pt x="2754594" y="1317713"/>
                  <a:pt x="2763619" y="1318866"/>
                </a:cubicBezTo>
                <a:cubicBezTo>
                  <a:pt x="2773028" y="1320018"/>
                  <a:pt x="2782917" y="1318098"/>
                  <a:pt x="2792519" y="1317041"/>
                </a:cubicBezTo>
                <a:cubicBezTo>
                  <a:pt x="2798184" y="1316466"/>
                  <a:pt x="2804713" y="1316561"/>
                  <a:pt x="2809226" y="1313777"/>
                </a:cubicBezTo>
                <a:cubicBezTo>
                  <a:pt x="2823532" y="1305039"/>
                  <a:pt x="2837358" y="1295631"/>
                  <a:pt x="2850705" y="1285452"/>
                </a:cubicBezTo>
                <a:cubicBezTo>
                  <a:pt x="2862131" y="1276715"/>
                  <a:pt x="2864435" y="1275467"/>
                  <a:pt x="2874324" y="1286413"/>
                </a:cubicBezTo>
                <a:cubicBezTo>
                  <a:pt x="2884502" y="1297647"/>
                  <a:pt x="2897176" y="1303503"/>
                  <a:pt x="2911194" y="1305903"/>
                </a:cubicBezTo>
                <a:cubicBezTo>
                  <a:pt x="2933373" y="1309648"/>
                  <a:pt x="2955745" y="1312816"/>
                  <a:pt x="2978116" y="1314641"/>
                </a:cubicBezTo>
                <a:cubicBezTo>
                  <a:pt x="2998375" y="1316273"/>
                  <a:pt x="3008073" y="1307440"/>
                  <a:pt x="3012106" y="1287373"/>
                </a:cubicBezTo>
                <a:cubicBezTo>
                  <a:pt x="3014410" y="1276235"/>
                  <a:pt x="3017387" y="1264137"/>
                  <a:pt x="3029676" y="1261161"/>
                </a:cubicBezTo>
                <a:cubicBezTo>
                  <a:pt x="3049744" y="1256360"/>
                  <a:pt x="3070579" y="1254248"/>
                  <a:pt x="3080469" y="1230724"/>
                </a:cubicBezTo>
                <a:cubicBezTo>
                  <a:pt x="3085941" y="1235909"/>
                  <a:pt x="3089302" y="1238981"/>
                  <a:pt x="3092567" y="1242054"/>
                </a:cubicBezTo>
                <a:cubicBezTo>
                  <a:pt x="3101592" y="1250599"/>
                  <a:pt x="3120314" y="1254248"/>
                  <a:pt x="3129821" y="1246855"/>
                </a:cubicBezTo>
                <a:cubicBezTo>
                  <a:pt x="3143839" y="1236101"/>
                  <a:pt x="3156705" y="1238117"/>
                  <a:pt x="3170147" y="1246471"/>
                </a:cubicBezTo>
                <a:cubicBezTo>
                  <a:pt x="3192615" y="1260297"/>
                  <a:pt x="3217674" y="1257128"/>
                  <a:pt x="3240429" y="1251559"/>
                </a:cubicBezTo>
                <a:cubicBezTo>
                  <a:pt x="3257617" y="1247430"/>
                  <a:pt x="3275956" y="1239845"/>
                  <a:pt x="3287189" y="1222466"/>
                </a:cubicBezTo>
                <a:cubicBezTo>
                  <a:pt x="3290741" y="1216898"/>
                  <a:pt x="3298711" y="1214113"/>
                  <a:pt x="3305049" y="1210465"/>
                </a:cubicBezTo>
                <a:cubicBezTo>
                  <a:pt x="3310329" y="1207488"/>
                  <a:pt x="3315898" y="1204704"/>
                  <a:pt x="3321755" y="1202784"/>
                </a:cubicBezTo>
                <a:cubicBezTo>
                  <a:pt x="3327995" y="1200671"/>
                  <a:pt x="3334909" y="1197598"/>
                  <a:pt x="3341055" y="1198463"/>
                </a:cubicBezTo>
                <a:cubicBezTo>
                  <a:pt x="3359681" y="1200959"/>
                  <a:pt x="3374467" y="1196062"/>
                  <a:pt x="3387621" y="1182140"/>
                </a:cubicBezTo>
                <a:cubicBezTo>
                  <a:pt x="3394439" y="1174939"/>
                  <a:pt x="3404520" y="1166202"/>
                  <a:pt x="3413161" y="1166105"/>
                </a:cubicBezTo>
                <a:cubicBezTo>
                  <a:pt x="3434189" y="1165818"/>
                  <a:pt x="3451663" y="1158905"/>
                  <a:pt x="3470579" y="1150647"/>
                </a:cubicBezTo>
                <a:cubicBezTo>
                  <a:pt x="3482772" y="1145366"/>
                  <a:pt x="3496598" y="1141718"/>
                  <a:pt x="3509657" y="1136821"/>
                </a:cubicBezTo>
                <a:cubicBezTo>
                  <a:pt x="3524923" y="1131060"/>
                  <a:pt x="3541534" y="1128948"/>
                  <a:pt x="3550847" y="1113009"/>
                </a:cubicBezTo>
                <a:cubicBezTo>
                  <a:pt x="3551903" y="1111281"/>
                  <a:pt x="3555072" y="1110993"/>
                  <a:pt x="3556608" y="1109361"/>
                </a:cubicBezTo>
                <a:cubicBezTo>
                  <a:pt x="3561505" y="1104368"/>
                  <a:pt x="3567842" y="1099760"/>
                  <a:pt x="3570435" y="1093710"/>
                </a:cubicBezTo>
                <a:cubicBezTo>
                  <a:pt x="3577923" y="1076044"/>
                  <a:pt x="3583780" y="1057800"/>
                  <a:pt x="3590501" y="1039846"/>
                </a:cubicBezTo>
                <a:cubicBezTo>
                  <a:pt x="3591942" y="1036005"/>
                  <a:pt x="3593285" y="1031108"/>
                  <a:pt x="3596263" y="1028900"/>
                </a:cubicBezTo>
                <a:cubicBezTo>
                  <a:pt x="3613449" y="1016226"/>
                  <a:pt x="3630925" y="1004032"/>
                  <a:pt x="3648591" y="992030"/>
                </a:cubicBezTo>
                <a:cubicBezTo>
                  <a:pt x="3655696" y="987229"/>
                  <a:pt x="3661649" y="989918"/>
                  <a:pt x="3667986" y="995487"/>
                </a:cubicBezTo>
                <a:cubicBezTo>
                  <a:pt x="3674131" y="1000768"/>
                  <a:pt x="3681717" y="1006240"/>
                  <a:pt x="3689397" y="1007585"/>
                </a:cubicBezTo>
                <a:cubicBezTo>
                  <a:pt x="3704760" y="1010177"/>
                  <a:pt x="3720698" y="1010753"/>
                  <a:pt x="3736349" y="1010753"/>
                </a:cubicBezTo>
                <a:cubicBezTo>
                  <a:pt x="3742205" y="1010753"/>
                  <a:pt x="3748446" y="1007297"/>
                  <a:pt x="3753919" y="1004513"/>
                </a:cubicBezTo>
                <a:cubicBezTo>
                  <a:pt x="3764289" y="999231"/>
                  <a:pt x="3773890" y="992126"/>
                  <a:pt x="3784643" y="987710"/>
                </a:cubicBezTo>
                <a:cubicBezTo>
                  <a:pt x="3797126" y="982621"/>
                  <a:pt x="3804615" y="974459"/>
                  <a:pt x="3808359" y="961689"/>
                </a:cubicBezTo>
                <a:cubicBezTo>
                  <a:pt x="3813929" y="942679"/>
                  <a:pt x="3827179" y="929428"/>
                  <a:pt x="3842829" y="918674"/>
                </a:cubicBezTo>
                <a:cubicBezTo>
                  <a:pt x="3862705" y="904944"/>
                  <a:pt x="3886421" y="905616"/>
                  <a:pt x="3908983" y="902256"/>
                </a:cubicBezTo>
                <a:cubicBezTo>
                  <a:pt x="3917625" y="901008"/>
                  <a:pt x="3926555" y="899951"/>
                  <a:pt x="3934428" y="896783"/>
                </a:cubicBezTo>
                <a:cubicBezTo>
                  <a:pt x="3964288" y="884877"/>
                  <a:pt x="3994149" y="873548"/>
                  <a:pt x="4026987" y="873835"/>
                </a:cubicBezTo>
                <a:cubicBezTo>
                  <a:pt x="4029674" y="873835"/>
                  <a:pt x="4032363" y="873548"/>
                  <a:pt x="4035051" y="873067"/>
                </a:cubicBezTo>
                <a:cubicBezTo>
                  <a:pt x="4058383" y="869131"/>
                  <a:pt x="4082483" y="867594"/>
                  <a:pt x="4099189" y="846664"/>
                </a:cubicBezTo>
                <a:cubicBezTo>
                  <a:pt x="4102261" y="842823"/>
                  <a:pt x="4109271" y="841671"/>
                  <a:pt x="4114647" y="840134"/>
                </a:cubicBezTo>
                <a:cubicBezTo>
                  <a:pt x="4123961" y="837638"/>
                  <a:pt x="4130203" y="832549"/>
                  <a:pt x="4133563" y="823427"/>
                </a:cubicBezTo>
                <a:cubicBezTo>
                  <a:pt x="4139229" y="807681"/>
                  <a:pt x="4145949" y="792223"/>
                  <a:pt x="4151039" y="776284"/>
                </a:cubicBezTo>
                <a:cubicBezTo>
                  <a:pt x="4154591" y="765338"/>
                  <a:pt x="4161215" y="759289"/>
                  <a:pt x="4171489" y="754776"/>
                </a:cubicBezTo>
                <a:cubicBezTo>
                  <a:pt x="4177251" y="752280"/>
                  <a:pt x="4182243" y="746808"/>
                  <a:pt x="4186372" y="741718"/>
                </a:cubicBezTo>
                <a:cubicBezTo>
                  <a:pt x="4191365" y="735573"/>
                  <a:pt x="4193957" y="727412"/>
                  <a:pt x="4199429" y="721940"/>
                </a:cubicBezTo>
                <a:cubicBezTo>
                  <a:pt x="4212775" y="708305"/>
                  <a:pt x="4216905" y="693231"/>
                  <a:pt x="4212487" y="674604"/>
                </a:cubicBezTo>
                <a:cubicBezTo>
                  <a:pt x="4208551" y="658090"/>
                  <a:pt x="4218921" y="636006"/>
                  <a:pt x="4232555" y="632645"/>
                </a:cubicBezTo>
                <a:cubicBezTo>
                  <a:pt x="4247629" y="628900"/>
                  <a:pt x="4257999" y="619684"/>
                  <a:pt x="4268657" y="609410"/>
                </a:cubicBezTo>
                <a:cubicBezTo>
                  <a:pt x="4274609" y="603649"/>
                  <a:pt x="4282963" y="598656"/>
                  <a:pt x="4291028" y="597216"/>
                </a:cubicBezTo>
                <a:cubicBezTo>
                  <a:pt x="4321657" y="591647"/>
                  <a:pt x="4350557" y="598464"/>
                  <a:pt x="4379651" y="609506"/>
                </a:cubicBezTo>
                <a:cubicBezTo>
                  <a:pt x="4398661" y="616707"/>
                  <a:pt x="4419784" y="618627"/>
                  <a:pt x="4440139" y="621507"/>
                </a:cubicBezTo>
                <a:cubicBezTo>
                  <a:pt x="4446477" y="622371"/>
                  <a:pt x="4454542" y="620452"/>
                  <a:pt x="4460015" y="616899"/>
                </a:cubicBezTo>
                <a:cubicBezTo>
                  <a:pt x="4479218" y="604609"/>
                  <a:pt x="4498325" y="591935"/>
                  <a:pt x="4516183" y="577724"/>
                </a:cubicBezTo>
                <a:cubicBezTo>
                  <a:pt x="4532795" y="564379"/>
                  <a:pt x="4551517" y="558810"/>
                  <a:pt x="4571681" y="560250"/>
                </a:cubicBezTo>
                <a:cubicBezTo>
                  <a:pt x="4586371" y="561306"/>
                  <a:pt x="4599621" y="558905"/>
                  <a:pt x="4613447" y="555257"/>
                </a:cubicBezTo>
                <a:cubicBezTo>
                  <a:pt x="4624969" y="552185"/>
                  <a:pt x="4637643" y="550072"/>
                  <a:pt x="4649355" y="551417"/>
                </a:cubicBezTo>
                <a:cubicBezTo>
                  <a:pt x="4665775" y="553337"/>
                  <a:pt x="4679313" y="550553"/>
                  <a:pt x="4692467" y="540663"/>
                </a:cubicBezTo>
                <a:cubicBezTo>
                  <a:pt x="4699476" y="535382"/>
                  <a:pt x="4708502" y="532598"/>
                  <a:pt x="4716855" y="528949"/>
                </a:cubicBezTo>
                <a:cubicBezTo>
                  <a:pt x="4729721" y="523284"/>
                  <a:pt x="4743067" y="518483"/>
                  <a:pt x="4755645" y="512147"/>
                </a:cubicBezTo>
                <a:cubicBezTo>
                  <a:pt x="4769183" y="505425"/>
                  <a:pt x="4781569" y="496112"/>
                  <a:pt x="4795395" y="490351"/>
                </a:cubicBezTo>
                <a:cubicBezTo>
                  <a:pt x="4810278" y="484110"/>
                  <a:pt x="4819879" y="474605"/>
                  <a:pt x="4825928" y="459818"/>
                </a:cubicBezTo>
                <a:cubicBezTo>
                  <a:pt x="4829769" y="450504"/>
                  <a:pt x="4835049" y="440615"/>
                  <a:pt x="4842347" y="434086"/>
                </a:cubicBezTo>
                <a:cubicBezTo>
                  <a:pt x="4857422" y="420740"/>
                  <a:pt x="4875087" y="410370"/>
                  <a:pt x="4890451" y="397216"/>
                </a:cubicBezTo>
                <a:cubicBezTo>
                  <a:pt x="4912054" y="378781"/>
                  <a:pt x="4932025" y="359194"/>
                  <a:pt x="4933945" y="327701"/>
                </a:cubicBezTo>
                <a:cubicBezTo>
                  <a:pt x="4935001" y="310322"/>
                  <a:pt x="4944219" y="302929"/>
                  <a:pt x="4961214" y="298801"/>
                </a:cubicBezTo>
                <a:cubicBezTo>
                  <a:pt x="4966878" y="297457"/>
                  <a:pt x="4974945" y="294864"/>
                  <a:pt x="4976672" y="290639"/>
                </a:cubicBezTo>
                <a:cubicBezTo>
                  <a:pt x="4981857" y="278061"/>
                  <a:pt x="4992610" y="275565"/>
                  <a:pt x="5002979" y="270573"/>
                </a:cubicBezTo>
                <a:cubicBezTo>
                  <a:pt x="5009221" y="267596"/>
                  <a:pt x="5016903" y="261739"/>
                  <a:pt x="5018535" y="255690"/>
                </a:cubicBezTo>
                <a:cubicBezTo>
                  <a:pt x="5025255" y="231206"/>
                  <a:pt x="5043690" y="216804"/>
                  <a:pt x="5061069" y="200961"/>
                </a:cubicBezTo>
                <a:cubicBezTo>
                  <a:pt x="5066158" y="196256"/>
                  <a:pt x="5071631" y="190879"/>
                  <a:pt x="5074127" y="184735"/>
                </a:cubicBezTo>
                <a:cubicBezTo>
                  <a:pt x="5079409" y="171484"/>
                  <a:pt x="5087281" y="161882"/>
                  <a:pt x="5101108" y="156891"/>
                </a:cubicBezTo>
                <a:cubicBezTo>
                  <a:pt x="5105524" y="155354"/>
                  <a:pt x="5109557" y="151801"/>
                  <a:pt x="5112918" y="148441"/>
                </a:cubicBezTo>
                <a:cubicBezTo>
                  <a:pt x="5120119" y="141144"/>
                  <a:pt x="5126167" y="132598"/>
                  <a:pt x="5133753" y="125782"/>
                </a:cubicBezTo>
                <a:cubicBezTo>
                  <a:pt x="5153051" y="108211"/>
                  <a:pt x="5172159" y="90928"/>
                  <a:pt x="5183393" y="66348"/>
                </a:cubicBezTo>
                <a:cubicBezTo>
                  <a:pt x="5188865" y="54346"/>
                  <a:pt x="5195107" y="41288"/>
                  <a:pt x="5204709" y="33030"/>
                </a:cubicBezTo>
                <a:cubicBezTo>
                  <a:pt x="5216903" y="22565"/>
                  <a:pt x="5232937" y="16612"/>
                  <a:pt x="5247243" y="8451"/>
                </a:cubicBezTo>
                <a:close/>
              </a:path>
            </a:pathLst>
          </a:cu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Freeform: Shape 15">
            <a:extLst>
              <a:ext uri="{FF2B5EF4-FFF2-40B4-BE49-F238E27FC236}">
                <a16:creationId xmlns:a16="http://schemas.microsoft.com/office/drawing/2014/main" id="{35A51D22-76EA-4C70-B5C9-ED3946924C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088" y="4258080"/>
            <a:ext cx="4403345" cy="1180695"/>
          </a:xfrm>
          <a:custGeom>
            <a:avLst/>
            <a:gdLst>
              <a:gd name="connsiteX0" fmla="*/ 5260975 w 5260975"/>
              <a:gd name="connsiteY0" fmla="*/ 0 h 1410656"/>
              <a:gd name="connsiteX1" fmla="*/ 5260975 w 5260975"/>
              <a:gd name="connsiteY1" fmla="*/ 221634 h 1410656"/>
              <a:gd name="connsiteX2" fmla="*/ 5226503 w 5260975"/>
              <a:gd name="connsiteY2" fmla="*/ 237063 h 1410656"/>
              <a:gd name="connsiteX3" fmla="*/ 5206341 w 5260975"/>
              <a:gd name="connsiteY3" fmla="*/ 245128 h 1410656"/>
              <a:gd name="connsiteX4" fmla="*/ 5123287 w 5260975"/>
              <a:gd name="connsiteY4" fmla="*/ 297073 h 1410656"/>
              <a:gd name="connsiteX5" fmla="*/ 5048107 w 5260975"/>
              <a:gd name="connsiteY5" fmla="*/ 361307 h 1410656"/>
              <a:gd name="connsiteX6" fmla="*/ 4992899 w 5260975"/>
              <a:gd name="connsiteY6" fmla="*/ 437542 h 1410656"/>
              <a:gd name="connsiteX7" fmla="*/ 4977440 w 5260975"/>
              <a:gd name="connsiteY7" fmla="*/ 455690 h 1410656"/>
              <a:gd name="connsiteX8" fmla="*/ 4935193 w 5260975"/>
              <a:gd name="connsiteY8" fmla="*/ 478445 h 1410656"/>
              <a:gd name="connsiteX9" fmla="*/ 4897844 w 5260975"/>
              <a:gd name="connsiteY9" fmla="*/ 495535 h 1410656"/>
              <a:gd name="connsiteX10" fmla="*/ 4870767 w 5260975"/>
              <a:gd name="connsiteY10" fmla="*/ 514451 h 1410656"/>
              <a:gd name="connsiteX11" fmla="*/ 4847916 w 5260975"/>
              <a:gd name="connsiteY11" fmla="*/ 531830 h 1410656"/>
              <a:gd name="connsiteX12" fmla="*/ 4796163 w 5260975"/>
              <a:gd name="connsiteY12" fmla="*/ 576765 h 1410656"/>
              <a:gd name="connsiteX13" fmla="*/ 4738843 w 5260975"/>
              <a:gd name="connsiteY13" fmla="*/ 614691 h 1410656"/>
              <a:gd name="connsiteX14" fmla="*/ 4692755 w 5260975"/>
              <a:gd name="connsiteY14" fmla="*/ 661162 h 1410656"/>
              <a:gd name="connsiteX15" fmla="*/ 4673744 w 5260975"/>
              <a:gd name="connsiteY15" fmla="*/ 686318 h 1410656"/>
              <a:gd name="connsiteX16" fmla="*/ 4633801 w 5260975"/>
              <a:gd name="connsiteY16" fmla="*/ 703505 h 1410656"/>
              <a:gd name="connsiteX17" fmla="*/ 4590499 w 5260975"/>
              <a:gd name="connsiteY17" fmla="*/ 730389 h 1410656"/>
              <a:gd name="connsiteX18" fmla="*/ 4559773 w 5260975"/>
              <a:gd name="connsiteY18" fmla="*/ 757081 h 1410656"/>
              <a:gd name="connsiteX19" fmla="*/ 4536059 w 5260975"/>
              <a:gd name="connsiteY19" fmla="*/ 774940 h 1410656"/>
              <a:gd name="connsiteX20" fmla="*/ 4502549 w 5260975"/>
              <a:gd name="connsiteY20" fmla="*/ 792895 h 1410656"/>
              <a:gd name="connsiteX21" fmla="*/ 4468944 w 5260975"/>
              <a:gd name="connsiteY21" fmla="*/ 816419 h 1410656"/>
              <a:gd name="connsiteX22" fmla="*/ 4452622 w 5260975"/>
              <a:gd name="connsiteY22" fmla="*/ 830917 h 1410656"/>
              <a:gd name="connsiteX23" fmla="*/ 4421032 w 5260975"/>
              <a:gd name="connsiteY23" fmla="*/ 855016 h 1410656"/>
              <a:gd name="connsiteX24" fmla="*/ 4388483 w 5260975"/>
              <a:gd name="connsiteY24" fmla="*/ 877484 h 1410656"/>
              <a:gd name="connsiteX25" fmla="*/ 4327321 w 5260975"/>
              <a:gd name="connsiteY25" fmla="*/ 903216 h 1410656"/>
              <a:gd name="connsiteX26" fmla="*/ 4271633 w 5260975"/>
              <a:gd name="connsiteY26" fmla="*/ 941046 h 1410656"/>
              <a:gd name="connsiteX27" fmla="*/ 4227465 w 5260975"/>
              <a:gd name="connsiteY27" fmla="*/ 968698 h 1410656"/>
              <a:gd name="connsiteX28" fmla="*/ 4201733 w 5260975"/>
              <a:gd name="connsiteY28" fmla="*/ 986846 h 1410656"/>
              <a:gd name="connsiteX29" fmla="*/ 4154494 w 5260975"/>
              <a:gd name="connsiteY29" fmla="*/ 1027364 h 1410656"/>
              <a:gd name="connsiteX30" fmla="*/ 4081234 w 5260975"/>
              <a:gd name="connsiteY30" fmla="*/ 1069994 h 1410656"/>
              <a:gd name="connsiteX31" fmla="*/ 4036971 w 5260975"/>
              <a:gd name="connsiteY31" fmla="*/ 1093038 h 1410656"/>
              <a:gd name="connsiteX32" fmla="*/ 3941725 w 5260975"/>
              <a:gd name="connsiteY32" fmla="*/ 1127796 h 1410656"/>
              <a:gd name="connsiteX33" fmla="*/ 3910999 w 5260975"/>
              <a:gd name="connsiteY33" fmla="*/ 1140182 h 1410656"/>
              <a:gd name="connsiteX34" fmla="*/ 3875859 w 5260975"/>
              <a:gd name="connsiteY34" fmla="*/ 1148343 h 1410656"/>
              <a:gd name="connsiteX35" fmla="*/ 3819401 w 5260975"/>
              <a:gd name="connsiteY35" fmla="*/ 1167642 h 1410656"/>
              <a:gd name="connsiteX36" fmla="*/ 3709176 w 5260975"/>
              <a:gd name="connsiteY36" fmla="*/ 1200863 h 1410656"/>
              <a:gd name="connsiteX37" fmla="*/ 3684981 w 5260975"/>
              <a:gd name="connsiteY37" fmla="*/ 1205952 h 1410656"/>
              <a:gd name="connsiteX38" fmla="*/ 3623338 w 5260975"/>
              <a:gd name="connsiteY38" fmla="*/ 1227363 h 1410656"/>
              <a:gd name="connsiteX39" fmla="*/ 3586373 w 5260975"/>
              <a:gd name="connsiteY39" fmla="*/ 1241765 h 1410656"/>
              <a:gd name="connsiteX40" fmla="*/ 3555743 w 5260975"/>
              <a:gd name="connsiteY40" fmla="*/ 1250023 h 1410656"/>
              <a:gd name="connsiteX41" fmla="*/ 3528667 w 5260975"/>
              <a:gd name="connsiteY41" fmla="*/ 1253864 h 1410656"/>
              <a:gd name="connsiteX42" fmla="*/ 3457424 w 5260975"/>
              <a:gd name="connsiteY42" fmla="*/ 1272874 h 1410656"/>
              <a:gd name="connsiteX43" fmla="*/ 3429003 w 5260975"/>
              <a:gd name="connsiteY43" fmla="*/ 1280364 h 1410656"/>
              <a:gd name="connsiteX44" fmla="*/ 3355264 w 5260975"/>
              <a:gd name="connsiteY44" fmla="*/ 1306096 h 1410656"/>
              <a:gd name="connsiteX45" fmla="*/ 3292757 w 5260975"/>
              <a:gd name="connsiteY45" fmla="*/ 1323090 h 1410656"/>
              <a:gd name="connsiteX46" fmla="*/ 3266643 w 5260975"/>
              <a:gd name="connsiteY46" fmla="*/ 1331251 h 1410656"/>
              <a:gd name="connsiteX47" fmla="*/ 3206921 w 5260975"/>
              <a:gd name="connsiteY47" fmla="*/ 1344886 h 1410656"/>
              <a:gd name="connsiteX48" fmla="*/ 3173123 w 5260975"/>
              <a:gd name="connsiteY48" fmla="*/ 1354488 h 1410656"/>
              <a:gd name="connsiteX49" fmla="*/ 3090646 w 5260975"/>
              <a:gd name="connsiteY49" fmla="*/ 1365337 h 1410656"/>
              <a:gd name="connsiteX50" fmla="*/ 3005480 w 5260975"/>
              <a:gd name="connsiteY50" fmla="*/ 1375802 h 1410656"/>
              <a:gd name="connsiteX51" fmla="*/ 2958721 w 5260975"/>
              <a:gd name="connsiteY51" fmla="*/ 1379259 h 1410656"/>
              <a:gd name="connsiteX52" fmla="*/ 2917915 w 5260975"/>
              <a:gd name="connsiteY52" fmla="*/ 1384733 h 1410656"/>
              <a:gd name="connsiteX53" fmla="*/ 2882389 w 5260975"/>
              <a:gd name="connsiteY53" fmla="*/ 1388189 h 1410656"/>
              <a:gd name="connsiteX54" fmla="*/ 2825837 w 5260975"/>
              <a:gd name="connsiteY54" fmla="*/ 1395198 h 1410656"/>
              <a:gd name="connsiteX55" fmla="*/ 2802313 w 5260975"/>
              <a:gd name="connsiteY55" fmla="*/ 1397023 h 1410656"/>
              <a:gd name="connsiteX56" fmla="*/ 2746816 w 5260975"/>
              <a:gd name="connsiteY56" fmla="*/ 1396926 h 1410656"/>
              <a:gd name="connsiteX57" fmla="*/ 2727517 w 5260975"/>
              <a:gd name="connsiteY57" fmla="*/ 1395966 h 1410656"/>
              <a:gd name="connsiteX58" fmla="*/ 2690359 w 5260975"/>
              <a:gd name="connsiteY58" fmla="*/ 1384060 h 1410656"/>
              <a:gd name="connsiteX59" fmla="*/ 2685943 w 5260975"/>
              <a:gd name="connsiteY59" fmla="*/ 1383196 h 1410656"/>
              <a:gd name="connsiteX60" fmla="*/ 2661554 w 5260975"/>
              <a:gd name="connsiteY60" fmla="*/ 1378491 h 1410656"/>
              <a:gd name="connsiteX61" fmla="*/ 2648208 w 5260975"/>
              <a:gd name="connsiteY61" fmla="*/ 1376955 h 1410656"/>
              <a:gd name="connsiteX62" fmla="*/ 2597512 w 5260975"/>
              <a:gd name="connsiteY62" fmla="*/ 1367162 h 1410656"/>
              <a:gd name="connsiteX63" fmla="*/ 2568324 w 5260975"/>
              <a:gd name="connsiteY63" fmla="*/ 1362553 h 1410656"/>
              <a:gd name="connsiteX64" fmla="*/ 2544704 w 5260975"/>
              <a:gd name="connsiteY64" fmla="*/ 1363225 h 1410656"/>
              <a:gd name="connsiteX65" fmla="*/ 2503225 w 5260975"/>
              <a:gd name="connsiteY65" fmla="*/ 1364089 h 1410656"/>
              <a:gd name="connsiteX66" fmla="*/ 2489975 w 5260975"/>
              <a:gd name="connsiteY66" fmla="*/ 1366298 h 1410656"/>
              <a:gd name="connsiteX67" fmla="*/ 2430061 w 5260975"/>
              <a:gd name="connsiteY67" fmla="*/ 1359960 h 1410656"/>
              <a:gd name="connsiteX68" fmla="*/ 2395880 w 5260975"/>
              <a:gd name="connsiteY68" fmla="*/ 1359480 h 1410656"/>
              <a:gd name="connsiteX69" fmla="*/ 2357378 w 5260975"/>
              <a:gd name="connsiteY69" fmla="*/ 1351607 h 1410656"/>
              <a:gd name="connsiteX70" fmla="*/ 2346145 w 5260975"/>
              <a:gd name="connsiteY70" fmla="*/ 1351991 h 1410656"/>
              <a:gd name="connsiteX71" fmla="*/ 2333567 w 5260975"/>
              <a:gd name="connsiteY71" fmla="*/ 1352663 h 1410656"/>
              <a:gd name="connsiteX72" fmla="*/ 2294968 w 5260975"/>
              <a:gd name="connsiteY72" fmla="*/ 1353240 h 1410656"/>
              <a:gd name="connsiteX73" fmla="*/ 2271540 w 5260975"/>
              <a:gd name="connsiteY73" fmla="*/ 1356120 h 1410656"/>
              <a:gd name="connsiteX74" fmla="*/ 2226895 w 5260975"/>
              <a:gd name="connsiteY74" fmla="*/ 1354392 h 1410656"/>
              <a:gd name="connsiteX75" fmla="*/ 2210379 w 5260975"/>
              <a:gd name="connsiteY75" fmla="*/ 1356888 h 1410656"/>
              <a:gd name="connsiteX76" fmla="*/ 2168613 w 5260975"/>
              <a:gd name="connsiteY76" fmla="*/ 1357176 h 1410656"/>
              <a:gd name="connsiteX77" fmla="*/ 2131167 w 5260975"/>
              <a:gd name="connsiteY77" fmla="*/ 1355736 h 1410656"/>
              <a:gd name="connsiteX78" fmla="*/ 2095065 w 5260975"/>
              <a:gd name="connsiteY78" fmla="*/ 1356504 h 1410656"/>
              <a:gd name="connsiteX79" fmla="*/ 2069237 w 5260975"/>
              <a:gd name="connsiteY79" fmla="*/ 1359672 h 1410656"/>
              <a:gd name="connsiteX80" fmla="*/ 2041201 w 5260975"/>
              <a:gd name="connsiteY80" fmla="*/ 1361592 h 1410656"/>
              <a:gd name="connsiteX81" fmla="*/ 1963909 w 5260975"/>
              <a:gd name="connsiteY81" fmla="*/ 1373018 h 1410656"/>
              <a:gd name="connsiteX82" fmla="*/ 1949603 w 5260975"/>
              <a:gd name="connsiteY82" fmla="*/ 1370234 h 1410656"/>
              <a:gd name="connsiteX83" fmla="*/ 1868373 w 5260975"/>
              <a:gd name="connsiteY83" fmla="*/ 1367641 h 1410656"/>
              <a:gd name="connsiteX84" fmla="*/ 1850707 w 5260975"/>
              <a:gd name="connsiteY84" fmla="*/ 1367834 h 1410656"/>
              <a:gd name="connsiteX85" fmla="*/ 1803275 w 5260975"/>
              <a:gd name="connsiteY85" fmla="*/ 1356504 h 1410656"/>
              <a:gd name="connsiteX86" fmla="*/ 1730112 w 5260975"/>
              <a:gd name="connsiteY86" fmla="*/ 1374459 h 1410656"/>
              <a:gd name="connsiteX87" fmla="*/ 1661652 w 5260975"/>
              <a:gd name="connsiteY87" fmla="*/ 1396926 h 1410656"/>
              <a:gd name="connsiteX88" fmla="*/ 1653011 w 5260975"/>
              <a:gd name="connsiteY88" fmla="*/ 1399807 h 1410656"/>
              <a:gd name="connsiteX89" fmla="*/ 1628431 w 5260975"/>
              <a:gd name="connsiteY89" fmla="*/ 1404704 h 1410656"/>
              <a:gd name="connsiteX90" fmla="*/ 1597995 w 5260975"/>
              <a:gd name="connsiteY90" fmla="*/ 1406432 h 1410656"/>
              <a:gd name="connsiteX91" fmla="*/ 1559396 w 5260975"/>
              <a:gd name="connsiteY91" fmla="*/ 1410656 h 1410656"/>
              <a:gd name="connsiteX92" fmla="*/ 1528480 w 5260975"/>
              <a:gd name="connsiteY92" fmla="*/ 1405375 h 1410656"/>
              <a:gd name="connsiteX93" fmla="*/ 1485272 w 5260975"/>
              <a:gd name="connsiteY93" fmla="*/ 1397502 h 1410656"/>
              <a:gd name="connsiteX94" fmla="*/ 1444562 w 5260975"/>
              <a:gd name="connsiteY94" fmla="*/ 1390013 h 1410656"/>
              <a:gd name="connsiteX95" fmla="*/ 1431696 w 5260975"/>
              <a:gd name="connsiteY95" fmla="*/ 1398846 h 1410656"/>
              <a:gd name="connsiteX96" fmla="*/ 1411821 w 5260975"/>
              <a:gd name="connsiteY96" fmla="*/ 1406527 h 1410656"/>
              <a:gd name="connsiteX97" fmla="*/ 1389738 w 5260975"/>
              <a:gd name="connsiteY97" fmla="*/ 1397310 h 1410656"/>
              <a:gd name="connsiteX98" fmla="*/ 1338081 w 5260975"/>
              <a:gd name="connsiteY98" fmla="*/ 1378204 h 1410656"/>
              <a:gd name="connsiteX99" fmla="*/ 1305436 w 5260975"/>
              <a:gd name="connsiteY99" fmla="*/ 1377339 h 1410656"/>
              <a:gd name="connsiteX100" fmla="*/ 1234481 w 5260975"/>
              <a:gd name="connsiteY100" fmla="*/ 1369178 h 1410656"/>
              <a:gd name="connsiteX101" fmla="*/ 1188106 w 5260975"/>
              <a:gd name="connsiteY101" fmla="*/ 1357560 h 1410656"/>
              <a:gd name="connsiteX102" fmla="*/ 1154790 w 5260975"/>
              <a:gd name="connsiteY102" fmla="*/ 1344406 h 1410656"/>
              <a:gd name="connsiteX103" fmla="*/ 1107069 w 5260975"/>
              <a:gd name="connsiteY103" fmla="*/ 1327219 h 1410656"/>
              <a:gd name="connsiteX104" fmla="*/ 1059158 w 5260975"/>
              <a:gd name="connsiteY104" fmla="*/ 1318290 h 1410656"/>
              <a:gd name="connsiteX105" fmla="*/ 1024496 w 5260975"/>
              <a:gd name="connsiteY105" fmla="*/ 1307056 h 1410656"/>
              <a:gd name="connsiteX106" fmla="*/ 982153 w 5260975"/>
              <a:gd name="connsiteY106" fmla="*/ 1299374 h 1410656"/>
              <a:gd name="connsiteX107" fmla="*/ 946628 w 5260975"/>
              <a:gd name="connsiteY107" fmla="*/ 1299087 h 1410656"/>
              <a:gd name="connsiteX108" fmla="*/ 890939 w 5260975"/>
              <a:gd name="connsiteY108" fmla="*/ 1300431 h 1410656"/>
              <a:gd name="connsiteX109" fmla="*/ 822769 w 5260975"/>
              <a:gd name="connsiteY109" fmla="*/ 1277196 h 1410656"/>
              <a:gd name="connsiteX110" fmla="*/ 795212 w 5260975"/>
              <a:gd name="connsiteY110" fmla="*/ 1272010 h 1410656"/>
              <a:gd name="connsiteX111" fmla="*/ 769288 w 5260975"/>
              <a:gd name="connsiteY111" fmla="*/ 1269610 h 1410656"/>
              <a:gd name="connsiteX112" fmla="*/ 714271 w 5260975"/>
              <a:gd name="connsiteY112" fmla="*/ 1254152 h 1410656"/>
              <a:gd name="connsiteX113" fmla="*/ 691900 w 5260975"/>
              <a:gd name="connsiteY113" fmla="*/ 1249062 h 1410656"/>
              <a:gd name="connsiteX114" fmla="*/ 660598 w 5260975"/>
              <a:gd name="connsiteY114" fmla="*/ 1249159 h 1410656"/>
              <a:gd name="connsiteX115" fmla="*/ 603662 w 5260975"/>
              <a:gd name="connsiteY115" fmla="*/ 1242054 h 1410656"/>
              <a:gd name="connsiteX116" fmla="*/ 546821 w 5260975"/>
              <a:gd name="connsiteY116" fmla="*/ 1221314 h 1410656"/>
              <a:gd name="connsiteX117" fmla="*/ 522721 w 5260975"/>
              <a:gd name="connsiteY117" fmla="*/ 1223330 h 1410656"/>
              <a:gd name="connsiteX118" fmla="*/ 514080 w 5260975"/>
              <a:gd name="connsiteY118" fmla="*/ 1222851 h 1410656"/>
              <a:gd name="connsiteX119" fmla="*/ 436404 w 5260975"/>
              <a:gd name="connsiteY119" fmla="*/ 1211424 h 1410656"/>
              <a:gd name="connsiteX120" fmla="*/ 428626 w 5260975"/>
              <a:gd name="connsiteY120" fmla="*/ 1210177 h 1410656"/>
              <a:gd name="connsiteX121" fmla="*/ 392141 w 5260975"/>
              <a:gd name="connsiteY121" fmla="*/ 1199999 h 1410656"/>
              <a:gd name="connsiteX122" fmla="*/ 300157 w 5260975"/>
              <a:gd name="connsiteY122" fmla="*/ 1193662 h 1410656"/>
              <a:gd name="connsiteX123" fmla="*/ 294493 w 5260975"/>
              <a:gd name="connsiteY123" fmla="*/ 1192894 h 1410656"/>
              <a:gd name="connsiteX124" fmla="*/ 263671 w 5260975"/>
              <a:gd name="connsiteY124" fmla="*/ 1197982 h 1410656"/>
              <a:gd name="connsiteX125" fmla="*/ 248406 w 5260975"/>
              <a:gd name="connsiteY125" fmla="*/ 1205184 h 1410656"/>
              <a:gd name="connsiteX126" fmla="*/ 224594 w 5260975"/>
              <a:gd name="connsiteY126" fmla="*/ 1212673 h 1410656"/>
              <a:gd name="connsiteX127" fmla="*/ 200398 w 5260975"/>
              <a:gd name="connsiteY127" fmla="*/ 1215458 h 1410656"/>
              <a:gd name="connsiteX128" fmla="*/ 159783 w 5260975"/>
              <a:gd name="connsiteY128" fmla="*/ 1204127 h 1410656"/>
              <a:gd name="connsiteX129" fmla="*/ 144997 w 5260975"/>
              <a:gd name="connsiteY129" fmla="*/ 1202975 h 1410656"/>
              <a:gd name="connsiteX130" fmla="*/ 112064 w 5260975"/>
              <a:gd name="connsiteY130" fmla="*/ 1197503 h 1410656"/>
              <a:gd name="connsiteX131" fmla="*/ 83259 w 5260975"/>
              <a:gd name="connsiteY131" fmla="*/ 1197887 h 1410656"/>
              <a:gd name="connsiteX132" fmla="*/ 60120 w 5260975"/>
              <a:gd name="connsiteY132" fmla="*/ 1206624 h 1410656"/>
              <a:gd name="connsiteX133" fmla="*/ 26514 w 5260975"/>
              <a:gd name="connsiteY133" fmla="*/ 1208352 h 1410656"/>
              <a:gd name="connsiteX134" fmla="*/ 4814 w 5260975"/>
              <a:gd name="connsiteY134" fmla="*/ 1202015 h 1410656"/>
              <a:gd name="connsiteX135" fmla="*/ 398 w 5260975"/>
              <a:gd name="connsiteY135" fmla="*/ 1201152 h 1410656"/>
              <a:gd name="connsiteX136" fmla="*/ 0 w 5260975"/>
              <a:gd name="connsiteY136" fmla="*/ 1201150 h 1410656"/>
              <a:gd name="connsiteX137" fmla="*/ 0 w 5260975"/>
              <a:gd name="connsiteY137" fmla="*/ 1004512 h 1410656"/>
              <a:gd name="connsiteX138" fmla="*/ 30355 w 5260975"/>
              <a:gd name="connsiteY138" fmla="*/ 1002784 h 1410656"/>
              <a:gd name="connsiteX139" fmla="*/ 52151 w 5260975"/>
              <a:gd name="connsiteY139" fmla="*/ 997695 h 1410656"/>
              <a:gd name="connsiteX140" fmla="*/ 64248 w 5260975"/>
              <a:gd name="connsiteY140" fmla="*/ 994430 h 1410656"/>
              <a:gd name="connsiteX141" fmla="*/ 126370 w 5260975"/>
              <a:gd name="connsiteY141" fmla="*/ 985405 h 1410656"/>
              <a:gd name="connsiteX142" fmla="*/ 154022 w 5260975"/>
              <a:gd name="connsiteY142" fmla="*/ 975708 h 1410656"/>
              <a:gd name="connsiteX143" fmla="*/ 161512 w 5260975"/>
              <a:gd name="connsiteY143" fmla="*/ 974268 h 1410656"/>
              <a:gd name="connsiteX144" fmla="*/ 202510 w 5260975"/>
              <a:gd name="connsiteY144" fmla="*/ 978300 h 1410656"/>
              <a:gd name="connsiteX145" fmla="*/ 233235 w 5260975"/>
              <a:gd name="connsiteY145" fmla="*/ 993950 h 1410656"/>
              <a:gd name="connsiteX146" fmla="*/ 239188 w 5260975"/>
              <a:gd name="connsiteY146" fmla="*/ 999231 h 1410656"/>
              <a:gd name="connsiteX147" fmla="*/ 324834 w 5260975"/>
              <a:gd name="connsiteY147" fmla="*/ 997407 h 1410656"/>
              <a:gd name="connsiteX148" fmla="*/ 337987 w 5260975"/>
              <a:gd name="connsiteY148" fmla="*/ 995198 h 1410656"/>
              <a:gd name="connsiteX149" fmla="*/ 401550 w 5260975"/>
              <a:gd name="connsiteY149" fmla="*/ 1004416 h 1410656"/>
              <a:gd name="connsiteX150" fmla="*/ 420081 w 5260975"/>
              <a:gd name="connsiteY150" fmla="*/ 1006240 h 1410656"/>
              <a:gd name="connsiteX151" fmla="*/ 486523 w 5260975"/>
              <a:gd name="connsiteY151" fmla="*/ 1014498 h 1410656"/>
              <a:gd name="connsiteX152" fmla="*/ 495932 w 5260975"/>
              <a:gd name="connsiteY152" fmla="*/ 1006817 h 1410656"/>
              <a:gd name="connsiteX153" fmla="*/ 523009 w 5260975"/>
              <a:gd name="connsiteY153" fmla="*/ 987517 h 1410656"/>
              <a:gd name="connsiteX154" fmla="*/ 576393 w 5260975"/>
              <a:gd name="connsiteY154" fmla="*/ 970427 h 1410656"/>
              <a:gd name="connsiteX155" fmla="*/ 590892 w 5260975"/>
              <a:gd name="connsiteY155" fmla="*/ 971387 h 1410656"/>
              <a:gd name="connsiteX156" fmla="*/ 627569 w 5260975"/>
              <a:gd name="connsiteY156" fmla="*/ 999904 h 1410656"/>
              <a:gd name="connsiteX157" fmla="*/ 645429 w 5260975"/>
              <a:gd name="connsiteY157" fmla="*/ 1011329 h 1410656"/>
              <a:gd name="connsiteX158" fmla="*/ 696125 w 5260975"/>
              <a:gd name="connsiteY158" fmla="*/ 1032356 h 1410656"/>
              <a:gd name="connsiteX159" fmla="*/ 700349 w 5260975"/>
              <a:gd name="connsiteY159" fmla="*/ 1036197 h 1410656"/>
              <a:gd name="connsiteX160" fmla="*/ 737795 w 5260975"/>
              <a:gd name="connsiteY160" fmla="*/ 1081804 h 1410656"/>
              <a:gd name="connsiteX161" fmla="*/ 746244 w 5260975"/>
              <a:gd name="connsiteY161" fmla="*/ 1089581 h 1410656"/>
              <a:gd name="connsiteX162" fmla="*/ 756422 w 5260975"/>
              <a:gd name="connsiteY162" fmla="*/ 1101680 h 1410656"/>
              <a:gd name="connsiteX163" fmla="*/ 788202 w 5260975"/>
              <a:gd name="connsiteY163" fmla="*/ 1125108 h 1410656"/>
              <a:gd name="connsiteX164" fmla="*/ 827569 w 5260975"/>
              <a:gd name="connsiteY164" fmla="*/ 1132596 h 1410656"/>
              <a:gd name="connsiteX165" fmla="*/ 875097 w 5260975"/>
              <a:gd name="connsiteY165" fmla="*/ 1144022 h 1410656"/>
              <a:gd name="connsiteX166" fmla="*/ 894972 w 5260975"/>
              <a:gd name="connsiteY166" fmla="*/ 1151704 h 1410656"/>
              <a:gd name="connsiteX167" fmla="*/ 948260 w 5260975"/>
              <a:gd name="connsiteY167" fmla="*/ 1166298 h 1410656"/>
              <a:gd name="connsiteX168" fmla="*/ 986282 w 5260975"/>
              <a:gd name="connsiteY168" fmla="*/ 1178588 h 1410656"/>
              <a:gd name="connsiteX169" fmla="*/ 1041107 w 5260975"/>
              <a:gd name="connsiteY169" fmla="*/ 1185789 h 1410656"/>
              <a:gd name="connsiteX170" fmla="*/ 1067703 w 5260975"/>
              <a:gd name="connsiteY170" fmla="*/ 1186076 h 1410656"/>
              <a:gd name="connsiteX171" fmla="*/ 1116574 w 5260975"/>
              <a:gd name="connsiteY171" fmla="*/ 1222946 h 1410656"/>
              <a:gd name="connsiteX172" fmla="*/ 1155557 w 5260975"/>
              <a:gd name="connsiteY172" fmla="*/ 1247335 h 1410656"/>
              <a:gd name="connsiteX173" fmla="*/ 1196556 w 5260975"/>
              <a:gd name="connsiteY173" fmla="*/ 1235525 h 1410656"/>
              <a:gd name="connsiteX174" fmla="*/ 1207693 w 5260975"/>
              <a:gd name="connsiteY174" fmla="*/ 1224387 h 1410656"/>
              <a:gd name="connsiteX175" fmla="*/ 1274904 w 5260975"/>
              <a:gd name="connsiteY175" fmla="*/ 1213826 h 1410656"/>
              <a:gd name="connsiteX176" fmla="*/ 1370919 w 5260975"/>
              <a:gd name="connsiteY176" fmla="*/ 1213442 h 1410656"/>
              <a:gd name="connsiteX177" fmla="*/ 1530593 w 5260975"/>
              <a:gd name="connsiteY177" fmla="*/ 1189437 h 1410656"/>
              <a:gd name="connsiteX178" fmla="*/ 1558436 w 5260975"/>
              <a:gd name="connsiteY178" fmla="*/ 1178299 h 1410656"/>
              <a:gd name="connsiteX179" fmla="*/ 1589737 w 5260975"/>
              <a:gd name="connsiteY179" fmla="*/ 1175515 h 1410656"/>
              <a:gd name="connsiteX180" fmla="*/ 1601740 w 5260975"/>
              <a:gd name="connsiteY180" fmla="*/ 1182333 h 1410656"/>
              <a:gd name="connsiteX181" fmla="*/ 1654259 w 5260975"/>
              <a:gd name="connsiteY181" fmla="*/ 1192510 h 1410656"/>
              <a:gd name="connsiteX182" fmla="*/ 1664246 w 5260975"/>
              <a:gd name="connsiteY182" fmla="*/ 1192702 h 1410656"/>
              <a:gd name="connsiteX183" fmla="*/ 1698427 w 5260975"/>
              <a:gd name="connsiteY183" fmla="*/ 1188381 h 1410656"/>
              <a:gd name="connsiteX184" fmla="*/ 1730112 w 5260975"/>
              <a:gd name="connsiteY184" fmla="*/ 1185885 h 1410656"/>
              <a:gd name="connsiteX185" fmla="*/ 1809996 w 5260975"/>
              <a:gd name="connsiteY185" fmla="*/ 1194046 h 1410656"/>
              <a:gd name="connsiteX186" fmla="*/ 1871254 w 5260975"/>
              <a:gd name="connsiteY186" fmla="*/ 1192126 h 1410656"/>
              <a:gd name="connsiteX187" fmla="*/ 1899482 w 5260975"/>
              <a:gd name="connsiteY187" fmla="*/ 1194046 h 1410656"/>
              <a:gd name="connsiteX188" fmla="*/ 1915420 w 5260975"/>
              <a:gd name="connsiteY188" fmla="*/ 1196927 h 1410656"/>
              <a:gd name="connsiteX189" fmla="*/ 1951522 w 5260975"/>
              <a:gd name="connsiteY189" fmla="*/ 1216994 h 1410656"/>
              <a:gd name="connsiteX190" fmla="*/ 1971302 w 5260975"/>
              <a:gd name="connsiteY190" fmla="*/ 1221507 h 1410656"/>
              <a:gd name="connsiteX191" fmla="*/ 2030831 w 5260975"/>
              <a:gd name="connsiteY191" fmla="*/ 1221123 h 1410656"/>
              <a:gd name="connsiteX192" fmla="*/ 2120125 w 5260975"/>
              <a:gd name="connsiteY192" fmla="*/ 1190878 h 1410656"/>
              <a:gd name="connsiteX193" fmla="*/ 2129439 w 5260975"/>
              <a:gd name="connsiteY193" fmla="*/ 1186845 h 1410656"/>
              <a:gd name="connsiteX194" fmla="*/ 2174854 w 5260975"/>
              <a:gd name="connsiteY194" fmla="*/ 1181852 h 1410656"/>
              <a:gd name="connsiteX195" fmla="*/ 2205674 w 5260975"/>
              <a:gd name="connsiteY195" fmla="*/ 1188669 h 1410656"/>
              <a:gd name="connsiteX196" fmla="*/ 2247634 w 5260975"/>
              <a:gd name="connsiteY196" fmla="*/ 1202784 h 1410656"/>
              <a:gd name="connsiteX197" fmla="*/ 2285367 w 5260975"/>
              <a:gd name="connsiteY197" fmla="*/ 1214594 h 1410656"/>
              <a:gd name="connsiteX198" fmla="*/ 2312827 w 5260975"/>
              <a:gd name="connsiteY198" fmla="*/ 1227939 h 1410656"/>
              <a:gd name="connsiteX199" fmla="*/ 2375622 w 5260975"/>
              <a:gd name="connsiteY199" fmla="*/ 1237733 h 1410656"/>
              <a:gd name="connsiteX200" fmla="*/ 2382151 w 5260975"/>
              <a:gd name="connsiteY200" fmla="*/ 1239365 h 1410656"/>
              <a:gd name="connsiteX201" fmla="*/ 2429390 w 5260975"/>
              <a:gd name="connsiteY201" fmla="*/ 1227459 h 1410656"/>
              <a:gd name="connsiteX202" fmla="*/ 2486134 w 5260975"/>
              <a:gd name="connsiteY202" fmla="*/ 1215362 h 1410656"/>
              <a:gd name="connsiteX203" fmla="*/ 2506394 w 5260975"/>
              <a:gd name="connsiteY203" fmla="*/ 1219490 h 1410656"/>
              <a:gd name="connsiteX204" fmla="*/ 2534142 w 5260975"/>
              <a:gd name="connsiteY204" fmla="*/ 1225347 h 1410656"/>
              <a:gd name="connsiteX205" fmla="*/ 2559874 w 5260975"/>
              <a:gd name="connsiteY205" fmla="*/ 1222275 h 1410656"/>
              <a:gd name="connsiteX206" fmla="*/ 2575525 w 5260975"/>
              <a:gd name="connsiteY206" fmla="*/ 1221987 h 1410656"/>
              <a:gd name="connsiteX207" fmla="*/ 2646960 w 5260975"/>
              <a:gd name="connsiteY207" fmla="*/ 1257896 h 1410656"/>
              <a:gd name="connsiteX208" fmla="*/ 2665107 w 5260975"/>
              <a:gd name="connsiteY208" fmla="*/ 1260873 h 1410656"/>
              <a:gd name="connsiteX209" fmla="*/ 2675381 w 5260975"/>
              <a:gd name="connsiteY209" fmla="*/ 1265290 h 1410656"/>
              <a:gd name="connsiteX210" fmla="*/ 2737311 w 5260975"/>
              <a:gd name="connsiteY210" fmla="*/ 1309841 h 1410656"/>
              <a:gd name="connsiteX211" fmla="*/ 2763619 w 5260975"/>
              <a:gd name="connsiteY211" fmla="*/ 1318866 h 1410656"/>
              <a:gd name="connsiteX212" fmla="*/ 2792519 w 5260975"/>
              <a:gd name="connsiteY212" fmla="*/ 1317041 h 1410656"/>
              <a:gd name="connsiteX213" fmla="*/ 2809226 w 5260975"/>
              <a:gd name="connsiteY213" fmla="*/ 1313777 h 1410656"/>
              <a:gd name="connsiteX214" fmla="*/ 2850705 w 5260975"/>
              <a:gd name="connsiteY214" fmla="*/ 1285452 h 1410656"/>
              <a:gd name="connsiteX215" fmla="*/ 2874324 w 5260975"/>
              <a:gd name="connsiteY215" fmla="*/ 1286413 h 1410656"/>
              <a:gd name="connsiteX216" fmla="*/ 2911194 w 5260975"/>
              <a:gd name="connsiteY216" fmla="*/ 1305903 h 1410656"/>
              <a:gd name="connsiteX217" fmla="*/ 2978116 w 5260975"/>
              <a:gd name="connsiteY217" fmla="*/ 1314641 h 1410656"/>
              <a:gd name="connsiteX218" fmla="*/ 3012106 w 5260975"/>
              <a:gd name="connsiteY218" fmla="*/ 1287373 h 1410656"/>
              <a:gd name="connsiteX219" fmla="*/ 3029676 w 5260975"/>
              <a:gd name="connsiteY219" fmla="*/ 1261161 h 1410656"/>
              <a:gd name="connsiteX220" fmla="*/ 3080469 w 5260975"/>
              <a:gd name="connsiteY220" fmla="*/ 1230724 h 1410656"/>
              <a:gd name="connsiteX221" fmla="*/ 3092567 w 5260975"/>
              <a:gd name="connsiteY221" fmla="*/ 1242054 h 1410656"/>
              <a:gd name="connsiteX222" fmla="*/ 3129821 w 5260975"/>
              <a:gd name="connsiteY222" fmla="*/ 1246855 h 1410656"/>
              <a:gd name="connsiteX223" fmla="*/ 3170147 w 5260975"/>
              <a:gd name="connsiteY223" fmla="*/ 1246471 h 1410656"/>
              <a:gd name="connsiteX224" fmla="*/ 3240429 w 5260975"/>
              <a:gd name="connsiteY224" fmla="*/ 1251559 h 1410656"/>
              <a:gd name="connsiteX225" fmla="*/ 3287189 w 5260975"/>
              <a:gd name="connsiteY225" fmla="*/ 1222466 h 1410656"/>
              <a:gd name="connsiteX226" fmla="*/ 3305049 w 5260975"/>
              <a:gd name="connsiteY226" fmla="*/ 1210465 h 1410656"/>
              <a:gd name="connsiteX227" fmla="*/ 3321755 w 5260975"/>
              <a:gd name="connsiteY227" fmla="*/ 1202784 h 1410656"/>
              <a:gd name="connsiteX228" fmla="*/ 3341055 w 5260975"/>
              <a:gd name="connsiteY228" fmla="*/ 1198463 h 1410656"/>
              <a:gd name="connsiteX229" fmla="*/ 3387621 w 5260975"/>
              <a:gd name="connsiteY229" fmla="*/ 1182140 h 1410656"/>
              <a:gd name="connsiteX230" fmla="*/ 3413161 w 5260975"/>
              <a:gd name="connsiteY230" fmla="*/ 1166105 h 1410656"/>
              <a:gd name="connsiteX231" fmla="*/ 3470579 w 5260975"/>
              <a:gd name="connsiteY231" fmla="*/ 1150647 h 1410656"/>
              <a:gd name="connsiteX232" fmla="*/ 3509657 w 5260975"/>
              <a:gd name="connsiteY232" fmla="*/ 1136821 h 1410656"/>
              <a:gd name="connsiteX233" fmla="*/ 3550847 w 5260975"/>
              <a:gd name="connsiteY233" fmla="*/ 1113009 h 1410656"/>
              <a:gd name="connsiteX234" fmla="*/ 3556608 w 5260975"/>
              <a:gd name="connsiteY234" fmla="*/ 1109361 h 1410656"/>
              <a:gd name="connsiteX235" fmla="*/ 3570435 w 5260975"/>
              <a:gd name="connsiteY235" fmla="*/ 1093710 h 1410656"/>
              <a:gd name="connsiteX236" fmla="*/ 3590501 w 5260975"/>
              <a:gd name="connsiteY236" fmla="*/ 1039846 h 1410656"/>
              <a:gd name="connsiteX237" fmla="*/ 3596263 w 5260975"/>
              <a:gd name="connsiteY237" fmla="*/ 1028900 h 1410656"/>
              <a:gd name="connsiteX238" fmla="*/ 3648591 w 5260975"/>
              <a:gd name="connsiteY238" fmla="*/ 992030 h 1410656"/>
              <a:gd name="connsiteX239" fmla="*/ 3667986 w 5260975"/>
              <a:gd name="connsiteY239" fmla="*/ 995487 h 1410656"/>
              <a:gd name="connsiteX240" fmla="*/ 3689397 w 5260975"/>
              <a:gd name="connsiteY240" fmla="*/ 1007585 h 1410656"/>
              <a:gd name="connsiteX241" fmla="*/ 3736349 w 5260975"/>
              <a:gd name="connsiteY241" fmla="*/ 1010753 h 1410656"/>
              <a:gd name="connsiteX242" fmla="*/ 3753919 w 5260975"/>
              <a:gd name="connsiteY242" fmla="*/ 1004513 h 1410656"/>
              <a:gd name="connsiteX243" fmla="*/ 3784643 w 5260975"/>
              <a:gd name="connsiteY243" fmla="*/ 987710 h 1410656"/>
              <a:gd name="connsiteX244" fmla="*/ 3808359 w 5260975"/>
              <a:gd name="connsiteY244" fmla="*/ 961689 h 1410656"/>
              <a:gd name="connsiteX245" fmla="*/ 3842829 w 5260975"/>
              <a:gd name="connsiteY245" fmla="*/ 918674 h 1410656"/>
              <a:gd name="connsiteX246" fmla="*/ 3908983 w 5260975"/>
              <a:gd name="connsiteY246" fmla="*/ 902256 h 1410656"/>
              <a:gd name="connsiteX247" fmla="*/ 3934428 w 5260975"/>
              <a:gd name="connsiteY247" fmla="*/ 896783 h 1410656"/>
              <a:gd name="connsiteX248" fmla="*/ 4026987 w 5260975"/>
              <a:gd name="connsiteY248" fmla="*/ 873835 h 1410656"/>
              <a:gd name="connsiteX249" fmla="*/ 4035051 w 5260975"/>
              <a:gd name="connsiteY249" fmla="*/ 873067 h 1410656"/>
              <a:gd name="connsiteX250" fmla="*/ 4099189 w 5260975"/>
              <a:gd name="connsiteY250" fmla="*/ 846664 h 1410656"/>
              <a:gd name="connsiteX251" fmla="*/ 4114647 w 5260975"/>
              <a:gd name="connsiteY251" fmla="*/ 840134 h 1410656"/>
              <a:gd name="connsiteX252" fmla="*/ 4133563 w 5260975"/>
              <a:gd name="connsiteY252" fmla="*/ 823427 h 1410656"/>
              <a:gd name="connsiteX253" fmla="*/ 4151039 w 5260975"/>
              <a:gd name="connsiteY253" fmla="*/ 776284 h 1410656"/>
              <a:gd name="connsiteX254" fmla="*/ 4171489 w 5260975"/>
              <a:gd name="connsiteY254" fmla="*/ 754776 h 1410656"/>
              <a:gd name="connsiteX255" fmla="*/ 4186372 w 5260975"/>
              <a:gd name="connsiteY255" fmla="*/ 741718 h 1410656"/>
              <a:gd name="connsiteX256" fmla="*/ 4199429 w 5260975"/>
              <a:gd name="connsiteY256" fmla="*/ 721940 h 1410656"/>
              <a:gd name="connsiteX257" fmla="*/ 4212487 w 5260975"/>
              <a:gd name="connsiteY257" fmla="*/ 674604 h 1410656"/>
              <a:gd name="connsiteX258" fmla="*/ 4232555 w 5260975"/>
              <a:gd name="connsiteY258" fmla="*/ 632645 h 1410656"/>
              <a:gd name="connsiteX259" fmla="*/ 4268657 w 5260975"/>
              <a:gd name="connsiteY259" fmla="*/ 609410 h 1410656"/>
              <a:gd name="connsiteX260" fmla="*/ 4291028 w 5260975"/>
              <a:gd name="connsiteY260" fmla="*/ 597216 h 1410656"/>
              <a:gd name="connsiteX261" fmla="*/ 4379651 w 5260975"/>
              <a:gd name="connsiteY261" fmla="*/ 609506 h 1410656"/>
              <a:gd name="connsiteX262" fmla="*/ 4440139 w 5260975"/>
              <a:gd name="connsiteY262" fmla="*/ 621507 h 1410656"/>
              <a:gd name="connsiteX263" fmla="*/ 4460015 w 5260975"/>
              <a:gd name="connsiteY263" fmla="*/ 616899 h 1410656"/>
              <a:gd name="connsiteX264" fmla="*/ 4516183 w 5260975"/>
              <a:gd name="connsiteY264" fmla="*/ 577724 h 1410656"/>
              <a:gd name="connsiteX265" fmla="*/ 4571681 w 5260975"/>
              <a:gd name="connsiteY265" fmla="*/ 560250 h 1410656"/>
              <a:gd name="connsiteX266" fmla="*/ 4613447 w 5260975"/>
              <a:gd name="connsiteY266" fmla="*/ 555257 h 1410656"/>
              <a:gd name="connsiteX267" fmla="*/ 4649355 w 5260975"/>
              <a:gd name="connsiteY267" fmla="*/ 551417 h 1410656"/>
              <a:gd name="connsiteX268" fmla="*/ 4692467 w 5260975"/>
              <a:gd name="connsiteY268" fmla="*/ 540663 h 1410656"/>
              <a:gd name="connsiteX269" fmla="*/ 4716855 w 5260975"/>
              <a:gd name="connsiteY269" fmla="*/ 528949 h 1410656"/>
              <a:gd name="connsiteX270" fmla="*/ 4755645 w 5260975"/>
              <a:gd name="connsiteY270" fmla="*/ 512147 h 1410656"/>
              <a:gd name="connsiteX271" fmla="*/ 4795395 w 5260975"/>
              <a:gd name="connsiteY271" fmla="*/ 490351 h 1410656"/>
              <a:gd name="connsiteX272" fmla="*/ 4825928 w 5260975"/>
              <a:gd name="connsiteY272" fmla="*/ 459818 h 1410656"/>
              <a:gd name="connsiteX273" fmla="*/ 4842347 w 5260975"/>
              <a:gd name="connsiteY273" fmla="*/ 434086 h 1410656"/>
              <a:gd name="connsiteX274" fmla="*/ 4890451 w 5260975"/>
              <a:gd name="connsiteY274" fmla="*/ 397216 h 1410656"/>
              <a:gd name="connsiteX275" fmla="*/ 4933945 w 5260975"/>
              <a:gd name="connsiteY275" fmla="*/ 327701 h 1410656"/>
              <a:gd name="connsiteX276" fmla="*/ 4961214 w 5260975"/>
              <a:gd name="connsiteY276" fmla="*/ 298801 h 1410656"/>
              <a:gd name="connsiteX277" fmla="*/ 4976672 w 5260975"/>
              <a:gd name="connsiteY277" fmla="*/ 290639 h 1410656"/>
              <a:gd name="connsiteX278" fmla="*/ 5002979 w 5260975"/>
              <a:gd name="connsiteY278" fmla="*/ 270573 h 1410656"/>
              <a:gd name="connsiteX279" fmla="*/ 5018535 w 5260975"/>
              <a:gd name="connsiteY279" fmla="*/ 255690 h 1410656"/>
              <a:gd name="connsiteX280" fmla="*/ 5061069 w 5260975"/>
              <a:gd name="connsiteY280" fmla="*/ 200961 h 1410656"/>
              <a:gd name="connsiteX281" fmla="*/ 5074127 w 5260975"/>
              <a:gd name="connsiteY281" fmla="*/ 184735 h 1410656"/>
              <a:gd name="connsiteX282" fmla="*/ 5101108 w 5260975"/>
              <a:gd name="connsiteY282" fmla="*/ 156891 h 1410656"/>
              <a:gd name="connsiteX283" fmla="*/ 5112918 w 5260975"/>
              <a:gd name="connsiteY283" fmla="*/ 148441 h 1410656"/>
              <a:gd name="connsiteX284" fmla="*/ 5133753 w 5260975"/>
              <a:gd name="connsiteY284" fmla="*/ 125782 h 1410656"/>
              <a:gd name="connsiteX285" fmla="*/ 5183393 w 5260975"/>
              <a:gd name="connsiteY285" fmla="*/ 66348 h 1410656"/>
              <a:gd name="connsiteX286" fmla="*/ 5204709 w 5260975"/>
              <a:gd name="connsiteY286" fmla="*/ 33030 h 1410656"/>
              <a:gd name="connsiteX287" fmla="*/ 5247243 w 5260975"/>
              <a:gd name="connsiteY287" fmla="*/ 8451 h 141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5260975" h="1410656">
                <a:moveTo>
                  <a:pt x="5260975" y="0"/>
                </a:moveTo>
                <a:lnTo>
                  <a:pt x="5260975" y="221634"/>
                </a:lnTo>
                <a:lnTo>
                  <a:pt x="5226503" y="237063"/>
                </a:lnTo>
                <a:cubicBezTo>
                  <a:pt x="5219783" y="239848"/>
                  <a:pt x="5212389" y="241384"/>
                  <a:pt x="5206341" y="245128"/>
                </a:cubicBezTo>
                <a:cubicBezTo>
                  <a:pt x="5178495" y="262219"/>
                  <a:pt x="5151515" y="280654"/>
                  <a:pt x="5123287" y="297073"/>
                </a:cubicBezTo>
                <a:cubicBezTo>
                  <a:pt x="5094195" y="314067"/>
                  <a:pt x="5068175" y="334134"/>
                  <a:pt x="5048107" y="361307"/>
                </a:cubicBezTo>
                <a:cubicBezTo>
                  <a:pt x="5029480" y="386559"/>
                  <a:pt x="5011429" y="412194"/>
                  <a:pt x="4992899" y="437542"/>
                </a:cubicBezTo>
                <a:cubicBezTo>
                  <a:pt x="4988194" y="443975"/>
                  <a:pt x="4983873" y="451561"/>
                  <a:pt x="4977440" y="455690"/>
                </a:cubicBezTo>
                <a:cubicBezTo>
                  <a:pt x="4964094" y="464331"/>
                  <a:pt x="4949499" y="471340"/>
                  <a:pt x="4935193" y="478445"/>
                </a:cubicBezTo>
                <a:cubicBezTo>
                  <a:pt x="4922903" y="484494"/>
                  <a:pt x="4909845" y="489006"/>
                  <a:pt x="4897844" y="495535"/>
                </a:cubicBezTo>
                <a:cubicBezTo>
                  <a:pt x="4888243" y="500721"/>
                  <a:pt x="4879697" y="507922"/>
                  <a:pt x="4870767" y="514451"/>
                </a:cubicBezTo>
                <a:cubicBezTo>
                  <a:pt x="4862990" y="520115"/>
                  <a:pt x="4854445" y="525012"/>
                  <a:pt x="4847916" y="531830"/>
                </a:cubicBezTo>
                <a:cubicBezTo>
                  <a:pt x="4831977" y="548344"/>
                  <a:pt x="4815942" y="564571"/>
                  <a:pt x="4796163" y="576765"/>
                </a:cubicBezTo>
                <a:cubicBezTo>
                  <a:pt x="4776672" y="588862"/>
                  <a:pt x="4758237" y="602401"/>
                  <a:pt x="4738843" y="614691"/>
                </a:cubicBezTo>
                <a:cubicBezTo>
                  <a:pt x="4719831" y="626693"/>
                  <a:pt x="4702645" y="639846"/>
                  <a:pt x="4692755" y="661162"/>
                </a:cubicBezTo>
                <a:cubicBezTo>
                  <a:pt x="4688339" y="670571"/>
                  <a:pt x="4682097" y="680845"/>
                  <a:pt x="4673744" y="686318"/>
                </a:cubicBezTo>
                <a:cubicBezTo>
                  <a:pt x="4661838" y="694095"/>
                  <a:pt x="4646764" y="696880"/>
                  <a:pt x="4633801" y="703505"/>
                </a:cubicBezTo>
                <a:cubicBezTo>
                  <a:pt x="4618535" y="711282"/>
                  <a:pt x="4600869" y="718003"/>
                  <a:pt x="4590499" y="730389"/>
                </a:cubicBezTo>
                <a:cubicBezTo>
                  <a:pt x="4581281" y="741431"/>
                  <a:pt x="4571968" y="750072"/>
                  <a:pt x="4559773" y="757081"/>
                </a:cubicBezTo>
                <a:cubicBezTo>
                  <a:pt x="4551229" y="761978"/>
                  <a:pt x="4544892" y="770907"/>
                  <a:pt x="4536059" y="774940"/>
                </a:cubicBezTo>
                <a:cubicBezTo>
                  <a:pt x="4524441" y="780317"/>
                  <a:pt x="4512727" y="784542"/>
                  <a:pt x="4502549" y="792895"/>
                </a:cubicBezTo>
                <a:cubicBezTo>
                  <a:pt x="4491987" y="801536"/>
                  <a:pt x="4479986" y="808353"/>
                  <a:pt x="4468944" y="816419"/>
                </a:cubicBezTo>
                <a:cubicBezTo>
                  <a:pt x="4463087" y="820739"/>
                  <a:pt x="4458286" y="826404"/>
                  <a:pt x="4452622" y="830917"/>
                </a:cubicBezTo>
                <a:cubicBezTo>
                  <a:pt x="4442252" y="839174"/>
                  <a:pt x="4431690" y="847239"/>
                  <a:pt x="4421032" y="855016"/>
                </a:cubicBezTo>
                <a:cubicBezTo>
                  <a:pt x="4410375" y="862794"/>
                  <a:pt x="4400197" y="871819"/>
                  <a:pt x="4388483" y="877484"/>
                </a:cubicBezTo>
                <a:cubicBezTo>
                  <a:pt x="4368513" y="887086"/>
                  <a:pt x="4346717" y="892847"/>
                  <a:pt x="4327321" y="903216"/>
                </a:cubicBezTo>
                <a:cubicBezTo>
                  <a:pt x="4307639" y="913777"/>
                  <a:pt x="4289107" y="927028"/>
                  <a:pt x="4271633" y="941046"/>
                </a:cubicBezTo>
                <a:cubicBezTo>
                  <a:pt x="4257807" y="952088"/>
                  <a:pt x="4244845" y="963034"/>
                  <a:pt x="4227465" y="968698"/>
                </a:cubicBezTo>
                <a:cubicBezTo>
                  <a:pt x="4217768" y="971867"/>
                  <a:pt x="4207591" y="978780"/>
                  <a:pt x="4201733" y="986846"/>
                </a:cubicBezTo>
                <a:cubicBezTo>
                  <a:pt x="4189059" y="1004416"/>
                  <a:pt x="4172833" y="1016802"/>
                  <a:pt x="4154494" y="1027364"/>
                </a:cubicBezTo>
                <a:cubicBezTo>
                  <a:pt x="4130010" y="1041574"/>
                  <a:pt x="4105814" y="1056072"/>
                  <a:pt x="4081234" y="1069994"/>
                </a:cubicBezTo>
                <a:cubicBezTo>
                  <a:pt x="4066737" y="1078252"/>
                  <a:pt x="4052335" y="1086989"/>
                  <a:pt x="4036971" y="1093038"/>
                </a:cubicBezTo>
                <a:cubicBezTo>
                  <a:pt x="4005575" y="1105520"/>
                  <a:pt x="3973410" y="1116177"/>
                  <a:pt x="3941725" y="1127796"/>
                </a:cubicBezTo>
                <a:cubicBezTo>
                  <a:pt x="3931355" y="1131540"/>
                  <a:pt x="3921561" y="1136917"/>
                  <a:pt x="3910999" y="1140182"/>
                </a:cubicBezTo>
                <a:cubicBezTo>
                  <a:pt x="3899573" y="1143734"/>
                  <a:pt x="3887285" y="1144790"/>
                  <a:pt x="3875859" y="1148343"/>
                </a:cubicBezTo>
                <a:cubicBezTo>
                  <a:pt x="3856847" y="1154199"/>
                  <a:pt x="3838412" y="1161689"/>
                  <a:pt x="3819401" y="1167642"/>
                </a:cubicBezTo>
                <a:cubicBezTo>
                  <a:pt x="3782723" y="1179068"/>
                  <a:pt x="3745949" y="1190014"/>
                  <a:pt x="3709176" y="1200863"/>
                </a:cubicBezTo>
                <a:cubicBezTo>
                  <a:pt x="3701303" y="1203168"/>
                  <a:pt x="3692757" y="1203456"/>
                  <a:pt x="3684981" y="1205952"/>
                </a:cubicBezTo>
                <a:cubicBezTo>
                  <a:pt x="3664337" y="1212673"/>
                  <a:pt x="3643789" y="1219970"/>
                  <a:pt x="3623338" y="1227363"/>
                </a:cubicBezTo>
                <a:cubicBezTo>
                  <a:pt x="3610953" y="1231876"/>
                  <a:pt x="3598854" y="1237445"/>
                  <a:pt x="3586373" y="1241765"/>
                </a:cubicBezTo>
                <a:cubicBezTo>
                  <a:pt x="3576387" y="1245222"/>
                  <a:pt x="3566113" y="1247910"/>
                  <a:pt x="3555743" y="1250023"/>
                </a:cubicBezTo>
                <a:cubicBezTo>
                  <a:pt x="3546814" y="1251848"/>
                  <a:pt x="3537501" y="1251655"/>
                  <a:pt x="3528667" y="1253864"/>
                </a:cubicBezTo>
                <a:cubicBezTo>
                  <a:pt x="3504759" y="1259816"/>
                  <a:pt x="3481140" y="1266538"/>
                  <a:pt x="3457424" y="1272874"/>
                </a:cubicBezTo>
                <a:cubicBezTo>
                  <a:pt x="3447919" y="1275371"/>
                  <a:pt x="3438221" y="1277196"/>
                  <a:pt x="3429003" y="1280364"/>
                </a:cubicBezTo>
                <a:cubicBezTo>
                  <a:pt x="3404327" y="1288717"/>
                  <a:pt x="3380036" y="1298222"/>
                  <a:pt x="3355264" y="1306096"/>
                </a:cubicBezTo>
                <a:cubicBezTo>
                  <a:pt x="3334717" y="1312625"/>
                  <a:pt x="3313593" y="1317329"/>
                  <a:pt x="3292757" y="1323090"/>
                </a:cubicBezTo>
                <a:cubicBezTo>
                  <a:pt x="3283924" y="1325587"/>
                  <a:pt x="3275475" y="1329140"/>
                  <a:pt x="3266643" y="1331251"/>
                </a:cubicBezTo>
                <a:cubicBezTo>
                  <a:pt x="3246863" y="1336053"/>
                  <a:pt x="3226796" y="1340085"/>
                  <a:pt x="3206921" y="1344886"/>
                </a:cubicBezTo>
                <a:cubicBezTo>
                  <a:pt x="3195590" y="1347670"/>
                  <a:pt x="3184645" y="1352663"/>
                  <a:pt x="3173123" y="1354488"/>
                </a:cubicBezTo>
                <a:cubicBezTo>
                  <a:pt x="3145759" y="1358808"/>
                  <a:pt x="3118203" y="1361880"/>
                  <a:pt x="3090646" y="1365337"/>
                </a:cubicBezTo>
                <a:cubicBezTo>
                  <a:pt x="3062227" y="1368889"/>
                  <a:pt x="3033902" y="1372634"/>
                  <a:pt x="3005480" y="1375802"/>
                </a:cubicBezTo>
                <a:cubicBezTo>
                  <a:pt x="2989926" y="1377435"/>
                  <a:pt x="2974275" y="1377723"/>
                  <a:pt x="2958721" y="1379259"/>
                </a:cubicBezTo>
                <a:cubicBezTo>
                  <a:pt x="2945087" y="1380604"/>
                  <a:pt x="2931549" y="1383100"/>
                  <a:pt x="2917915" y="1384733"/>
                </a:cubicBezTo>
                <a:cubicBezTo>
                  <a:pt x="2906105" y="1386076"/>
                  <a:pt x="2894199" y="1386844"/>
                  <a:pt x="2882389" y="1388189"/>
                </a:cubicBezTo>
                <a:cubicBezTo>
                  <a:pt x="2863475" y="1390397"/>
                  <a:pt x="2844655" y="1392894"/>
                  <a:pt x="2825837" y="1395198"/>
                </a:cubicBezTo>
                <a:cubicBezTo>
                  <a:pt x="2817964" y="1396062"/>
                  <a:pt x="2809706" y="1398462"/>
                  <a:pt x="2802313" y="1397023"/>
                </a:cubicBezTo>
                <a:cubicBezTo>
                  <a:pt x="2783686" y="1393373"/>
                  <a:pt x="2765347" y="1394430"/>
                  <a:pt x="2746816" y="1396926"/>
                </a:cubicBezTo>
                <a:cubicBezTo>
                  <a:pt x="2740479" y="1397791"/>
                  <a:pt x="2733662" y="1397598"/>
                  <a:pt x="2727517" y="1395966"/>
                </a:cubicBezTo>
                <a:cubicBezTo>
                  <a:pt x="2714939" y="1392701"/>
                  <a:pt x="2702745" y="1388092"/>
                  <a:pt x="2690359" y="1384060"/>
                </a:cubicBezTo>
                <a:cubicBezTo>
                  <a:pt x="2689014" y="1383580"/>
                  <a:pt x="2687382" y="1383484"/>
                  <a:pt x="2685943" y="1383196"/>
                </a:cubicBezTo>
                <a:cubicBezTo>
                  <a:pt x="2677781" y="1381563"/>
                  <a:pt x="2669717" y="1379931"/>
                  <a:pt x="2661554" y="1378491"/>
                </a:cubicBezTo>
                <a:cubicBezTo>
                  <a:pt x="2657138" y="1377723"/>
                  <a:pt x="2652625" y="1377627"/>
                  <a:pt x="2648208" y="1376955"/>
                </a:cubicBezTo>
                <a:cubicBezTo>
                  <a:pt x="2631118" y="1374266"/>
                  <a:pt x="2612299" y="1378779"/>
                  <a:pt x="2597512" y="1367162"/>
                </a:cubicBezTo>
                <a:cubicBezTo>
                  <a:pt x="2587911" y="1359672"/>
                  <a:pt x="2578597" y="1361401"/>
                  <a:pt x="2568324" y="1362553"/>
                </a:cubicBezTo>
                <a:cubicBezTo>
                  <a:pt x="2560547" y="1363417"/>
                  <a:pt x="2552577" y="1363128"/>
                  <a:pt x="2544704" y="1363225"/>
                </a:cubicBezTo>
                <a:cubicBezTo>
                  <a:pt x="2530878" y="1363512"/>
                  <a:pt x="2517052" y="1363609"/>
                  <a:pt x="2503225" y="1364089"/>
                </a:cubicBezTo>
                <a:cubicBezTo>
                  <a:pt x="2498808" y="1364281"/>
                  <a:pt x="2494297" y="1366682"/>
                  <a:pt x="2489975" y="1366298"/>
                </a:cubicBezTo>
                <a:cubicBezTo>
                  <a:pt x="2470004" y="1364473"/>
                  <a:pt x="2450033" y="1361592"/>
                  <a:pt x="2430061" y="1359960"/>
                </a:cubicBezTo>
                <a:cubicBezTo>
                  <a:pt x="2418732" y="1359001"/>
                  <a:pt x="2407114" y="1360824"/>
                  <a:pt x="2395880" y="1359480"/>
                </a:cubicBezTo>
                <a:cubicBezTo>
                  <a:pt x="2382919" y="1357944"/>
                  <a:pt x="2370245" y="1354008"/>
                  <a:pt x="2357378" y="1351607"/>
                </a:cubicBezTo>
                <a:cubicBezTo>
                  <a:pt x="2353826" y="1350935"/>
                  <a:pt x="2349889" y="1351799"/>
                  <a:pt x="2346145" y="1351991"/>
                </a:cubicBezTo>
                <a:cubicBezTo>
                  <a:pt x="2341920" y="1352183"/>
                  <a:pt x="2337791" y="1352567"/>
                  <a:pt x="2333567" y="1352663"/>
                </a:cubicBezTo>
                <a:cubicBezTo>
                  <a:pt x="2320700" y="1352856"/>
                  <a:pt x="2307835" y="1352567"/>
                  <a:pt x="2294968" y="1353240"/>
                </a:cubicBezTo>
                <a:cubicBezTo>
                  <a:pt x="2287095" y="1353624"/>
                  <a:pt x="2278839" y="1357560"/>
                  <a:pt x="2271540" y="1356120"/>
                </a:cubicBezTo>
                <a:cubicBezTo>
                  <a:pt x="2256659" y="1353335"/>
                  <a:pt x="2241776" y="1359576"/>
                  <a:pt x="2226895" y="1354392"/>
                </a:cubicBezTo>
                <a:cubicBezTo>
                  <a:pt x="2222285" y="1352856"/>
                  <a:pt x="2215948" y="1356696"/>
                  <a:pt x="2210379" y="1356888"/>
                </a:cubicBezTo>
                <a:cubicBezTo>
                  <a:pt x="2196457" y="1357368"/>
                  <a:pt x="2182535" y="1357272"/>
                  <a:pt x="2168613" y="1357176"/>
                </a:cubicBezTo>
                <a:cubicBezTo>
                  <a:pt x="2156131" y="1357080"/>
                  <a:pt x="2143168" y="1358424"/>
                  <a:pt x="2131167" y="1355736"/>
                </a:cubicBezTo>
                <a:cubicBezTo>
                  <a:pt x="2118588" y="1352856"/>
                  <a:pt x="2107259" y="1353240"/>
                  <a:pt x="2095065" y="1356504"/>
                </a:cubicBezTo>
                <a:cubicBezTo>
                  <a:pt x="2086711" y="1358712"/>
                  <a:pt x="2077878" y="1359001"/>
                  <a:pt x="2069237" y="1359672"/>
                </a:cubicBezTo>
                <a:cubicBezTo>
                  <a:pt x="2059924" y="1360440"/>
                  <a:pt x="2049650" y="1358424"/>
                  <a:pt x="2041201" y="1361592"/>
                </a:cubicBezTo>
                <a:cubicBezTo>
                  <a:pt x="2016044" y="1371002"/>
                  <a:pt x="1990216" y="1373018"/>
                  <a:pt x="1963909" y="1373018"/>
                </a:cubicBezTo>
                <a:cubicBezTo>
                  <a:pt x="1959107" y="1373018"/>
                  <a:pt x="1954210" y="1371675"/>
                  <a:pt x="1949603" y="1370234"/>
                </a:cubicBezTo>
                <a:cubicBezTo>
                  <a:pt x="1922717" y="1361592"/>
                  <a:pt x="1895737" y="1362360"/>
                  <a:pt x="1868373" y="1367641"/>
                </a:cubicBezTo>
                <a:cubicBezTo>
                  <a:pt x="1862708" y="1368794"/>
                  <a:pt x="1856372" y="1368986"/>
                  <a:pt x="1850707" y="1367834"/>
                </a:cubicBezTo>
                <a:cubicBezTo>
                  <a:pt x="1834768" y="1364473"/>
                  <a:pt x="1819309" y="1358904"/>
                  <a:pt x="1803275" y="1356504"/>
                </a:cubicBezTo>
                <a:cubicBezTo>
                  <a:pt x="1776775" y="1352567"/>
                  <a:pt x="1753828" y="1365817"/>
                  <a:pt x="1730112" y="1374459"/>
                </a:cubicBezTo>
                <a:cubicBezTo>
                  <a:pt x="1707548" y="1382620"/>
                  <a:pt x="1688345" y="1401055"/>
                  <a:pt x="1661652" y="1396926"/>
                </a:cubicBezTo>
                <a:cubicBezTo>
                  <a:pt x="1658965" y="1396542"/>
                  <a:pt x="1655988" y="1399134"/>
                  <a:pt x="1653011" y="1399807"/>
                </a:cubicBezTo>
                <a:cubicBezTo>
                  <a:pt x="1644850" y="1401631"/>
                  <a:pt x="1636689" y="1403839"/>
                  <a:pt x="1628431" y="1404704"/>
                </a:cubicBezTo>
                <a:cubicBezTo>
                  <a:pt x="1618350" y="1405856"/>
                  <a:pt x="1608076" y="1405472"/>
                  <a:pt x="1597995" y="1406432"/>
                </a:cubicBezTo>
                <a:cubicBezTo>
                  <a:pt x="1585032" y="1407584"/>
                  <a:pt x="1572263" y="1410656"/>
                  <a:pt x="1559396" y="1410656"/>
                </a:cubicBezTo>
                <a:cubicBezTo>
                  <a:pt x="1549026" y="1410656"/>
                  <a:pt x="1538753" y="1407104"/>
                  <a:pt x="1528480" y="1405375"/>
                </a:cubicBezTo>
                <a:cubicBezTo>
                  <a:pt x="1513981" y="1402975"/>
                  <a:pt x="1498042" y="1403647"/>
                  <a:pt x="1485272" y="1397502"/>
                </a:cubicBezTo>
                <a:cubicBezTo>
                  <a:pt x="1471639" y="1390973"/>
                  <a:pt x="1458676" y="1387997"/>
                  <a:pt x="1444562" y="1390013"/>
                </a:cubicBezTo>
                <a:cubicBezTo>
                  <a:pt x="1439857" y="1390685"/>
                  <a:pt x="1433808" y="1394718"/>
                  <a:pt x="1431696" y="1398846"/>
                </a:cubicBezTo>
                <a:cubicBezTo>
                  <a:pt x="1426991" y="1408064"/>
                  <a:pt x="1420559" y="1409697"/>
                  <a:pt x="1411821" y="1406527"/>
                </a:cubicBezTo>
                <a:cubicBezTo>
                  <a:pt x="1404236" y="1403839"/>
                  <a:pt x="1394922" y="1402495"/>
                  <a:pt x="1389738" y="1397310"/>
                </a:cubicBezTo>
                <a:cubicBezTo>
                  <a:pt x="1375047" y="1382620"/>
                  <a:pt x="1356324" y="1382140"/>
                  <a:pt x="1338081" y="1378204"/>
                </a:cubicBezTo>
                <a:cubicBezTo>
                  <a:pt x="1326945" y="1375802"/>
                  <a:pt x="1316574" y="1375707"/>
                  <a:pt x="1305436" y="1377339"/>
                </a:cubicBezTo>
                <a:cubicBezTo>
                  <a:pt x="1281241" y="1380988"/>
                  <a:pt x="1257717" y="1375802"/>
                  <a:pt x="1234481" y="1369178"/>
                </a:cubicBezTo>
                <a:cubicBezTo>
                  <a:pt x="1219118" y="1364761"/>
                  <a:pt x="1203372" y="1362073"/>
                  <a:pt x="1188106" y="1357560"/>
                </a:cubicBezTo>
                <a:cubicBezTo>
                  <a:pt x="1176680" y="1354104"/>
                  <a:pt x="1165255" y="1349975"/>
                  <a:pt x="1154790" y="1344406"/>
                </a:cubicBezTo>
                <a:cubicBezTo>
                  <a:pt x="1139618" y="1336244"/>
                  <a:pt x="1126369" y="1323954"/>
                  <a:pt x="1107069" y="1327219"/>
                </a:cubicBezTo>
                <a:cubicBezTo>
                  <a:pt x="1090074" y="1330099"/>
                  <a:pt x="1074713" y="1324051"/>
                  <a:pt x="1059158" y="1318290"/>
                </a:cubicBezTo>
                <a:cubicBezTo>
                  <a:pt x="1047732" y="1314065"/>
                  <a:pt x="1036308" y="1309744"/>
                  <a:pt x="1024496" y="1307056"/>
                </a:cubicBezTo>
                <a:cubicBezTo>
                  <a:pt x="1010478" y="1303887"/>
                  <a:pt x="994635" y="1305232"/>
                  <a:pt x="982153" y="1299374"/>
                </a:cubicBezTo>
                <a:cubicBezTo>
                  <a:pt x="969095" y="1293229"/>
                  <a:pt x="958246" y="1297358"/>
                  <a:pt x="946628" y="1299087"/>
                </a:cubicBezTo>
                <a:cubicBezTo>
                  <a:pt x="928097" y="1301775"/>
                  <a:pt x="909661" y="1306768"/>
                  <a:pt x="890939" y="1300431"/>
                </a:cubicBezTo>
                <a:cubicBezTo>
                  <a:pt x="868184" y="1292750"/>
                  <a:pt x="845620" y="1284493"/>
                  <a:pt x="822769" y="1277196"/>
                </a:cubicBezTo>
                <a:cubicBezTo>
                  <a:pt x="813934" y="1274410"/>
                  <a:pt x="804431" y="1273258"/>
                  <a:pt x="795212" y="1272010"/>
                </a:cubicBezTo>
                <a:cubicBezTo>
                  <a:pt x="786476" y="1270954"/>
                  <a:pt x="776010" y="1273642"/>
                  <a:pt x="769288" y="1269610"/>
                </a:cubicBezTo>
                <a:cubicBezTo>
                  <a:pt x="752005" y="1259241"/>
                  <a:pt x="734243" y="1254152"/>
                  <a:pt x="714271" y="1254152"/>
                </a:cubicBezTo>
                <a:cubicBezTo>
                  <a:pt x="706781" y="1254152"/>
                  <a:pt x="699484" y="1249831"/>
                  <a:pt x="691900" y="1249062"/>
                </a:cubicBezTo>
                <a:cubicBezTo>
                  <a:pt x="681529" y="1248103"/>
                  <a:pt x="669623" y="1245510"/>
                  <a:pt x="660598" y="1249159"/>
                </a:cubicBezTo>
                <a:cubicBezTo>
                  <a:pt x="639379" y="1257800"/>
                  <a:pt x="622193" y="1250599"/>
                  <a:pt x="603662" y="1242054"/>
                </a:cubicBezTo>
                <a:cubicBezTo>
                  <a:pt x="585418" y="1233604"/>
                  <a:pt x="566215" y="1226884"/>
                  <a:pt x="546821" y="1221314"/>
                </a:cubicBezTo>
                <a:cubicBezTo>
                  <a:pt x="539524" y="1219298"/>
                  <a:pt x="530787" y="1222659"/>
                  <a:pt x="522721" y="1223330"/>
                </a:cubicBezTo>
                <a:cubicBezTo>
                  <a:pt x="519840" y="1223523"/>
                  <a:pt x="516671" y="1223811"/>
                  <a:pt x="514080" y="1222851"/>
                </a:cubicBezTo>
                <a:cubicBezTo>
                  <a:pt x="489020" y="1213633"/>
                  <a:pt x="463575" y="1206624"/>
                  <a:pt x="436404" y="1211424"/>
                </a:cubicBezTo>
                <a:cubicBezTo>
                  <a:pt x="433908" y="1211905"/>
                  <a:pt x="431123" y="1210849"/>
                  <a:pt x="428626" y="1210177"/>
                </a:cubicBezTo>
                <a:cubicBezTo>
                  <a:pt x="416432" y="1206720"/>
                  <a:pt x="404526" y="1201247"/>
                  <a:pt x="392141" y="1199999"/>
                </a:cubicBezTo>
                <a:cubicBezTo>
                  <a:pt x="361608" y="1196927"/>
                  <a:pt x="330884" y="1195678"/>
                  <a:pt x="300157" y="1193662"/>
                </a:cubicBezTo>
                <a:cubicBezTo>
                  <a:pt x="298237" y="1193566"/>
                  <a:pt x="296221" y="1193566"/>
                  <a:pt x="294493" y="1192894"/>
                </a:cubicBezTo>
                <a:cubicBezTo>
                  <a:pt x="283163" y="1188765"/>
                  <a:pt x="273274" y="1190110"/>
                  <a:pt x="263671" y="1197982"/>
                </a:cubicBezTo>
                <a:cubicBezTo>
                  <a:pt x="259447" y="1201439"/>
                  <a:pt x="253686" y="1203263"/>
                  <a:pt x="248406" y="1205184"/>
                </a:cubicBezTo>
                <a:cubicBezTo>
                  <a:pt x="240628" y="1208065"/>
                  <a:pt x="232659" y="1210849"/>
                  <a:pt x="224594" y="1212673"/>
                </a:cubicBezTo>
                <a:cubicBezTo>
                  <a:pt x="216624" y="1214401"/>
                  <a:pt x="208079" y="1216801"/>
                  <a:pt x="200398" y="1215458"/>
                </a:cubicBezTo>
                <a:cubicBezTo>
                  <a:pt x="186572" y="1213057"/>
                  <a:pt x="173417" y="1207681"/>
                  <a:pt x="159783" y="1204127"/>
                </a:cubicBezTo>
                <a:cubicBezTo>
                  <a:pt x="155079" y="1202879"/>
                  <a:pt x="149893" y="1203072"/>
                  <a:pt x="144997" y="1202975"/>
                </a:cubicBezTo>
                <a:cubicBezTo>
                  <a:pt x="133763" y="1202688"/>
                  <a:pt x="122241" y="1205472"/>
                  <a:pt x="112064" y="1197503"/>
                </a:cubicBezTo>
                <a:cubicBezTo>
                  <a:pt x="102655" y="1190014"/>
                  <a:pt x="93148" y="1192221"/>
                  <a:pt x="83259" y="1197887"/>
                </a:cubicBezTo>
                <a:cubicBezTo>
                  <a:pt x="76154" y="1201920"/>
                  <a:pt x="68090" y="1205088"/>
                  <a:pt x="60120" y="1206624"/>
                </a:cubicBezTo>
                <a:cubicBezTo>
                  <a:pt x="49174" y="1208736"/>
                  <a:pt x="38324" y="1209601"/>
                  <a:pt x="26514" y="1208352"/>
                </a:cubicBezTo>
                <a:cubicBezTo>
                  <a:pt x="18161" y="1207488"/>
                  <a:pt x="11343" y="1207104"/>
                  <a:pt x="4814" y="1202015"/>
                </a:cubicBezTo>
                <a:cubicBezTo>
                  <a:pt x="3759" y="1201247"/>
                  <a:pt x="1839" y="1201055"/>
                  <a:pt x="398" y="1201152"/>
                </a:cubicBezTo>
                <a:lnTo>
                  <a:pt x="0" y="1201150"/>
                </a:lnTo>
                <a:lnTo>
                  <a:pt x="0" y="1004512"/>
                </a:lnTo>
                <a:lnTo>
                  <a:pt x="30355" y="1002784"/>
                </a:lnTo>
                <a:cubicBezTo>
                  <a:pt x="37748" y="1002111"/>
                  <a:pt x="44853" y="999520"/>
                  <a:pt x="52151" y="997695"/>
                </a:cubicBezTo>
                <a:cubicBezTo>
                  <a:pt x="56183" y="996639"/>
                  <a:pt x="60504" y="993855"/>
                  <a:pt x="64248" y="994430"/>
                </a:cubicBezTo>
                <a:cubicBezTo>
                  <a:pt x="85948" y="997791"/>
                  <a:pt x="105823" y="989534"/>
                  <a:pt x="126370" y="985405"/>
                </a:cubicBezTo>
                <a:cubicBezTo>
                  <a:pt x="135876" y="983485"/>
                  <a:pt x="144805" y="978876"/>
                  <a:pt x="154022" y="975708"/>
                </a:cubicBezTo>
                <a:cubicBezTo>
                  <a:pt x="156423" y="974843"/>
                  <a:pt x="159111" y="974075"/>
                  <a:pt x="161512" y="974268"/>
                </a:cubicBezTo>
                <a:cubicBezTo>
                  <a:pt x="175242" y="975420"/>
                  <a:pt x="188876" y="977052"/>
                  <a:pt x="202510" y="978300"/>
                </a:cubicBezTo>
                <a:cubicBezTo>
                  <a:pt x="214896" y="979452"/>
                  <a:pt x="227378" y="979836"/>
                  <a:pt x="233235" y="993950"/>
                </a:cubicBezTo>
                <a:cubicBezTo>
                  <a:pt x="234100" y="996159"/>
                  <a:pt x="236979" y="997791"/>
                  <a:pt x="239188" y="999231"/>
                </a:cubicBezTo>
                <a:cubicBezTo>
                  <a:pt x="273274" y="1021411"/>
                  <a:pt x="291516" y="1020835"/>
                  <a:pt x="324834" y="997407"/>
                </a:cubicBezTo>
                <a:cubicBezTo>
                  <a:pt x="328290" y="995007"/>
                  <a:pt x="335683" y="993278"/>
                  <a:pt x="337987" y="995198"/>
                </a:cubicBezTo>
                <a:cubicBezTo>
                  <a:pt x="357575" y="1011137"/>
                  <a:pt x="378986" y="1009409"/>
                  <a:pt x="401550" y="1004416"/>
                </a:cubicBezTo>
                <a:cubicBezTo>
                  <a:pt x="407407" y="1003072"/>
                  <a:pt x="415664" y="1003072"/>
                  <a:pt x="420081" y="1006240"/>
                </a:cubicBezTo>
                <a:cubicBezTo>
                  <a:pt x="441108" y="1020930"/>
                  <a:pt x="463672" y="1018819"/>
                  <a:pt x="486523" y="1014498"/>
                </a:cubicBezTo>
                <a:cubicBezTo>
                  <a:pt x="490075" y="1013826"/>
                  <a:pt x="494397" y="1010177"/>
                  <a:pt x="495932" y="1006817"/>
                </a:cubicBezTo>
                <a:cubicBezTo>
                  <a:pt x="501406" y="994911"/>
                  <a:pt x="511680" y="990878"/>
                  <a:pt x="523009" y="987517"/>
                </a:cubicBezTo>
                <a:cubicBezTo>
                  <a:pt x="540868" y="982044"/>
                  <a:pt x="558438" y="975611"/>
                  <a:pt x="576393" y="970427"/>
                </a:cubicBezTo>
                <a:cubicBezTo>
                  <a:pt x="580811" y="969179"/>
                  <a:pt x="586283" y="969947"/>
                  <a:pt x="590892" y="971387"/>
                </a:cubicBezTo>
                <a:cubicBezTo>
                  <a:pt x="606638" y="976284"/>
                  <a:pt x="616624" y="988574"/>
                  <a:pt x="627569" y="999904"/>
                </a:cubicBezTo>
                <a:cubicBezTo>
                  <a:pt x="632370" y="1004897"/>
                  <a:pt x="638995" y="1008449"/>
                  <a:pt x="645429" y="1011329"/>
                </a:cubicBezTo>
                <a:cubicBezTo>
                  <a:pt x="662135" y="1018723"/>
                  <a:pt x="679226" y="1025348"/>
                  <a:pt x="696125" y="1032356"/>
                </a:cubicBezTo>
                <a:cubicBezTo>
                  <a:pt x="697757" y="1033029"/>
                  <a:pt x="699100" y="1034757"/>
                  <a:pt x="700349" y="1036197"/>
                </a:cubicBezTo>
                <a:cubicBezTo>
                  <a:pt x="712831" y="1051368"/>
                  <a:pt x="725216" y="1066634"/>
                  <a:pt x="737795" y="1081804"/>
                </a:cubicBezTo>
                <a:cubicBezTo>
                  <a:pt x="740195" y="1084684"/>
                  <a:pt x="743652" y="1086797"/>
                  <a:pt x="746244" y="1089581"/>
                </a:cubicBezTo>
                <a:cubicBezTo>
                  <a:pt x="749893" y="1093422"/>
                  <a:pt x="754502" y="1097071"/>
                  <a:pt x="756422" y="1101680"/>
                </a:cubicBezTo>
                <a:cubicBezTo>
                  <a:pt x="762374" y="1116177"/>
                  <a:pt x="773801" y="1122419"/>
                  <a:pt x="788202" y="1125108"/>
                </a:cubicBezTo>
                <a:cubicBezTo>
                  <a:pt x="801357" y="1127603"/>
                  <a:pt x="814511" y="1129716"/>
                  <a:pt x="827569" y="1132596"/>
                </a:cubicBezTo>
                <a:cubicBezTo>
                  <a:pt x="843507" y="1136053"/>
                  <a:pt x="859350" y="1139798"/>
                  <a:pt x="875097" y="1144022"/>
                </a:cubicBezTo>
                <a:cubicBezTo>
                  <a:pt x="881913" y="1145847"/>
                  <a:pt x="889115" y="1147959"/>
                  <a:pt x="894972" y="1151704"/>
                </a:cubicBezTo>
                <a:cubicBezTo>
                  <a:pt x="911390" y="1162073"/>
                  <a:pt x="928961" y="1169082"/>
                  <a:pt x="948260" y="1166298"/>
                </a:cubicBezTo>
                <a:cubicBezTo>
                  <a:pt x="963718" y="1164089"/>
                  <a:pt x="976680" y="1169754"/>
                  <a:pt x="986282" y="1178588"/>
                </a:cubicBezTo>
                <a:cubicBezTo>
                  <a:pt x="1003757" y="1194623"/>
                  <a:pt x="1022479" y="1190973"/>
                  <a:pt x="1041107" y="1185789"/>
                </a:cubicBezTo>
                <a:cubicBezTo>
                  <a:pt x="1050708" y="1183101"/>
                  <a:pt x="1058581" y="1183485"/>
                  <a:pt x="1067703" y="1186076"/>
                </a:cubicBezTo>
                <a:cubicBezTo>
                  <a:pt x="1088826" y="1192126"/>
                  <a:pt x="1102941" y="1208544"/>
                  <a:pt x="1116574" y="1222946"/>
                </a:cubicBezTo>
                <a:cubicBezTo>
                  <a:pt x="1128193" y="1235236"/>
                  <a:pt x="1141251" y="1242149"/>
                  <a:pt x="1155557" y="1247335"/>
                </a:cubicBezTo>
                <a:cubicBezTo>
                  <a:pt x="1173608" y="1253959"/>
                  <a:pt x="1187914" y="1251464"/>
                  <a:pt x="1196556" y="1235525"/>
                </a:cubicBezTo>
                <a:cubicBezTo>
                  <a:pt x="1198956" y="1231012"/>
                  <a:pt x="1203180" y="1225730"/>
                  <a:pt x="1207693" y="1224387"/>
                </a:cubicBezTo>
                <a:cubicBezTo>
                  <a:pt x="1229488" y="1217666"/>
                  <a:pt x="1251572" y="1207872"/>
                  <a:pt x="1274904" y="1213826"/>
                </a:cubicBezTo>
                <a:cubicBezTo>
                  <a:pt x="1307165" y="1221987"/>
                  <a:pt x="1338658" y="1221507"/>
                  <a:pt x="1370919" y="1213442"/>
                </a:cubicBezTo>
                <a:cubicBezTo>
                  <a:pt x="1423247" y="1200383"/>
                  <a:pt x="1475575" y="1186557"/>
                  <a:pt x="1530593" y="1189437"/>
                </a:cubicBezTo>
                <a:cubicBezTo>
                  <a:pt x="1539713" y="1189917"/>
                  <a:pt x="1550563" y="1184060"/>
                  <a:pt x="1558436" y="1178299"/>
                </a:cubicBezTo>
                <a:cubicBezTo>
                  <a:pt x="1573511" y="1167354"/>
                  <a:pt x="1572838" y="1166489"/>
                  <a:pt x="1589737" y="1175515"/>
                </a:cubicBezTo>
                <a:cubicBezTo>
                  <a:pt x="1593770" y="1177724"/>
                  <a:pt x="1598763" y="1179068"/>
                  <a:pt x="1601740" y="1182333"/>
                </a:cubicBezTo>
                <a:cubicBezTo>
                  <a:pt x="1616909" y="1198943"/>
                  <a:pt x="1635633" y="1194910"/>
                  <a:pt x="1654259" y="1192510"/>
                </a:cubicBezTo>
                <a:cubicBezTo>
                  <a:pt x="1657524" y="1192030"/>
                  <a:pt x="1661460" y="1191358"/>
                  <a:pt x="1664246" y="1192702"/>
                </a:cubicBezTo>
                <a:cubicBezTo>
                  <a:pt x="1676823" y="1198750"/>
                  <a:pt x="1687481" y="1196639"/>
                  <a:pt x="1698427" y="1188381"/>
                </a:cubicBezTo>
                <a:cubicBezTo>
                  <a:pt x="1707932" y="1181276"/>
                  <a:pt x="1718878" y="1177052"/>
                  <a:pt x="1730112" y="1185885"/>
                </a:cubicBezTo>
                <a:cubicBezTo>
                  <a:pt x="1755076" y="1205472"/>
                  <a:pt x="1781767" y="1206432"/>
                  <a:pt x="1809996" y="1194046"/>
                </a:cubicBezTo>
                <a:cubicBezTo>
                  <a:pt x="1830159" y="1185213"/>
                  <a:pt x="1850034" y="1183196"/>
                  <a:pt x="1871254" y="1192126"/>
                </a:cubicBezTo>
                <a:cubicBezTo>
                  <a:pt x="1879415" y="1195582"/>
                  <a:pt x="1889977" y="1193278"/>
                  <a:pt x="1899482" y="1194046"/>
                </a:cubicBezTo>
                <a:cubicBezTo>
                  <a:pt x="1904859" y="1194430"/>
                  <a:pt x="1910813" y="1194526"/>
                  <a:pt x="1915420" y="1196927"/>
                </a:cubicBezTo>
                <a:cubicBezTo>
                  <a:pt x="1927711" y="1203072"/>
                  <a:pt x="1939136" y="1210945"/>
                  <a:pt x="1951522" y="1216994"/>
                </a:cubicBezTo>
                <a:cubicBezTo>
                  <a:pt x="1957475" y="1219874"/>
                  <a:pt x="1964580" y="1221410"/>
                  <a:pt x="1971302" y="1221507"/>
                </a:cubicBezTo>
                <a:cubicBezTo>
                  <a:pt x="1991177" y="1221987"/>
                  <a:pt x="2011052" y="1221987"/>
                  <a:pt x="2030831" y="1221123"/>
                </a:cubicBezTo>
                <a:cubicBezTo>
                  <a:pt x="2063476" y="1219778"/>
                  <a:pt x="2096601" y="1219490"/>
                  <a:pt x="2120125" y="1190878"/>
                </a:cubicBezTo>
                <a:cubicBezTo>
                  <a:pt x="2122046" y="1188573"/>
                  <a:pt x="2126174" y="1187229"/>
                  <a:pt x="2129439" y="1186845"/>
                </a:cubicBezTo>
                <a:cubicBezTo>
                  <a:pt x="2144513" y="1185021"/>
                  <a:pt x="2159971" y="1184828"/>
                  <a:pt x="2174854" y="1181852"/>
                </a:cubicBezTo>
                <a:cubicBezTo>
                  <a:pt x="2186760" y="1179452"/>
                  <a:pt x="2196650" y="1180220"/>
                  <a:pt x="2205674" y="1188669"/>
                </a:cubicBezTo>
                <a:cubicBezTo>
                  <a:pt x="2217485" y="1199807"/>
                  <a:pt x="2231887" y="1206336"/>
                  <a:pt x="2247634" y="1202784"/>
                </a:cubicBezTo>
                <a:cubicBezTo>
                  <a:pt x="2263379" y="1199327"/>
                  <a:pt x="2273749" y="1206816"/>
                  <a:pt x="2285367" y="1214594"/>
                </a:cubicBezTo>
                <a:cubicBezTo>
                  <a:pt x="2293817" y="1220258"/>
                  <a:pt x="2303418" y="1227363"/>
                  <a:pt x="2312827" y="1227939"/>
                </a:cubicBezTo>
                <a:cubicBezTo>
                  <a:pt x="2334143" y="1229187"/>
                  <a:pt x="2352482" y="1248967"/>
                  <a:pt x="2375622" y="1237733"/>
                </a:cubicBezTo>
                <a:cubicBezTo>
                  <a:pt x="2377158" y="1236965"/>
                  <a:pt x="2379942" y="1238885"/>
                  <a:pt x="2382151" y="1239365"/>
                </a:cubicBezTo>
                <a:cubicBezTo>
                  <a:pt x="2399817" y="1243014"/>
                  <a:pt x="2416428" y="1239461"/>
                  <a:pt x="2429390" y="1227459"/>
                </a:cubicBezTo>
                <a:cubicBezTo>
                  <a:pt x="2446385" y="1211809"/>
                  <a:pt x="2465203" y="1210272"/>
                  <a:pt x="2486134" y="1215362"/>
                </a:cubicBezTo>
                <a:cubicBezTo>
                  <a:pt x="2492856" y="1216994"/>
                  <a:pt x="2499577" y="1218146"/>
                  <a:pt x="2506394" y="1219490"/>
                </a:cubicBezTo>
                <a:cubicBezTo>
                  <a:pt x="2515611" y="1221410"/>
                  <a:pt x="2524925" y="1223427"/>
                  <a:pt x="2534142" y="1225347"/>
                </a:cubicBezTo>
                <a:cubicBezTo>
                  <a:pt x="2543072" y="1227268"/>
                  <a:pt x="2552962" y="1230532"/>
                  <a:pt x="2559874" y="1222275"/>
                </a:cubicBezTo>
                <a:cubicBezTo>
                  <a:pt x="2565827" y="1215169"/>
                  <a:pt x="2570052" y="1215842"/>
                  <a:pt x="2575525" y="1221987"/>
                </a:cubicBezTo>
                <a:cubicBezTo>
                  <a:pt x="2594536" y="1243494"/>
                  <a:pt x="2617580" y="1256936"/>
                  <a:pt x="2646960" y="1257896"/>
                </a:cubicBezTo>
                <a:cubicBezTo>
                  <a:pt x="2653009" y="1258088"/>
                  <a:pt x="2659154" y="1259432"/>
                  <a:pt x="2665107" y="1260873"/>
                </a:cubicBezTo>
                <a:cubicBezTo>
                  <a:pt x="2668756" y="1261736"/>
                  <a:pt x="2673173" y="1262697"/>
                  <a:pt x="2675381" y="1265290"/>
                </a:cubicBezTo>
                <a:cubicBezTo>
                  <a:pt x="2692567" y="1285068"/>
                  <a:pt x="2713979" y="1298799"/>
                  <a:pt x="2737311" y="1309841"/>
                </a:cubicBezTo>
                <a:cubicBezTo>
                  <a:pt x="2745664" y="1313777"/>
                  <a:pt x="2754594" y="1317713"/>
                  <a:pt x="2763619" y="1318866"/>
                </a:cubicBezTo>
                <a:cubicBezTo>
                  <a:pt x="2773028" y="1320018"/>
                  <a:pt x="2782917" y="1318098"/>
                  <a:pt x="2792519" y="1317041"/>
                </a:cubicBezTo>
                <a:cubicBezTo>
                  <a:pt x="2798184" y="1316466"/>
                  <a:pt x="2804713" y="1316561"/>
                  <a:pt x="2809226" y="1313777"/>
                </a:cubicBezTo>
                <a:cubicBezTo>
                  <a:pt x="2823532" y="1305039"/>
                  <a:pt x="2837358" y="1295631"/>
                  <a:pt x="2850705" y="1285452"/>
                </a:cubicBezTo>
                <a:cubicBezTo>
                  <a:pt x="2862131" y="1276715"/>
                  <a:pt x="2864435" y="1275467"/>
                  <a:pt x="2874324" y="1286413"/>
                </a:cubicBezTo>
                <a:cubicBezTo>
                  <a:pt x="2884502" y="1297647"/>
                  <a:pt x="2897176" y="1303503"/>
                  <a:pt x="2911194" y="1305903"/>
                </a:cubicBezTo>
                <a:cubicBezTo>
                  <a:pt x="2933373" y="1309648"/>
                  <a:pt x="2955745" y="1312816"/>
                  <a:pt x="2978116" y="1314641"/>
                </a:cubicBezTo>
                <a:cubicBezTo>
                  <a:pt x="2998375" y="1316273"/>
                  <a:pt x="3008073" y="1307440"/>
                  <a:pt x="3012106" y="1287373"/>
                </a:cubicBezTo>
                <a:cubicBezTo>
                  <a:pt x="3014410" y="1276235"/>
                  <a:pt x="3017387" y="1264137"/>
                  <a:pt x="3029676" y="1261161"/>
                </a:cubicBezTo>
                <a:cubicBezTo>
                  <a:pt x="3049744" y="1256360"/>
                  <a:pt x="3070579" y="1254248"/>
                  <a:pt x="3080469" y="1230724"/>
                </a:cubicBezTo>
                <a:cubicBezTo>
                  <a:pt x="3085941" y="1235909"/>
                  <a:pt x="3089302" y="1238981"/>
                  <a:pt x="3092567" y="1242054"/>
                </a:cubicBezTo>
                <a:cubicBezTo>
                  <a:pt x="3101592" y="1250599"/>
                  <a:pt x="3120314" y="1254248"/>
                  <a:pt x="3129821" y="1246855"/>
                </a:cubicBezTo>
                <a:cubicBezTo>
                  <a:pt x="3143839" y="1236101"/>
                  <a:pt x="3156705" y="1238117"/>
                  <a:pt x="3170147" y="1246471"/>
                </a:cubicBezTo>
                <a:cubicBezTo>
                  <a:pt x="3192615" y="1260297"/>
                  <a:pt x="3217674" y="1257128"/>
                  <a:pt x="3240429" y="1251559"/>
                </a:cubicBezTo>
                <a:cubicBezTo>
                  <a:pt x="3257617" y="1247430"/>
                  <a:pt x="3275956" y="1239845"/>
                  <a:pt x="3287189" y="1222466"/>
                </a:cubicBezTo>
                <a:cubicBezTo>
                  <a:pt x="3290741" y="1216898"/>
                  <a:pt x="3298711" y="1214113"/>
                  <a:pt x="3305049" y="1210465"/>
                </a:cubicBezTo>
                <a:cubicBezTo>
                  <a:pt x="3310329" y="1207488"/>
                  <a:pt x="3315898" y="1204704"/>
                  <a:pt x="3321755" y="1202784"/>
                </a:cubicBezTo>
                <a:cubicBezTo>
                  <a:pt x="3327995" y="1200671"/>
                  <a:pt x="3334909" y="1197598"/>
                  <a:pt x="3341055" y="1198463"/>
                </a:cubicBezTo>
                <a:cubicBezTo>
                  <a:pt x="3359681" y="1200959"/>
                  <a:pt x="3374467" y="1196062"/>
                  <a:pt x="3387621" y="1182140"/>
                </a:cubicBezTo>
                <a:cubicBezTo>
                  <a:pt x="3394439" y="1174939"/>
                  <a:pt x="3404520" y="1166202"/>
                  <a:pt x="3413161" y="1166105"/>
                </a:cubicBezTo>
                <a:cubicBezTo>
                  <a:pt x="3434189" y="1165818"/>
                  <a:pt x="3451663" y="1158905"/>
                  <a:pt x="3470579" y="1150647"/>
                </a:cubicBezTo>
                <a:cubicBezTo>
                  <a:pt x="3482772" y="1145366"/>
                  <a:pt x="3496598" y="1141718"/>
                  <a:pt x="3509657" y="1136821"/>
                </a:cubicBezTo>
                <a:cubicBezTo>
                  <a:pt x="3524923" y="1131060"/>
                  <a:pt x="3541534" y="1128948"/>
                  <a:pt x="3550847" y="1113009"/>
                </a:cubicBezTo>
                <a:cubicBezTo>
                  <a:pt x="3551903" y="1111281"/>
                  <a:pt x="3555072" y="1110993"/>
                  <a:pt x="3556608" y="1109361"/>
                </a:cubicBezTo>
                <a:cubicBezTo>
                  <a:pt x="3561505" y="1104368"/>
                  <a:pt x="3567842" y="1099760"/>
                  <a:pt x="3570435" y="1093710"/>
                </a:cubicBezTo>
                <a:cubicBezTo>
                  <a:pt x="3577923" y="1076044"/>
                  <a:pt x="3583780" y="1057800"/>
                  <a:pt x="3590501" y="1039846"/>
                </a:cubicBezTo>
                <a:cubicBezTo>
                  <a:pt x="3591942" y="1036005"/>
                  <a:pt x="3593285" y="1031108"/>
                  <a:pt x="3596263" y="1028900"/>
                </a:cubicBezTo>
                <a:cubicBezTo>
                  <a:pt x="3613449" y="1016226"/>
                  <a:pt x="3630925" y="1004032"/>
                  <a:pt x="3648591" y="992030"/>
                </a:cubicBezTo>
                <a:cubicBezTo>
                  <a:pt x="3655696" y="987229"/>
                  <a:pt x="3661649" y="989918"/>
                  <a:pt x="3667986" y="995487"/>
                </a:cubicBezTo>
                <a:cubicBezTo>
                  <a:pt x="3674131" y="1000768"/>
                  <a:pt x="3681717" y="1006240"/>
                  <a:pt x="3689397" y="1007585"/>
                </a:cubicBezTo>
                <a:cubicBezTo>
                  <a:pt x="3704760" y="1010177"/>
                  <a:pt x="3720698" y="1010753"/>
                  <a:pt x="3736349" y="1010753"/>
                </a:cubicBezTo>
                <a:cubicBezTo>
                  <a:pt x="3742205" y="1010753"/>
                  <a:pt x="3748446" y="1007297"/>
                  <a:pt x="3753919" y="1004513"/>
                </a:cubicBezTo>
                <a:cubicBezTo>
                  <a:pt x="3764289" y="999231"/>
                  <a:pt x="3773890" y="992126"/>
                  <a:pt x="3784643" y="987710"/>
                </a:cubicBezTo>
                <a:cubicBezTo>
                  <a:pt x="3797126" y="982621"/>
                  <a:pt x="3804615" y="974459"/>
                  <a:pt x="3808359" y="961689"/>
                </a:cubicBezTo>
                <a:cubicBezTo>
                  <a:pt x="3813929" y="942679"/>
                  <a:pt x="3827179" y="929428"/>
                  <a:pt x="3842829" y="918674"/>
                </a:cubicBezTo>
                <a:cubicBezTo>
                  <a:pt x="3862705" y="904944"/>
                  <a:pt x="3886421" y="905616"/>
                  <a:pt x="3908983" y="902256"/>
                </a:cubicBezTo>
                <a:cubicBezTo>
                  <a:pt x="3917625" y="901008"/>
                  <a:pt x="3926555" y="899951"/>
                  <a:pt x="3934428" y="896783"/>
                </a:cubicBezTo>
                <a:cubicBezTo>
                  <a:pt x="3964288" y="884877"/>
                  <a:pt x="3994149" y="873548"/>
                  <a:pt x="4026987" y="873835"/>
                </a:cubicBezTo>
                <a:cubicBezTo>
                  <a:pt x="4029674" y="873835"/>
                  <a:pt x="4032363" y="873548"/>
                  <a:pt x="4035051" y="873067"/>
                </a:cubicBezTo>
                <a:cubicBezTo>
                  <a:pt x="4058383" y="869131"/>
                  <a:pt x="4082483" y="867594"/>
                  <a:pt x="4099189" y="846664"/>
                </a:cubicBezTo>
                <a:cubicBezTo>
                  <a:pt x="4102261" y="842823"/>
                  <a:pt x="4109271" y="841671"/>
                  <a:pt x="4114647" y="840134"/>
                </a:cubicBezTo>
                <a:cubicBezTo>
                  <a:pt x="4123961" y="837638"/>
                  <a:pt x="4130203" y="832549"/>
                  <a:pt x="4133563" y="823427"/>
                </a:cubicBezTo>
                <a:cubicBezTo>
                  <a:pt x="4139229" y="807681"/>
                  <a:pt x="4145949" y="792223"/>
                  <a:pt x="4151039" y="776284"/>
                </a:cubicBezTo>
                <a:cubicBezTo>
                  <a:pt x="4154591" y="765338"/>
                  <a:pt x="4161215" y="759289"/>
                  <a:pt x="4171489" y="754776"/>
                </a:cubicBezTo>
                <a:cubicBezTo>
                  <a:pt x="4177251" y="752280"/>
                  <a:pt x="4182243" y="746808"/>
                  <a:pt x="4186372" y="741718"/>
                </a:cubicBezTo>
                <a:cubicBezTo>
                  <a:pt x="4191365" y="735573"/>
                  <a:pt x="4193957" y="727412"/>
                  <a:pt x="4199429" y="721940"/>
                </a:cubicBezTo>
                <a:cubicBezTo>
                  <a:pt x="4212775" y="708305"/>
                  <a:pt x="4216905" y="693231"/>
                  <a:pt x="4212487" y="674604"/>
                </a:cubicBezTo>
                <a:cubicBezTo>
                  <a:pt x="4208551" y="658090"/>
                  <a:pt x="4218921" y="636006"/>
                  <a:pt x="4232555" y="632645"/>
                </a:cubicBezTo>
                <a:cubicBezTo>
                  <a:pt x="4247629" y="628900"/>
                  <a:pt x="4257999" y="619684"/>
                  <a:pt x="4268657" y="609410"/>
                </a:cubicBezTo>
                <a:cubicBezTo>
                  <a:pt x="4274609" y="603649"/>
                  <a:pt x="4282963" y="598656"/>
                  <a:pt x="4291028" y="597216"/>
                </a:cubicBezTo>
                <a:cubicBezTo>
                  <a:pt x="4321657" y="591647"/>
                  <a:pt x="4350557" y="598464"/>
                  <a:pt x="4379651" y="609506"/>
                </a:cubicBezTo>
                <a:cubicBezTo>
                  <a:pt x="4398661" y="616707"/>
                  <a:pt x="4419784" y="618627"/>
                  <a:pt x="4440139" y="621507"/>
                </a:cubicBezTo>
                <a:cubicBezTo>
                  <a:pt x="4446477" y="622371"/>
                  <a:pt x="4454542" y="620452"/>
                  <a:pt x="4460015" y="616899"/>
                </a:cubicBezTo>
                <a:cubicBezTo>
                  <a:pt x="4479218" y="604609"/>
                  <a:pt x="4498325" y="591935"/>
                  <a:pt x="4516183" y="577724"/>
                </a:cubicBezTo>
                <a:cubicBezTo>
                  <a:pt x="4532795" y="564379"/>
                  <a:pt x="4551517" y="558810"/>
                  <a:pt x="4571681" y="560250"/>
                </a:cubicBezTo>
                <a:cubicBezTo>
                  <a:pt x="4586371" y="561306"/>
                  <a:pt x="4599621" y="558905"/>
                  <a:pt x="4613447" y="555257"/>
                </a:cubicBezTo>
                <a:cubicBezTo>
                  <a:pt x="4624969" y="552185"/>
                  <a:pt x="4637643" y="550072"/>
                  <a:pt x="4649355" y="551417"/>
                </a:cubicBezTo>
                <a:cubicBezTo>
                  <a:pt x="4665775" y="553337"/>
                  <a:pt x="4679313" y="550553"/>
                  <a:pt x="4692467" y="540663"/>
                </a:cubicBezTo>
                <a:cubicBezTo>
                  <a:pt x="4699476" y="535382"/>
                  <a:pt x="4708502" y="532598"/>
                  <a:pt x="4716855" y="528949"/>
                </a:cubicBezTo>
                <a:cubicBezTo>
                  <a:pt x="4729721" y="523284"/>
                  <a:pt x="4743067" y="518483"/>
                  <a:pt x="4755645" y="512147"/>
                </a:cubicBezTo>
                <a:cubicBezTo>
                  <a:pt x="4769183" y="505425"/>
                  <a:pt x="4781569" y="496112"/>
                  <a:pt x="4795395" y="490351"/>
                </a:cubicBezTo>
                <a:cubicBezTo>
                  <a:pt x="4810278" y="484110"/>
                  <a:pt x="4819879" y="474605"/>
                  <a:pt x="4825928" y="459818"/>
                </a:cubicBezTo>
                <a:cubicBezTo>
                  <a:pt x="4829769" y="450504"/>
                  <a:pt x="4835049" y="440615"/>
                  <a:pt x="4842347" y="434086"/>
                </a:cubicBezTo>
                <a:cubicBezTo>
                  <a:pt x="4857422" y="420740"/>
                  <a:pt x="4875087" y="410370"/>
                  <a:pt x="4890451" y="397216"/>
                </a:cubicBezTo>
                <a:cubicBezTo>
                  <a:pt x="4912054" y="378781"/>
                  <a:pt x="4932025" y="359194"/>
                  <a:pt x="4933945" y="327701"/>
                </a:cubicBezTo>
                <a:cubicBezTo>
                  <a:pt x="4935001" y="310322"/>
                  <a:pt x="4944219" y="302929"/>
                  <a:pt x="4961214" y="298801"/>
                </a:cubicBezTo>
                <a:cubicBezTo>
                  <a:pt x="4966878" y="297457"/>
                  <a:pt x="4974945" y="294864"/>
                  <a:pt x="4976672" y="290639"/>
                </a:cubicBezTo>
                <a:cubicBezTo>
                  <a:pt x="4981857" y="278061"/>
                  <a:pt x="4992610" y="275565"/>
                  <a:pt x="5002979" y="270573"/>
                </a:cubicBezTo>
                <a:cubicBezTo>
                  <a:pt x="5009221" y="267596"/>
                  <a:pt x="5016903" y="261739"/>
                  <a:pt x="5018535" y="255690"/>
                </a:cubicBezTo>
                <a:cubicBezTo>
                  <a:pt x="5025255" y="231206"/>
                  <a:pt x="5043690" y="216804"/>
                  <a:pt x="5061069" y="200961"/>
                </a:cubicBezTo>
                <a:cubicBezTo>
                  <a:pt x="5066158" y="196256"/>
                  <a:pt x="5071631" y="190879"/>
                  <a:pt x="5074127" y="184735"/>
                </a:cubicBezTo>
                <a:cubicBezTo>
                  <a:pt x="5079409" y="171484"/>
                  <a:pt x="5087281" y="161882"/>
                  <a:pt x="5101108" y="156891"/>
                </a:cubicBezTo>
                <a:cubicBezTo>
                  <a:pt x="5105524" y="155354"/>
                  <a:pt x="5109557" y="151801"/>
                  <a:pt x="5112918" y="148441"/>
                </a:cubicBezTo>
                <a:cubicBezTo>
                  <a:pt x="5120119" y="141144"/>
                  <a:pt x="5126167" y="132598"/>
                  <a:pt x="5133753" y="125782"/>
                </a:cubicBezTo>
                <a:cubicBezTo>
                  <a:pt x="5153051" y="108211"/>
                  <a:pt x="5172159" y="90928"/>
                  <a:pt x="5183393" y="66348"/>
                </a:cubicBezTo>
                <a:cubicBezTo>
                  <a:pt x="5188865" y="54346"/>
                  <a:pt x="5195107" y="41288"/>
                  <a:pt x="5204709" y="33030"/>
                </a:cubicBezTo>
                <a:cubicBezTo>
                  <a:pt x="5216903" y="22565"/>
                  <a:pt x="5232937" y="16612"/>
                  <a:pt x="5247243" y="8451"/>
                </a:cubicBezTo>
                <a:close/>
              </a:path>
            </a:pathLst>
          </a:custGeom>
          <a:blipFill dpi="0" rotWithShape="1">
            <a:blip r:embed="rId2">
              <a:alphaModFix amt="57000"/>
            </a:blip>
            <a:srcRect/>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 name="Content Placeholder 2">
            <a:extLst>
              <a:ext uri="{FF2B5EF4-FFF2-40B4-BE49-F238E27FC236}">
                <a16:creationId xmlns:a16="http://schemas.microsoft.com/office/drawing/2014/main" id="{F82794F9-3A6D-BCD0-300A-6BA37985CB7F}"/>
              </a:ext>
            </a:extLst>
          </p:cNvPr>
          <p:cNvSpPr>
            <a:spLocks noGrp="1"/>
          </p:cNvSpPr>
          <p:nvPr>
            <p:ph idx="1"/>
          </p:nvPr>
        </p:nvSpPr>
        <p:spPr>
          <a:xfrm>
            <a:off x="6099175" y="1311088"/>
            <a:ext cx="5276850" cy="4327261"/>
          </a:xfrm>
        </p:spPr>
        <p:txBody>
          <a:bodyPr>
            <a:normAutofit lnSpcReduction="10000"/>
          </a:bodyPr>
          <a:lstStyle/>
          <a:p>
            <a:pPr marL="0" indent="0">
              <a:buNone/>
            </a:pPr>
            <a:r>
              <a:rPr lang="en-US" sz="2000" dirty="0"/>
              <a:t>Participants should have the following environment prepared before the workshop:</a:t>
            </a:r>
          </a:p>
          <a:p>
            <a:pPr lvl="0">
              <a:buFont typeface="Wingdings" pitchFamily="2" charset="2"/>
              <a:buChar char="Ø"/>
            </a:pPr>
            <a:r>
              <a:rPr lang="en-US" sz="2000" dirty="0"/>
              <a:t>Laptop with at least 16 GB of RAM and a 256 GB SSD.</a:t>
            </a:r>
          </a:p>
          <a:p>
            <a:pPr lvl="0">
              <a:buFont typeface="Wingdings" pitchFamily="2" charset="2"/>
              <a:buChar char="Ø"/>
            </a:pPr>
            <a:r>
              <a:rPr lang="en-US" sz="2000" dirty="0"/>
              <a:t>Linux Distribution (AMD64/x86-64) – Recommended: Kali Linux </a:t>
            </a:r>
          </a:p>
          <a:p>
            <a:pPr lvl="0">
              <a:buFont typeface="Wingdings" pitchFamily="2" charset="2"/>
              <a:buChar char="Ø"/>
            </a:pPr>
            <a:r>
              <a:rPr lang="en-US" sz="2000" dirty="0"/>
              <a:t>Windows 11 Pro (AMD64/x86-64) </a:t>
            </a:r>
          </a:p>
          <a:p>
            <a:pPr lvl="0">
              <a:buFont typeface="Wingdings" pitchFamily="2" charset="2"/>
              <a:buChar char="Ø"/>
            </a:pPr>
            <a:r>
              <a:rPr lang="en-US" sz="2000" dirty="0"/>
              <a:t>Command and Control (C2) Framework</a:t>
            </a:r>
          </a:p>
          <a:p>
            <a:pPr lvl="0">
              <a:buFont typeface="Wingdings" pitchFamily="2" charset="2"/>
              <a:buChar char="Ø"/>
            </a:pPr>
            <a:r>
              <a:rPr lang="en-US" sz="2000" dirty="0"/>
              <a:t>Microsoft </a:t>
            </a:r>
            <a:r>
              <a:rPr lang="en-US" sz="2000" dirty="0" err="1"/>
              <a:t>Sysinternals</a:t>
            </a:r>
            <a:r>
              <a:rPr lang="en-US" sz="2000" dirty="0"/>
              <a:t> Suite </a:t>
            </a:r>
          </a:p>
          <a:p>
            <a:pPr lvl="0">
              <a:buFont typeface="Wingdings" pitchFamily="2" charset="2"/>
              <a:buChar char="Ø"/>
            </a:pPr>
            <a:r>
              <a:rPr lang="en-US" sz="2000" dirty="0"/>
              <a:t>Golang installation</a:t>
            </a:r>
          </a:p>
          <a:p>
            <a:pPr lvl="0">
              <a:buFont typeface="Wingdings" pitchFamily="2" charset="2"/>
              <a:buChar char="Ø"/>
            </a:pPr>
            <a:r>
              <a:rPr lang="en-US" sz="2000" dirty="0"/>
              <a:t>Microsoft Visual Studio Community Edition with the following workloads installed: </a:t>
            </a:r>
          </a:p>
          <a:p>
            <a:pPr lvl="1">
              <a:buFont typeface="Wingdings" pitchFamily="2" charset="2"/>
              <a:buChar char="Ø"/>
            </a:pPr>
            <a:r>
              <a:rPr lang="en-US" sz="2000" dirty="0"/>
              <a:t>Desktop development with C++</a:t>
            </a:r>
          </a:p>
          <a:p>
            <a:pPr marL="457200" lvl="1" indent="0">
              <a:buNone/>
            </a:pPr>
            <a:endParaRPr lang="en-US" sz="2000" dirty="0"/>
          </a:p>
        </p:txBody>
      </p:sp>
    </p:spTree>
    <p:extLst>
      <p:ext uri="{BB962C8B-B14F-4D97-AF65-F5344CB8AC3E}">
        <p14:creationId xmlns:p14="http://schemas.microsoft.com/office/powerpoint/2010/main" val="154178750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93E173B-7DCA-24A0-0A40-1F73680145C8}"/>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4D39D0EF-F128-4A81-6B18-541D607FFEE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A8188DA3-A431-3A5A-84FE-1F994120EB6C}"/>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dirty="0">
                <a:solidFill>
                  <a:schemeClr val="tx1"/>
                </a:solidFill>
                <a:latin typeface="+mj-lt"/>
                <a:ea typeface="+mj-ea"/>
                <a:cs typeface="+mj-cs"/>
              </a:rPr>
              <a:t>Fundamentals</a:t>
            </a:r>
          </a:p>
        </p:txBody>
      </p:sp>
      <p:sp>
        <p:nvSpPr>
          <p:cNvPr id="9" name="sketch line">
            <a:extLst>
              <a:ext uri="{FF2B5EF4-FFF2-40B4-BE49-F238E27FC236}">
                <a16:creationId xmlns:a16="http://schemas.microsoft.com/office/drawing/2014/main" id="{E875CAE1-B7C5-5049-77F3-6A504284FA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147759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B95B9BA8-1D69-4796-85F5-B6D0BD52354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5F892E19-92E7-4BB2-8C3F-DBDFE8D9D3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 y="-1"/>
            <a:ext cx="4581527" cy="6858002"/>
            <a:chOff x="-2" y="-1"/>
            <a:chExt cx="4581527" cy="6858002"/>
          </a:xfrm>
          <a:effectLst>
            <a:outerShdw blurRad="381000" dist="50800" algn="ctr" rotWithShape="0">
              <a:srgbClr val="000000">
                <a:alpha val="10000"/>
              </a:srgbClr>
            </a:outerShdw>
          </a:effectLst>
        </p:grpSpPr>
        <p:grpSp>
          <p:nvGrpSpPr>
            <p:cNvPr id="11" name="Group 10">
              <a:extLst>
                <a:ext uri="{FF2B5EF4-FFF2-40B4-BE49-F238E27FC236}">
                  <a16:creationId xmlns:a16="http://schemas.microsoft.com/office/drawing/2014/main" id="{81E493D3-31D9-4B80-9798-EEA082E12A84}"/>
                </a:ext>
                <a:ext uri="{C183D7F6-B498-43B3-948B-1728B52AA6E4}">
                  <adec:decorative xmlns:adec="http://schemas.microsoft.com/office/drawing/2017/decorative" val="1"/>
                </a:ext>
              </a:extLst>
            </p:cNvPr>
            <p:cNvGrpSpPr/>
            <p:nvPr>
              <p:extLst>
                <p:ext uri="{386F3935-93C4-4BCD-93E2-E3B085C9AB24}">
                  <p16:designElem xmlns:p16="http://schemas.microsoft.com/office/powerpoint/2015/main" val="1"/>
                </p:ext>
              </p:extLst>
            </p:nvPr>
          </p:nvGrpSpPr>
          <p:grpSpPr>
            <a:xfrm>
              <a:off x="-2" y="-1"/>
              <a:ext cx="4572002" cy="6858002"/>
              <a:chOff x="-2" y="-1"/>
              <a:chExt cx="4572002" cy="6858002"/>
            </a:xfrm>
            <a:effectLst/>
          </p:grpSpPr>
          <p:sp>
            <p:nvSpPr>
              <p:cNvPr id="19" name="Freeform: Shape 18">
                <a:extLst>
                  <a:ext uri="{FF2B5EF4-FFF2-40B4-BE49-F238E27FC236}">
                    <a16:creationId xmlns:a16="http://schemas.microsoft.com/office/drawing/2014/main" id="{62E6AA4D-EC17-45B5-B621-DF0FD91FD4B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 y="-1"/>
                <a:ext cx="4572002" cy="6858002"/>
              </a:xfrm>
              <a:custGeom>
                <a:avLst/>
                <a:gdLst>
                  <a:gd name="connsiteX0" fmla="*/ 4214994 w 4572002"/>
                  <a:gd name="connsiteY0" fmla="*/ 6564620 h 6858002"/>
                  <a:gd name="connsiteX1" fmla="*/ 4214994 w 4572002"/>
                  <a:gd name="connsiteY1" fmla="*/ 6564621 h 6858002"/>
                  <a:gd name="connsiteX2" fmla="*/ 4237474 w 4572002"/>
                  <a:gd name="connsiteY2" fmla="*/ 6588626 h 6858002"/>
                  <a:gd name="connsiteX3" fmla="*/ 4254096 w 4572002"/>
                  <a:gd name="connsiteY3" fmla="*/ 6625225 h 6858002"/>
                  <a:gd name="connsiteX4" fmla="*/ 4247001 w 4572002"/>
                  <a:gd name="connsiteY4" fmla="*/ 6662540 h 6858002"/>
                  <a:gd name="connsiteX5" fmla="*/ 4247000 w 4572002"/>
                  <a:gd name="connsiteY5" fmla="*/ 6662541 h 6858002"/>
                  <a:gd name="connsiteX6" fmla="*/ 4246999 w 4572002"/>
                  <a:gd name="connsiteY6" fmla="*/ 6662544 h 6858002"/>
                  <a:gd name="connsiteX7" fmla="*/ 4235550 w 4572002"/>
                  <a:gd name="connsiteY7" fmla="*/ 6683027 h 6858002"/>
                  <a:gd name="connsiteX8" fmla="*/ 4232403 w 4572002"/>
                  <a:gd name="connsiteY8" fmla="*/ 6702976 h 6858002"/>
                  <a:gd name="connsiteX9" fmla="*/ 4232403 w 4572002"/>
                  <a:gd name="connsiteY9" fmla="*/ 6702977 h 6858002"/>
                  <a:gd name="connsiteX10" fmla="*/ 4246238 w 4572002"/>
                  <a:gd name="connsiteY10" fmla="*/ 6742553 h 6858002"/>
                  <a:gd name="connsiteX11" fmla="*/ 4246239 w 4572002"/>
                  <a:gd name="connsiteY11" fmla="*/ 6742555 h 6858002"/>
                  <a:gd name="connsiteX12" fmla="*/ 4265716 w 4572002"/>
                  <a:gd name="connsiteY12" fmla="*/ 6812062 h 6858002"/>
                  <a:gd name="connsiteX13" fmla="*/ 4265717 w 4572002"/>
                  <a:gd name="connsiteY13" fmla="*/ 6812064 h 6858002"/>
                  <a:gd name="connsiteX14" fmla="*/ 4265717 w 4572002"/>
                  <a:gd name="connsiteY14" fmla="*/ 6812063 h 6858002"/>
                  <a:gd name="connsiteX15" fmla="*/ 4265716 w 4572002"/>
                  <a:gd name="connsiteY15" fmla="*/ 6812062 h 6858002"/>
                  <a:gd name="connsiteX16" fmla="*/ 4260942 w 4572002"/>
                  <a:gd name="connsiteY16" fmla="*/ 6776800 h 6858002"/>
                  <a:gd name="connsiteX17" fmla="*/ 4246239 w 4572002"/>
                  <a:gd name="connsiteY17" fmla="*/ 6742555 h 6858002"/>
                  <a:gd name="connsiteX18" fmla="*/ 4246238 w 4572002"/>
                  <a:gd name="connsiteY18" fmla="*/ 6742552 h 6858002"/>
                  <a:gd name="connsiteX19" fmla="*/ 4232403 w 4572002"/>
                  <a:gd name="connsiteY19" fmla="*/ 6702976 h 6858002"/>
                  <a:gd name="connsiteX20" fmla="*/ 4246999 w 4572002"/>
                  <a:gd name="connsiteY20" fmla="*/ 6662544 h 6858002"/>
                  <a:gd name="connsiteX21" fmla="*/ 4247000 w 4572002"/>
                  <a:gd name="connsiteY21" fmla="*/ 6662542 h 6858002"/>
                  <a:gd name="connsiteX22" fmla="*/ 4247001 w 4572002"/>
                  <a:gd name="connsiteY22" fmla="*/ 6662540 h 6858002"/>
                  <a:gd name="connsiteX23" fmla="*/ 4254084 w 4572002"/>
                  <a:gd name="connsiteY23" fmla="*/ 6645552 h 6858002"/>
                  <a:gd name="connsiteX24" fmla="*/ 4254096 w 4572002"/>
                  <a:gd name="connsiteY24" fmla="*/ 6625225 h 6858002"/>
                  <a:gd name="connsiteX25" fmla="*/ 4254096 w 4572002"/>
                  <a:gd name="connsiteY25" fmla="*/ 6625224 h 6858002"/>
                  <a:gd name="connsiteX26" fmla="*/ 4237474 w 4572002"/>
                  <a:gd name="connsiteY26" fmla="*/ 6588625 h 6858002"/>
                  <a:gd name="connsiteX27" fmla="*/ 4295315 w 4572002"/>
                  <a:gd name="connsiteY27" fmla="*/ 6438981 h 6858002"/>
                  <a:gd name="connsiteX28" fmla="*/ 4275385 w 4572002"/>
                  <a:gd name="connsiteY28" fmla="*/ 6463840 h 6858002"/>
                  <a:gd name="connsiteX29" fmla="*/ 4275382 w 4572002"/>
                  <a:gd name="connsiteY29" fmla="*/ 6463849 h 6858002"/>
                  <a:gd name="connsiteX30" fmla="*/ 4261587 w 4572002"/>
                  <a:gd name="connsiteY30" fmla="*/ 6513012 h 6858002"/>
                  <a:gd name="connsiteX31" fmla="*/ 4242781 w 4572002"/>
                  <a:gd name="connsiteY31" fmla="*/ 6546194 h 6858002"/>
                  <a:gd name="connsiteX32" fmla="*/ 4242781 w 4572002"/>
                  <a:gd name="connsiteY32" fmla="*/ 6546195 h 6858002"/>
                  <a:gd name="connsiteX33" fmla="*/ 4259120 w 4572002"/>
                  <a:gd name="connsiteY33" fmla="*/ 6521804 h 6858002"/>
                  <a:gd name="connsiteX34" fmla="*/ 4261587 w 4572002"/>
                  <a:gd name="connsiteY34" fmla="*/ 6513012 h 6858002"/>
                  <a:gd name="connsiteX35" fmla="*/ 4264398 w 4572002"/>
                  <a:gd name="connsiteY35" fmla="*/ 6508052 h 6858002"/>
                  <a:gd name="connsiteX36" fmla="*/ 4275382 w 4572002"/>
                  <a:gd name="connsiteY36" fmla="*/ 6463849 h 6858002"/>
                  <a:gd name="connsiteX37" fmla="*/ 4275385 w 4572002"/>
                  <a:gd name="connsiteY37" fmla="*/ 6463841 h 6858002"/>
                  <a:gd name="connsiteX38" fmla="*/ 4295315 w 4572002"/>
                  <a:gd name="connsiteY38" fmla="*/ 6438981 h 6858002"/>
                  <a:gd name="connsiteX39" fmla="*/ 4381289 w 4572002"/>
                  <a:gd name="connsiteY39" fmla="*/ 6365204 h 6858002"/>
                  <a:gd name="connsiteX40" fmla="*/ 4380008 w 4572002"/>
                  <a:gd name="connsiteY40" fmla="*/ 6387910 h 6858002"/>
                  <a:gd name="connsiteX41" fmla="*/ 4378243 w 4572002"/>
                  <a:gd name="connsiteY41" fmla="*/ 6391549 h 6858002"/>
                  <a:gd name="connsiteX42" fmla="*/ 4370589 w 4572002"/>
                  <a:gd name="connsiteY42" fmla="*/ 6407332 h 6858002"/>
                  <a:gd name="connsiteX43" fmla="*/ 4370589 w 4572002"/>
                  <a:gd name="connsiteY43" fmla="*/ 6407333 h 6858002"/>
                  <a:gd name="connsiteX44" fmla="*/ 4378243 w 4572002"/>
                  <a:gd name="connsiteY44" fmla="*/ 6391549 h 6858002"/>
                  <a:gd name="connsiteX45" fmla="*/ 4380008 w 4572002"/>
                  <a:gd name="connsiteY45" fmla="*/ 6387910 h 6858002"/>
                  <a:gd name="connsiteX46" fmla="*/ 4142220 w 4572002"/>
                  <a:gd name="connsiteY46" fmla="*/ 4221391 h 6858002"/>
                  <a:gd name="connsiteX47" fmla="*/ 4142220 w 4572002"/>
                  <a:gd name="connsiteY47" fmla="*/ 4221392 h 6858002"/>
                  <a:gd name="connsiteX48" fmla="*/ 4147936 w 4572002"/>
                  <a:gd name="connsiteY48" fmla="*/ 4253015 h 6858002"/>
                  <a:gd name="connsiteX49" fmla="*/ 4187752 w 4572002"/>
                  <a:gd name="connsiteY49" fmla="*/ 4324646 h 6858002"/>
                  <a:gd name="connsiteX50" fmla="*/ 4196706 w 4572002"/>
                  <a:gd name="connsiteY50" fmla="*/ 4363891 h 6858002"/>
                  <a:gd name="connsiteX51" fmla="*/ 4195944 w 4572002"/>
                  <a:gd name="connsiteY51" fmla="*/ 4482004 h 6858002"/>
                  <a:gd name="connsiteX52" fmla="*/ 4135934 w 4572002"/>
                  <a:gd name="connsiteY52" fmla="*/ 4659174 h 6858002"/>
                  <a:gd name="connsiteX53" fmla="*/ 4127932 w 4572002"/>
                  <a:gd name="connsiteY53" fmla="*/ 4677655 h 6858002"/>
                  <a:gd name="connsiteX54" fmla="*/ 4118025 w 4572002"/>
                  <a:gd name="connsiteY54" fmla="*/ 4767764 h 6858002"/>
                  <a:gd name="connsiteX55" fmla="*/ 4116716 w 4572002"/>
                  <a:gd name="connsiteY55" fmla="*/ 4800483 h 6858002"/>
                  <a:gd name="connsiteX56" fmla="*/ 4116716 w 4572002"/>
                  <a:gd name="connsiteY56" fmla="*/ 4800484 h 6858002"/>
                  <a:gd name="connsiteX57" fmla="*/ 4131552 w 4572002"/>
                  <a:gd name="connsiteY57" fmla="*/ 4828917 h 6858002"/>
                  <a:gd name="connsiteX58" fmla="*/ 4153733 w 4572002"/>
                  <a:gd name="connsiteY58" fmla="*/ 4863343 h 6858002"/>
                  <a:gd name="connsiteX59" fmla="*/ 4161262 w 4572002"/>
                  <a:gd name="connsiteY59" fmla="*/ 4889275 h 6858002"/>
                  <a:gd name="connsiteX60" fmla="*/ 4159557 w 4572002"/>
                  <a:gd name="connsiteY60" fmla="*/ 4912168 h 6858002"/>
                  <a:gd name="connsiteX61" fmla="*/ 4158155 w 4572002"/>
                  <a:gd name="connsiteY61" fmla="*/ 4933804 h 6858002"/>
                  <a:gd name="connsiteX62" fmla="*/ 4158155 w 4572002"/>
                  <a:gd name="connsiteY62" fmla="*/ 4933805 h 6858002"/>
                  <a:gd name="connsiteX63" fmla="*/ 4162914 w 4572002"/>
                  <a:gd name="connsiteY63" fmla="*/ 4952673 h 6858002"/>
                  <a:gd name="connsiteX64" fmla="*/ 4165707 w 4572002"/>
                  <a:gd name="connsiteY64" fmla="*/ 4957454 h 6858002"/>
                  <a:gd name="connsiteX65" fmla="*/ 4166985 w 4572002"/>
                  <a:gd name="connsiteY65" fmla="*/ 4961456 h 6858002"/>
                  <a:gd name="connsiteX66" fmla="*/ 4182989 w 4572002"/>
                  <a:gd name="connsiteY66" fmla="*/ 4987038 h 6858002"/>
                  <a:gd name="connsiteX67" fmla="*/ 4209468 w 4572002"/>
                  <a:gd name="connsiteY67" fmla="*/ 5041522 h 6858002"/>
                  <a:gd name="connsiteX68" fmla="*/ 4216684 w 4572002"/>
                  <a:gd name="connsiteY68" fmla="*/ 5072376 h 6858002"/>
                  <a:gd name="connsiteX69" fmla="*/ 4222587 w 4572002"/>
                  <a:gd name="connsiteY69" fmla="*/ 5087441 h 6858002"/>
                  <a:gd name="connsiteX70" fmla="*/ 4235615 w 4572002"/>
                  <a:gd name="connsiteY70" fmla="*/ 5133220 h 6858002"/>
                  <a:gd name="connsiteX71" fmla="*/ 4235616 w 4572002"/>
                  <a:gd name="connsiteY71" fmla="*/ 5133225 h 6858002"/>
                  <a:gd name="connsiteX72" fmla="*/ 4228901 w 4572002"/>
                  <a:gd name="connsiteY72" fmla="*/ 5166113 h 6858002"/>
                  <a:gd name="connsiteX73" fmla="*/ 4228901 w 4572002"/>
                  <a:gd name="connsiteY73" fmla="*/ 5166114 h 6858002"/>
                  <a:gd name="connsiteX74" fmla="*/ 4229593 w 4572002"/>
                  <a:gd name="connsiteY74" fmla="*/ 5172091 h 6858002"/>
                  <a:gd name="connsiteX75" fmla="*/ 4232139 w 4572002"/>
                  <a:gd name="connsiteY75" fmla="*/ 5179068 h 6858002"/>
                  <a:gd name="connsiteX76" fmla="*/ 4231973 w 4572002"/>
                  <a:gd name="connsiteY76" fmla="*/ 5229434 h 6858002"/>
                  <a:gd name="connsiteX77" fmla="*/ 4225669 w 4572002"/>
                  <a:gd name="connsiteY77" fmla="*/ 5241089 h 6858002"/>
                  <a:gd name="connsiteX78" fmla="*/ 4208517 w 4572002"/>
                  <a:gd name="connsiteY78" fmla="*/ 5272796 h 6858002"/>
                  <a:gd name="connsiteX79" fmla="*/ 4184613 w 4572002"/>
                  <a:gd name="connsiteY79" fmla="*/ 5312288 h 6858002"/>
                  <a:gd name="connsiteX80" fmla="*/ 4183557 w 4572002"/>
                  <a:gd name="connsiteY80" fmla="*/ 5321350 h 6858002"/>
                  <a:gd name="connsiteX81" fmla="*/ 4181083 w 4572002"/>
                  <a:gd name="connsiteY81" fmla="*/ 5326163 h 6858002"/>
                  <a:gd name="connsiteX82" fmla="*/ 4179637 w 4572002"/>
                  <a:gd name="connsiteY82" fmla="*/ 5355014 h 6858002"/>
                  <a:gd name="connsiteX83" fmla="*/ 4179637 w 4572002"/>
                  <a:gd name="connsiteY83" fmla="*/ 5355015 h 6858002"/>
                  <a:gd name="connsiteX84" fmla="*/ 4184513 w 4572002"/>
                  <a:gd name="connsiteY84" fmla="*/ 5385385 h 6858002"/>
                  <a:gd name="connsiteX85" fmla="*/ 4192704 w 4572002"/>
                  <a:gd name="connsiteY85" fmla="*/ 5425583 h 6858002"/>
                  <a:gd name="connsiteX86" fmla="*/ 4204327 w 4572002"/>
                  <a:gd name="connsiteY86" fmla="*/ 5480638 h 6858002"/>
                  <a:gd name="connsiteX87" fmla="*/ 4208850 w 4572002"/>
                  <a:gd name="connsiteY87" fmla="*/ 5507668 h 6858002"/>
                  <a:gd name="connsiteX88" fmla="*/ 4198232 w 4572002"/>
                  <a:gd name="connsiteY88" fmla="*/ 5531692 h 6858002"/>
                  <a:gd name="connsiteX89" fmla="*/ 4198231 w 4572002"/>
                  <a:gd name="connsiteY89" fmla="*/ 5531693 h 6858002"/>
                  <a:gd name="connsiteX90" fmla="*/ 4188085 w 4572002"/>
                  <a:gd name="connsiteY90" fmla="*/ 5547578 h 6858002"/>
                  <a:gd name="connsiteX91" fmla="*/ 4188085 w 4572002"/>
                  <a:gd name="connsiteY91" fmla="*/ 5547579 h 6858002"/>
                  <a:gd name="connsiteX92" fmla="*/ 4197659 w 4572002"/>
                  <a:gd name="connsiteY92" fmla="*/ 5562747 h 6858002"/>
                  <a:gd name="connsiteX93" fmla="*/ 4268907 w 4572002"/>
                  <a:gd name="connsiteY93" fmla="*/ 5704484 h 6858002"/>
                  <a:gd name="connsiteX94" fmla="*/ 4274812 w 4572002"/>
                  <a:gd name="connsiteY94" fmla="*/ 5740489 h 6858002"/>
                  <a:gd name="connsiteX95" fmla="*/ 4283578 w 4572002"/>
                  <a:gd name="connsiteY95" fmla="*/ 5760874 h 6858002"/>
                  <a:gd name="connsiteX96" fmla="*/ 4371973 w 4572002"/>
                  <a:gd name="connsiteY96" fmla="*/ 5883752 h 6858002"/>
                  <a:gd name="connsiteX97" fmla="*/ 4371974 w 4572002"/>
                  <a:gd name="connsiteY97" fmla="*/ 5883757 h 6858002"/>
                  <a:gd name="connsiteX98" fmla="*/ 4389877 w 4572002"/>
                  <a:gd name="connsiteY98" fmla="*/ 5935946 h 6858002"/>
                  <a:gd name="connsiteX99" fmla="*/ 4389878 w 4572002"/>
                  <a:gd name="connsiteY99" fmla="*/ 5935950 h 6858002"/>
                  <a:gd name="connsiteX100" fmla="*/ 4386259 w 4572002"/>
                  <a:gd name="connsiteY100" fmla="*/ 5993290 h 6858002"/>
                  <a:gd name="connsiteX101" fmla="*/ 4386259 w 4572002"/>
                  <a:gd name="connsiteY101" fmla="*/ 5993291 h 6858002"/>
                  <a:gd name="connsiteX102" fmla="*/ 4379782 w 4572002"/>
                  <a:gd name="connsiteY102" fmla="*/ 6026440 h 6858002"/>
                  <a:gd name="connsiteX103" fmla="*/ 4323583 w 4572002"/>
                  <a:gd name="connsiteY103" fmla="*/ 6108738 h 6858002"/>
                  <a:gd name="connsiteX104" fmla="*/ 4309890 w 4572002"/>
                  <a:gd name="connsiteY104" fmla="*/ 6133314 h 6858002"/>
                  <a:gd name="connsiteX105" fmla="*/ 4309890 w 4572002"/>
                  <a:gd name="connsiteY105" fmla="*/ 6133315 h 6858002"/>
                  <a:gd name="connsiteX106" fmla="*/ 4313591 w 4572002"/>
                  <a:gd name="connsiteY106" fmla="*/ 6143190 h 6858002"/>
                  <a:gd name="connsiteX107" fmla="*/ 4325486 w 4572002"/>
                  <a:gd name="connsiteY107" fmla="*/ 6155600 h 6858002"/>
                  <a:gd name="connsiteX108" fmla="*/ 4325488 w 4572002"/>
                  <a:gd name="connsiteY108" fmla="*/ 6155603 h 6858002"/>
                  <a:gd name="connsiteX109" fmla="*/ 4364160 w 4572002"/>
                  <a:gd name="connsiteY109" fmla="*/ 6228757 h 6858002"/>
                  <a:gd name="connsiteX110" fmla="*/ 4381497 w 4572002"/>
                  <a:gd name="connsiteY110" fmla="*/ 6361540 h 6858002"/>
                  <a:gd name="connsiteX111" fmla="*/ 4381497 w 4572002"/>
                  <a:gd name="connsiteY111" fmla="*/ 6361539 h 6858002"/>
                  <a:gd name="connsiteX112" fmla="*/ 4364160 w 4572002"/>
                  <a:gd name="connsiteY112" fmla="*/ 6228756 h 6858002"/>
                  <a:gd name="connsiteX113" fmla="*/ 4325488 w 4572002"/>
                  <a:gd name="connsiteY113" fmla="*/ 6155602 h 6858002"/>
                  <a:gd name="connsiteX114" fmla="*/ 4325486 w 4572002"/>
                  <a:gd name="connsiteY114" fmla="*/ 6155600 h 6858002"/>
                  <a:gd name="connsiteX115" fmla="*/ 4309890 w 4572002"/>
                  <a:gd name="connsiteY115" fmla="*/ 6133315 h 6858002"/>
                  <a:gd name="connsiteX116" fmla="*/ 4323583 w 4572002"/>
                  <a:gd name="connsiteY116" fmla="*/ 6108739 h 6858002"/>
                  <a:gd name="connsiteX117" fmla="*/ 4379782 w 4572002"/>
                  <a:gd name="connsiteY117" fmla="*/ 6026441 h 6858002"/>
                  <a:gd name="connsiteX118" fmla="*/ 4386259 w 4572002"/>
                  <a:gd name="connsiteY118" fmla="*/ 5993292 h 6858002"/>
                  <a:gd name="connsiteX119" fmla="*/ 4386259 w 4572002"/>
                  <a:gd name="connsiteY119" fmla="*/ 5993290 h 6858002"/>
                  <a:gd name="connsiteX120" fmla="*/ 4389712 w 4572002"/>
                  <a:gd name="connsiteY120" fmla="*/ 5964477 h 6858002"/>
                  <a:gd name="connsiteX121" fmla="*/ 4389878 w 4572002"/>
                  <a:gd name="connsiteY121" fmla="*/ 5935950 h 6858002"/>
                  <a:gd name="connsiteX122" fmla="*/ 4389878 w 4572002"/>
                  <a:gd name="connsiteY122" fmla="*/ 5935949 h 6858002"/>
                  <a:gd name="connsiteX123" fmla="*/ 4389877 w 4572002"/>
                  <a:gd name="connsiteY123" fmla="*/ 5935946 h 6858002"/>
                  <a:gd name="connsiteX124" fmla="*/ 4382997 w 4572002"/>
                  <a:gd name="connsiteY124" fmla="*/ 5909351 h 6858002"/>
                  <a:gd name="connsiteX125" fmla="*/ 4371974 w 4572002"/>
                  <a:gd name="connsiteY125" fmla="*/ 5883757 h 6858002"/>
                  <a:gd name="connsiteX126" fmla="*/ 4371973 w 4572002"/>
                  <a:gd name="connsiteY126" fmla="*/ 5883751 h 6858002"/>
                  <a:gd name="connsiteX127" fmla="*/ 4283578 w 4572002"/>
                  <a:gd name="connsiteY127" fmla="*/ 5760873 h 6858002"/>
                  <a:gd name="connsiteX128" fmla="*/ 4274812 w 4572002"/>
                  <a:gd name="connsiteY128" fmla="*/ 5740488 h 6858002"/>
                  <a:gd name="connsiteX129" fmla="*/ 4268907 w 4572002"/>
                  <a:gd name="connsiteY129" fmla="*/ 5704483 h 6858002"/>
                  <a:gd name="connsiteX130" fmla="*/ 4197659 w 4572002"/>
                  <a:gd name="connsiteY130" fmla="*/ 5562746 h 6858002"/>
                  <a:gd name="connsiteX131" fmla="*/ 4188085 w 4572002"/>
                  <a:gd name="connsiteY131" fmla="*/ 5547578 h 6858002"/>
                  <a:gd name="connsiteX132" fmla="*/ 4198231 w 4572002"/>
                  <a:gd name="connsiteY132" fmla="*/ 5531694 h 6858002"/>
                  <a:gd name="connsiteX133" fmla="*/ 4198232 w 4572002"/>
                  <a:gd name="connsiteY133" fmla="*/ 5531692 h 6858002"/>
                  <a:gd name="connsiteX134" fmla="*/ 4206630 w 4572002"/>
                  <a:gd name="connsiteY134" fmla="*/ 5520422 h 6858002"/>
                  <a:gd name="connsiteX135" fmla="*/ 4208850 w 4572002"/>
                  <a:gd name="connsiteY135" fmla="*/ 5507668 h 6858002"/>
                  <a:gd name="connsiteX136" fmla="*/ 4208850 w 4572002"/>
                  <a:gd name="connsiteY136" fmla="*/ 5507667 h 6858002"/>
                  <a:gd name="connsiteX137" fmla="*/ 4204327 w 4572002"/>
                  <a:gd name="connsiteY137" fmla="*/ 5480637 h 6858002"/>
                  <a:gd name="connsiteX138" fmla="*/ 4192704 w 4572002"/>
                  <a:gd name="connsiteY138" fmla="*/ 5425582 h 6858002"/>
                  <a:gd name="connsiteX139" fmla="*/ 4184513 w 4572002"/>
                  <a:gd name="connsiteY139" fmla="*/ 5385384 h 6858002"/>
                  <a:gd name="connsiteX140" fmla="*/ 4179637 w 4572002"/>
                  <a:gd name="connsiteY140" fmla="*/ 5355014 h 6858002"/>
                  <a:gd name="connsiteX141" fmla="*/ 4183557 w 4572002"/>
                  <a:gd name="connsiteY141" fmla="*/ 5321350 h 6858002"/>
                  <a:gd name="connsiteX142" fmla="*/ 4208517 w 4572002"/>
                  <a:gd name="connsiteY142" fmla="*/ 5272797 h 6858002"/>
                  <a:gd name="connsiteX143" fmla="*/ 4225669 w 4572002"/>
                  <a:gd name="connsiteY143" fmla="*/ 5241089 h 6858002"/>
                  <a:gd name="connsiteX144" fmla="*/ 4231973 w 4572002"/>
                  <a:gd name="connsiteY144" fmla="*/ 5229433 h 6858002"/>
                  <a:gd name="connsiteX145" fmla="*/ 4232139 w 4572002"/>
                  <a:gd name="connsiteY145" fmla="*/ 5179068 h 6858002"/>
                  <a:gd name="connsiteX146" fmla="*/ 4232139 w 4572002"/>
                  <a:gd name="connsiteY146" fmla="*/ 5179067 h 6858002"/>
                  <a:gd name="connsiteX147" fmla="*/ 4229593 w 4572002"/>
                  <a:gd name="connsiteY147" fmla="*/ 5172090 h 6858002"/>
                  <a:gd name="connsiteX148" fmla="*/ 4228901 w 4572002"/>
                  <a:gd name="connsiteY148" fmla="*/ 5166114 h 6858002"/>
                  <a:gd name="connsiteX149" fmla="*/ 4235616 w 4572002"/>
                  <a:gd name="connsiteY149" fmla="*/ 5133225 h 6858002"/>
                  <a:gd name="connsiteX150" fmla="*/ 4235616 w 4572002"/>
                  <a:gd name="connsiteY150" fmla="*/ 5133224 h 6858002"/>
                  <a:gd name="connsiteX151" fmla="*/ 4235615 w 4572002"/>
                  <a:gd name="connsiteY151" fmla="*/ 5133220 h 6858002"/>
                  <a:gd name="connsiteX152" fmla="*/ 4228473 w 4572002"/>
                  <a:gd name="connsiteY152" fmla="*/ 5102461 h 6858002"/>
                  <a:gd name="connsiteX153" fmla="*/ 4222587 w 4572002"/>
                  <a:gd name="connsiteY153" fmla="*/ 5087441 h 6858002"/>
                  <a:gd name="connsiteX154" fmla="*/ 4222582 w 4572002"/>
                  <a:gd name="connsiteY154" fmla="*/ 5087423 h 6858002"/>
                  <a:gd name="connsiteX155" fmla="*/ 4209468 w 4572002"/>
                  <a:gd name="connsiteY155" fmla="*/ 5041521 h 6858002"/>
                  <a:gd name="connsiteX156" fmla="*/ 4182989 w 4572002"/>
                  <a:gd name="connsiteY156" fmla="*/ 4987037 h 6858002"/>
                  <a:gd name="connsiteX157" fmla="*/ 4165707 w 4572002"/>
                  <a:gd name="connsiteY157" fmla="*/ 4957454 h 6858002"/>
                  <a:gd name="connsiteX158" fmla="*/ 4158155 w 4572002"/>
                  <a:gd name="connsiteY158" fmla="*/ 4933805 h 6858002"/>
                  <a:gd name="connsiteX159" fmla="*/ 4159557 w 4572002"/>
                  <a:gd name="connsiteY159" fmla="*/ 4912169 h 6858002"/>
                  <a:gd name="connsiteX160" fmla="*/ 4161262 w 4572002"/>
                  <a:gd name="connsiteY160" fmla="*/ 4889276 h 6858002"/>
                  <a:gd name="connsiteX161" fmla="*/ 4161262 w 4572002"/>
                  <a:gd name="connsiteY161" fmla="*/ 4889275 h 6858002"/>
                  <a:gd name="connsiteX162" fmla="*/ 4156484 w 4572002"/>
                  <a:gd name="connsiteY162" fmla="*/ 4867614 h 6858002"/>
                  <a:gd name="connsiteX163" fmla="*/ 4153733 w 4572002"/>
                  <a:gd name="connsiteY163" fmla="*/ 4863343 h 6858002"/>
                  <a:gd name="connsiteX164" fmla="*/ 4151983 w 4572002"/>
                  <a:gd name="connsiteY164" fmla="*/ 4857317 h 6858002"/>
                  <a:gd name="connsiteX165" fmla="*/ 4131552 w 4572002"/>
                  <a:gd name="connsiteY165" fmla="*/ 4828916 h 6858002"/>
                  <a:gd name="connsiteX166" fmla="*/ 4116716 w 4572002"/>
                  <a:gd name="connsiteY166" fmla="*/ 4800483 h 6858002"/>
                  <a:gd name="connsiteX167" fmla="*/ 4118025 w 4572002"/>
                  <a:gd name="connsiteY167" fmla="*/ 4767765 h 6858002"/>
                  <a:gd name="connsiteX168" fmla="*/ 4127932 w 4572002"/>
                  <a:gd name="connsiteY168" fmla="*/ 4677656 h 6858002"/>
                  <a:gd name="connsiteX169" fmla="*/ 4135934 w 4572002"/>
                  <a:gd name="connsiteY169" fmla="*/ 4659175 h 6858002"/>
                  <a:gd name="connsiteX170" fmla="*/ 4195944 w 4572002"/>
                  <a:gd name="connsiteY170" fmla="*/ 4482005 h 6858002"/>
                  <a:gd name="connsiteX171" fmla="*/ 4196706 w 4572002"/>
                  <a:gd name="connsiteY171" fmla="*/ 4363891 h 6858002"/>
                  <a:gd name="connsiteX172" fmla="*/ 4196706 w 4572002"/>
                  <a:gd name="connsiteY172" fmla="*/ 4363890 h 6858002"/>
                  <a:gd name="connsiteX173" fmla="*/ 4187752 w 4572002"/>
                  <a:gd name="connsiteY173" fmla="*/ 4324645 h 6858002"/>
                  <a:gd name="connsiteX174" fmla="*/ 4147936 w 4572002"/>
                  <a:gd name="connsiteY174" fmla="*/ 4253014 h 6858002"/>
                  <a:gd name="connsiteX175" fmla="*/ 4211111 w 4572002"/>
                  <a:gd name="connsiteY175" fmla="*/ 2836172 h 6858002"/>
                  <a:gd name="connsiteX176" fmla="*/ 4202421 w 4572002"/>
                  <a:gd name="connsiteY176" fmla="*/ 2848793 h 6858002"/>
                  <a:gd name="connsiteX177" fmla="*/ 4186816 w 4572002"/>
                  <a:gd name="connsiteY177" fmla="*/ 2897785 h 6858002"/>
                  <a:gd name="connsiteX178" fmla="*/ 4185787 w 4572002"/>
                  <a:gd name="connsiteY178" fmla="*/ 2903551 h 6858002"/>
                  <a:gd name="connsiteX179" fmla="*/ 4182513 w 4572002"/>
                  <a:gd name="connsiteY179" fmla="*/ 2914328 h 6858002"/>
                  <a:gd name="connsiteX180" fmla="*/ 4177882 w 4572002"/>
                  <a:gd name="connsiteY180" fmla="*/ 2947858 h 6858002"/>
                  <a:gd name="connsiteX181" fmla="*/ 4177881 w 4572002"/>
                  <a:gd name="connsiteY181" fmla="*/ 2947862 h 6858002"/>
                  <a:gd name="connsiteX182" fmla="*/ 4177881 w 4572002"/>
                  <a:gd name="connsiteY182" fmla="*/ 2947863 h 6858002"/>
                  <a:gd name="connsiteX183" fmla="*/ 4181465 w 4572002"/>
                  <a:gd name="connsiteY183" fmla="*/ 2982149 h 6858002"/>
                  <a:gd name="connsiteX184" fmla="*/ 4193158 w 4572002"/>
                  <a:gd name="connsiteY184" fmla="*/ 3077402 h 6858002"/>
                  <a:gd name="connsiteX185" fmla="*/ 4180703 w 4572002"/>
                  <a:gd name="connsiteY185" fmla="*/ 3172654 h 6858002"/>
                  <a:gd name="connsiteX186" fmla="*/ 4133076 w 4572002"/>
                  <a:gd name="connsiteY186" fmla="*/ 3489467 h 6858002"/>
                  <a:gd name="connsiteX187" fmla="*/ 4110977 w 4572002"/>
                  <a:gd name="connsiteY187" fmla="*/ 3544713 h 6858002"/>
                  <a:gd name="connsiteX188" fmla="*/ 4093355 w 4572002"/>
                  <a:gd name="connsiteY188" fmla="*/ 3574408 h 6858002"/>
                  <a:gd name="connsiteX189" fmla="*/ 4093355 w 4572002"/>
                  <a:gd name="connsiteY189" fmla="*/ 3574409 h 6858002"/>
                  <a:gd name="connsiteX190" fmla="*/ 4105453 w 4572002"/>
                  <a:gd name="connsiteY190" fmla="*/ 3606818 h 6858002"/>
                  <a:gd name="connsiteX191" fmla="*/ 4118979 w 4572002"/>
                  <a:gd name="connsiteY191" fmla="*/ 3630633 h 6858002"/>
                  <a:gd name="connsiteX192" fmla="*/ 4136708 w 4572002"/>
                  <a:gd name="connsiteY192" fmla="*/ 3654416 h 6858002"/>
                  <a:gd name="connsiteX193" fmla="*/ 4140382 w 4572002"/>
                  <a:gd name="connsiteY193" fmla="*/ 3668940 h 6858002"/>
                  <a:gd name="connsiteX194" fmla="*/ 4143220 w 4572002"/>
                  <a:gd name="connsiteY194" fmla="*/ 3680164 h 6858002"/>
                  <a:gd name="connsiteX195" fmla="*/ 4139172 w 4572002"/>
                  <a:gd name="connsiteY195" fmla="*/ 3734837 h 6858002"/>
                  <a:gd name="connsiteX196" fmla="*/ 4139172 w 4572002"/>
                  <a:gd name="connsiteY196" fmla="*/ 3734838 h 6858002"/>
                  <a:gd name="connsiteX197" fmla="*/ 4139554 w 4572002"/>
                  <a:gd name="connsiteY197" fmla="*/ 3754653 h 6858002"/>
                  <a:gd name="connsiteX198" fmla="*/ 4145911 w 4572002"/>
                  <a:gd name="connsiteY198" fmla="*/ 3789776 h 6858002"/>
                  <a:gd name="connsiteX199" fmla="*/ 4130980 w 4572002"/>
                  <a:gd name="connsiteY199" fmla="*/ 3822472 h 6858002"/>
                  <a:gd name="connsiteX200" fmla="*/ 4116645 w 4572002"/>
                  <a:gd name="connsiteY200" fmla="*/ 3852619 h 6858002"/>
                  <a:gd name="connsiteX201" fmla="*/ 4116645 w 4572002"/>
                  <a:gd name="connsiteY201" fmla="*/ 3852620 h 6858002"/>
                  <a:gd name="connsiteX202" fmla="*/ 4117425 w 4572002"/>
                  <a:gd name="connsiteY202" fmla="*/ 3868764 h 6858002"/>
                  <a:gd name="connsiteX203" fmla="*/ 4126028 w 4572002"/>
                  <a:gd name="connsiteY203" fmla="*/ 3885337 h 6858002"/>
                  <a:gd name="connsiteX204" fmla="*/ 4126028 w 4572002"/>
                  <a:gd name="connsiteY204" fmla="*/ 3885339 h 6858002"/>
                  <a:gd name="connsiteX205" fmla="*/ 4148409 w 4572002"/>
                  <a:gd name="connsiteY205" fmla="*/ 3923125 h 6858002"/>
                  <a:gd name="connsiteX206" fmla="*/ 4157913 w 4572002"/>
                  <a:gd name="connsiteY206" fmla="*/ 3962160 h 6858002"/>
                  <a:gd name="connsiteX207" fmla="*/ 4142221 w 4572002"/>
                  <a:gd name="connsiteY207" fmla="*/ 4043838 h 6858002"/>
                  <a:gd name="connsiteX208" fmla="*/ 4142220 w 4572002"/>
                  <a:gd name="connsiteY208" fmla="*/ 4043839 h 6858002"/>
                  <a:gd name="connsiteX209" fmla="*/ 4127099 w 4572002"/>
                  <a:gd name="connsiteY209" fmla="*/ 4103825 h 6858002"/>
                  <a:gd name="connsiteX210" fmla="*/ 4127099 w 4572002"/>
                  <a:gd name="connsiteY210" fmla="*/ 4103826 h 6858002"/>
                  <a:gd name="connsiteX211" fmla="*/ 4129066 w 4572002"/>
                  <a:gd name="connsiteY211" fmla="*/ 4134256 h 6858002"/>
                  <a:gd name="connsiteX212" fmla="*/ 4138410 w 4572002"/>
                  <a:gd name="connsiteY212" fmla="*/ 4165382 h 6858002"/>
                  <a:gd name="connsiteX213" fmla="*/ 4138410 w 4572002"/>
                  <a:gd name="connsiteY213" fmla="*/ 4165384 h 6858002"/>
                  <a:gd name="connsiteX214" fmla="*/ 4142315 w 4572002"/>
                  <a:gd name="connsiteY214" fmla="*/ 4192388 h 6858002"/>
                  <a:gd name="connsiteX215" fmla="*/ 4142315 w 4572002"/>
                  <a:gd name="connsiteY215" fmla="*/ 4192387 h 6858002"/>
                  <a:gd name="connsiteX216" fmla="*/ 4138410 w 4572002"/>
                  <a:gd name="connsiteY216" fmla="*/ 4165383 h 6858002"/>
                  <a:gd name="connsiteX217" fmla="*/ 4138410 w 4572002"/>
                  <a:gd name="connsiteY217" fmla="*/ 4165382 h 6858002"/>
                  <a:gd name="connsiteX218" fmla="*/ 4127099 w 4572002"/>
                  <a:gd name="connsiteY218" fmla="*/ 4103826 h 6858002"/>
                  <a:gd name="connsiteX219" fmla="*/ 4142220 w 4572002"/>
                  <a:gd name="connsiteY219" fmla="*/ 4043840 h 6858002"/>
                  <a:gd name="connsiteX220" fmla="*/ 4142221 w 4572002"/>
                  <a:gd name="connsiteY220" fmla="*/ 4043838 h 6858002"/>
                  <a:gd name="connsiteX221" fmla="*/ 4155523 w 4572002"/>
                  <a:gd name="connsiteY221" fmla="*/ 4002410 h 6858002"/>
                  <a:gd name="connsiteX222" fmla="*/ 4157913 w 4572002"/>
                  <a:gd name="connsiteY222" fmla="*/ 3962160 h 6858002"/>
                  <a:gd name="connsiteX223" fmla="*/ 4157913 w 4572002"/>
                  <a:gd name="connsiteY223" fmla="*/ 3962159 h 6858002"/>
                  <a:gd name="connsiteX224" fmla="*/ 4126028 w 4572002"/>
                  <a:gd name="connsiteY224" fmla="*/ 3885338 h 6858002"/>
                  <a:gd name="connsiteX225" fmla="*/ 4126028 w 4572002"/>
                  <a:gd name="connsiteY225" fmla="*/ 3885337 h 6858002"/>
                  <a:gd name="connsiteX226" fmla="*/ 4116645 w 4572002"/>
                  <a:gd name="connsiteY226" fmla="*/ 3852620 h 6858002"/>
                  <a:gd name="connsiteX227" fmla="*/ 4130980 w 4572002"/>
                  <a:gd name="connsiteY227" fmla="*/ 3822473 h 6858002"/>
                  <a:gd name="connsiteX228" fmla="*/ 4145911 w 4572002"/>
                  <a:gd name="connsiteY228" fmla="*/ 3789777 h 6858002"/>
                  <a:gd name="connsiteX229" fmla="*/ 4145911 w 4572002"/>
                  <a:gd name="connsiteY229" fmla="*/ 3789776 h 6858002"/>
                  <a:gd name="connsiteX230" fmla="*/ 4139554 w 4572002"/>
                  <a:gd name="connsiteY230" fmla="*/ 3754652 h 6858002"/>
                  <a:gd name="connsiteX231" fmla="*/ 4139172 w 4572002"/>
                  <a:gd name="connsiteY231" fmla="*/ 3734838 h 6858002"/>
                  <a:gd name="connsiteX232" fmla="*/ 4143220 w 4572002"/>
                  <a:gd name="connsiteY232" fmla="*/ 3680164 h 6858002"/>
                  <a:gd name="connsiteX233" fmla="*/ 4143220 w 4572002"/>
                  <a:gd name="connsiteY233" fmla="*/ 3680163 h 6858002"/>
                  <a:gd name="connsiteX234" fmla="*/ 4140382 w 4572002"/>
                  <a:gd name="connsiteY234" fmla="*/ 3668940 h 6858002"/>
                  <a:gd name="connsiteX235" fmla="*/ 4136708 w 4572002"/>
                  <a:gd name="connsiteY235" fmla="*/ 3654416 h 6858002"/>
                  <a:gd name="connsiteX236" fmla="*/ 4136708 w 4572002"/>
                  <a:gd name="connsiteY236" fmla="*/ 3654416 h 6858002"/>
                  <a:gd name="connsiteX237" fmla="*/ 4136708 w 4572002"/>
                  <a:gd name="connsiteY237" fmla="*/ 3654415 h 6858002"/>
                  <a:gd name="connsiteX238" fmla="*/ 4118979 w 4572002"/>
                  <a:gd name="connsiteY238" fmla="*/ 3630632 h 6858002"/>
                  <a:gd name="connsiteX239" fmla="*/ 4105453 w 4572002"/>
                  <a:gd name="connsiteY239" fmla="*/ 3606817 h 6858002"/>
                  <a:gd name="connsiteX240" fmla="*/ 4095707 w 4572002"/>
                  <a:gd name="connsiteY240" fmla="*/ 3587174 h 6858002"/>
                  <a:gd name="connsiteX241" fmla="*/ 4093355 w 4572002"/>
                  <a:gd name="connsiteY241" fmla="*/ 3574408 h 6858002"/>
                  <a:gd name="connsiteX242" fmla="*/ 4098434 w 4572002"/>
                  <a:gd name="connsiteY242" fmla="*/ 3562321 h 6858002"/>
                  <a:gd name="connsiteX243" fmla="*/ 4110977 w 4572002"/>
                  <a:gd name="connsiteY243" fmla="*/ 3544714 h 6858002"/>
                  <a:gd name="connsiteX244" fmla="*/ 4133076 w 4572002"/>
                  <a:gd name="connsiteY244" fmla="*/ 3489468 h 6858002"/>
                  <a:gd name="connsiteX245" fmla="*/ 4180703 w 4572002"/>
                  <a:gd name="connsiteY245" fmla="*/ 3172655 h 6858002"/>
                  <a:gd name="connsiteX246" fmla="*/ 4193158 w 4572002"/>
                  <a:gd name="connsiteY246" fmla="*/ 3077402 h 6858002"/>
                  <a:gd name="connsiteX247" fmla="*/ 4193158 w 4572002"/>
                  <a:gd name="connsiteY247" fmla="*/ 3077401 h 6858002"/>
                  <a:gd name="connsiteX248" fmla="*/ 4181465 w 4572002"/>
                  <a:gd name="connsiteY248" fmla="*/ 2982148 h 6858002"/>
                  <a:gd name="connsiteX249" fmla="*/ 4177881 w 4572002"/>
                  <a:gd name="connsiteY249" fmla="*/ 2947863 h 6858002"/>
                  <a:gd name="connsiteX250" fmla="*/ 4177882 w 4572002"/>
                  <a:gd name="connsiteY250" fmla="*/ 2947858 h 6858002"/>
                  <a:gd name="connsiteX251" fmla="*/ 4185787 w 4572002"/>
                  <a:gd name="connsiteY251" fmla="*/ 2903551 h 6858002"/>
                  <a:gd name="connsiteX252" fmla="*/ 4202421 w 4572002"/>
                  <a:gd name="connsiteY252" fmla="*/ 2848794 h 6858002"/>
                  <a:gd name="connsiteX253" fmla="*/ 4211111 w 4572002"/>
                  <a:gd name="connsiteY253" fmla="*/ 2836173 h 6858002"/>
                  <a:gd name="connsiteX254" fmla="*/ 3726625 w 4572002"/>
                  <a:gd name="connsiteY254" fmla="*/ 1508458 h 6858002"/>
                  <a:gd name="connsiteX255" fmla="*/ 3698531 w 4572002"/>
                  <a:gd name="connsiteY255" fmla="*/ 1596214 h 6858002"/>
                  <a:gd name="connsiteX256" fmla="*/ 3700436 w 4572002"/>
                  <a:gd name="connsiteY256" fmla="*/ 1624981 h 6858002"/>
                  <a:gd name="connsiteX257" fmla="*/ 3757017 w 4572002"/>
                  <a:gd name="connsiteY257" fmla="*/ 1697754 h 6858002"/>
                  <a:gd name="connsiteX258" fmla="*/ 3779686 w 4572002"/>
                  <a:gd name="connsiteY258" fmla="*/ 1733189 h 6858002"/>
                  <a:gd name="connsiteX259" fmla="*/ 3821407 w 4572002"/>
                  <a:gd name="connsiteY259" fmla="*/ 1833776 h 6858002"/>
                  <a:gd name="connsiteX260" fmla="*/ 3829028 w 4572002"/>
                  <a:gd name="connsiteY260" fmla="*/ 1842159 h 6858002"/>
                  <a:gd name="connsiteX261" fmla="*/ 3919519 w 4572002"/>
                  <a:gd name="connsiteY261" fmla="*/ 1916455 h 6858002"/>
                  <a:gd name="connsiteX262" fmla="*/ 3934949 w 4572002"/>
                  <a:gd name="connsiteY262" fmla="*/ 1933220 h 6858002"/>
                  <a:gd name="connsiteX263" fmla="*/ 3958954 w 4572002"/>
                  <a:gd name="connsiteY263" fmla="*/ 1953414 h 6858002"/>
                  <a:gd name="connsiteX264" fmla="*/ 4005437 w 4572002"/>
                  <a:gd name="connsiteY264" fmla="*/ 2016470 h 6858002"/>
                  <a:gd name="connsiteX265" fmla="*/ 4020296 w 4572002"/>
                  <a:gd name="connsiteY265" fmla="*/ 2094579 h 6858002"/>
                  <a:gd name="connsiteX266" fmla="*/ 4042967 w 4572002"/>
                  <a:gd name="connsiteY266" fmla="*/ 2188880 h 6858002"/>
                  <a:gd name="connsiteX267" fmla="*/ 4058207 w 4572002"/>
                  <a:gd name="connsiteY267" fmla="*/ 2228315 h 6858002"/>
                  <a:gd name="connsiteX268" fmla="*/ 4087164 w 4572002"/>
                  <a:gd name="connsiteY268" fmla="*/ 2334045 h 6858002"/>
                  <a:gd name="connsiteX269" fmla="*/ 4111549 w 4572002"/>
                  <a:gd name="connsiteY269" fmla="*/ 2409486 h 6858002"/>
                  <a:gd name="connsiteX270" fmla="*/ 4128650 w 4572002"/>
                  <a:gd name="connsiteY270" fmla="*/ 2435913 h 6858002"/>
                  <a:gd name="connsiteX271" fmla="*/ 4134481 w 4572002"/>
                  <a:gd name="connsiteY271" fmla="*/ 2463018 h 6858002"/>
                  <a:gd name="connsiteX272" fmla="*/ 4125839 w 4572002"/>
                  <a:gd name="connsiteY272" fmla="*/ 2518262 h 6858002"/>
                  <a:gd name="connsiteX273" fmla="*/ 4125838 w 4572002"/>
                  <a:gd name="connsiteY273" fmla="*/ 2518264 h 6858002"/>
                  <a:gd name="connsiteX274" fmla="*/ 4122194 w 4572002"/>
                  <a:gd name="connsiteY274" fmla="*/ 2545006 h 6858002"/>
                  <a:gd name="connsiteX275" fmla="*/ 4122194 w 4572002"/>
                  <a:gd name="connsiteY275" fmla="*/ 2545007 h 6858002"/>
                  <a:gd name="connsiteX276" fmla="*/ 4126408 w 4572002"/>
                  <a:gd name="connsiteY276" fmla="*/ 2571035 h 6858002"/>
                  <a:gd name="connsiteX277" fmla="*/ 4199563 w 4572002"/>
                  <a:gd name="connsiteY277" fmla="*/ 2668002 h 6858002"/>
                  <a:gd name="connsiteX278" fmla="*/ 4247953 w 4572002"/>
                  <a:gd name="connsiteY278" fmla="*/ 2745349 h 6858002"/>
                  <a:gd name="connsiteX279" fmla="*/ 4247954 w 4572002"/>
                  <a:gd name="connsiteY279" fmla="*/ 2745352 h 6858002"/>
                  <a:gd name="connsiteX280" fmla="*/ 4253873 w 4572002"/>
                  <a:gd name="connsiteY280" fmla="*/ 2778006 h 6858002"/>
                  <a:gd name="connsiteX281" fmla="*/ 4253453 w 4572002"/>
                  <a:gd name="connsiteY281" fmla="*/ 2785440 h 6858002"/>
                  <a:gd name="connsiteX282" fmla="*/ 4243374 w 4572002"/>
                  <a:gd name="connsiteY282" fmla="*/ 2811780 h 6858002"/>
                  <a:gd name="connsiteX283" fmla="*/ 4243371 w 4572002"/>
                  <a:gd name="connsiteY283" fmla="*/ 2811787 h 6858002"/>
                  <a:gd name="connsiteX284" fmla="*/ 4243372 w 4572002"/>
                  <a:gd name="connsiteY284" fmla="*/ 2811787 h 6858002"/>
                  <a:gd name="connsiteX285" fmla="*/ 4243374 w 4572002"/>
                  <a:gd name="connsiteY285" fmla="*/ 2811780 h 6858002"/>
                  <a:gd name="connsiteX286" fmla="*/ 4253025 w 4572002"/>
                  <a:gd name="connsiteY286" fmla="*/ 2793023 h 6858002"/>
                  <a:gd name="connsiteX287" fmla="*/ 4253453 w 4572002"/>
                  <a:gd name="connsiteY287" fmla="*/ 2785440 h 6858002"/>
                  <a:gd name="connsiteX288" fmla="*/ 4254654 w 4572002"/>
                  <a:gd name="connsiteY288" fmla="*/ 2782305 h 6858002"/>
                  <a:gd name="connsiteX289" fmla="*/ 4253873 w 4572002"/>
                  <a:gd name="connsiteY289" fmla="*/ 2778006 h 6858002"/>
                  <a:gd name="connsiteX290" fmla="*/ 4254284 w 4572002"/>
                  <a:gd name="connsiteY290" fmla="*/ 2770758 h 6858002"/>
                  <a:gd name="connsiteX291" fmla="*/ 4247954 w 4572002"/>
                  <a:gd name="connsiteY291" fmla="*/ 2745352 h 6858002"/>
                  <a:gd name="connsiteX292" fmla="*/ 4247953 w 4572002"/>
                  <a:gd name="connsiteY292" fmla="*/ 2745348 h 6858002"/>
                  <a:gd name="connsiteX293" fmla="*/ 4199563 w 4572002"/>
                  <a:gd name="connsiteY293" fmla="*/ 2668001 h 6858002"/>
                  <a:gd name="connsiteX294" fmla="*/ 4126408 w 4572002"/>
                  <a:gd name="connsiteY294" fmla="*/ 2571034 h 6858002"/>
                  <a:gd name="connsiteX295" fmla="*/ 4122194 w 4572002"/>
                  <a:gd name="connsiteY295" fmla="*/ 2545007 h 6858002"/>
                  <a:gd name="connsiteX296" fmla="*/ 4125838 w 4572002"/>
                  <a:gd name="connsiteY296" fmla="*/ 2518265 h 6858002"/>
                  <a:gd name="connsiteX297" fmla="*/ 4125839 w 4572002"/>
                  <a:gd name="connsiteY297" fmla="*/ 2518262 h 6858002"/>
                  <a:gd name="connsiteX298" fmla="*/ 4132419 w 4572002"/>
                  <a:gd name="connsiteY298" fmla="*/ 2490551 h 6858002"/>
                  <a:gd name="connsiteX299" fmla="*/ 4134481 w 4572002"/>
                  <a:gd name="connsiteY299" fmla="*/ 2463018 h 6858002"/>
                  <a:gd name="connsiteX300" fmla="*/ 4134481 w 4572002"/>
                  <a:gd name="connsiteY300" fmla="*/ 2463017 h 6858002"/>
                  <a:gd name="connsiteX301" fmla="*/ 4111549 w 4572002"/>
                  <a:gd name="connsiteY301" fmla="*/ 2409485 h 6858002"/>
                  <a:gd name="connsiteX302" fmla="*/ 4087164 w 4572002"/>
                  <a:gd name="connsiteY302" fmla="*/ 2334044 h 6858002"/>
                  <a:gd name="connsiteX303" fmla="*/ 4058207 w 4572002"/>
                  <a:gd name="connsiteY303" fmla="*/ 2228314 h 6858002"/>
                  <a:gd name="connsiteX304" fmla="*/ 4042967 w 4572002"/>
                  <a:gd name="connsiteY304" fmla="*/ 2188879 h 6858002"/>
                  <a:gd name="connsiteX305" fmla="*/ 4020296 w 4572002"/>
                  <a:gd name="connsiteY305" fmla="*/ 2094578 h 6858002"/>
                  <a:gd name="connsiteX306" fmla="*/ 4005437 w 4572002"/>
                  <a:gd name="connsiteY306" fmla="*/ 2016469 h 6858002"/>
                  <a:gd name="connsiteX307" fmla="*/ 3958954 w 4572002"/>
                  <a:gd name="connsiteY307" fmla="*/ 1953413 h 6858002"/>
                  <a:gd name="connsiteX308" fmla="*/ 3934949 w 4572002"/>
                  <a:gd name="connsiteY308" fmla="*/ 1933219 h 6858002"/>
                  <a:gd name="connsiteX309" fmla="*/ 3919519 w 4572002"/>
                  <a:gd name="connsiteY309" fmla="*/ 1916454 h 6858002"/>
                  <a:gd name="connsiteX310" fmla="*/ 3829028 w 4572002"/>
                  <a:gd name="connsiteY310" fmla="*/ 1842158 h 6858002"/>
                  <a:gd name="connsiteX311" fmla="*/ 3821407 w 4572002"/>
                  <a:gd name="connsiteY311" fmla="*/ 1833775 h 6858002"/>
                  <a:gd name="connsiteX312" fmla="*/ 3779686 w 4572002"/>
                  <a:gd name="connsiteY312" fmla="*/ 1733188 h 6858002"/>
                  <a:gd name="connsiteX313" fmla="*/ 3757018 w 4572002"/>
                  <a:gd name="connsiteY313" fmla="*/ 1697753 h 6858002"/>
                  <a:gd name="connsiteX314" fmla="*/ 3700436 w 4572002"/>
                  <a:gd name="connsiteY314" fmla="*/ 1624980 h 6858002"/>
                  <a:gd name="connsiteX315" fmla="*/ 3698532 w 4572002"/>
                  <a:gd name="connsiteY315" fmla="*/ 1596213 h 6858002"/>
                  <a:gd name="connsiteX316" fmla="*/ 3745230 w 4572002"/>
                  <a:gd name="connsiteY316" fmla="*/ 1459073 h 6858002"/>
                  <a:gd name="connsiteX317" fmla="*/ 3745229 w 4572002"/>
                  <a:gd name="connsiteY317" fmla="*/ 1459074 h 6858002"/>
                  <a:gd name="connsiteX318" fmla="*/ 3736012 w 4572002"/>
                  <a:gd name="connsiteY318" fmla="*/ 1481572 h 6858002"/>
                  <a:gd name="connsiteX319" fmla="*/ 3764423 w 4572002"/>
                  <a:gd name="connsiteY319" fmla="*/ 1268758 h 6858002"/>
                  <a:gd name="connsiteX320" fmla="*/ 3769590 w 4572002"/>
                  <a:gd name="connsiteY320" fmla="*/ 1286070 h 6858002"/>
                  <a:gd name="connsiteX321" fmla="*/ 3791927 w 4572002"/>
                  <a:gd name="connsiteY321" fmla="*/ 1350628 h 6858002"/>
                  <a:gd name="connsiteX322" fmla="*/ 3786333 w 4572002"/>
                  <a:gd name="connsiteY322" fmla="*/ 1413840 h 6858002"/>
                  <a:gd name="connsiteX323" fmla="*/ 3791928 w 4572002"/>
                  <a:gd name="connsiteY323" fmla="*/ 1350627 h 6858002"/>
                  <a:gd name="connsiteX324" fmla="*/ 3769590 w 4572002"/>
                  <a:gd name="connsiteY324" fmla="*/ 1286069 h 6858002"/>
                  <a:gd name="connsiteX325" fmla="*/ 3706152 w 4572002"/>
                  <a:gd name="connsiteY325" fmla="*/ 773035 h 6858002"/>
                  <a:gd name="connsiteX326" fmla="*/ 3706152 w 4572002"/>
                  <a:gd name="connsiteY326" fmla="*/ 773036 h 6858002"/>
                  <a:gd name="connsiteX327" fmla="*/ 3714152 w 4572002"/>
                  <a:gd name="connsiteY327" fmla="*/ 854380 h 6858002"/>
                  <a:gd name="connsiteX328" fmla="*/ 3745205 w 4572002"/>
                  <a:gd name="connsiteY328" fmla="*/ 915344 h 6858002"/>
                  <a:gd name="connsiteX329" fmla="*/ 3755683 w 4572002"/>
                  <a:gd name="connsiteY329" fmla="*/ 927156 h 6858002"/>
                  <a:gd name="connsiteX330" fmla="*/ 3752063 w 4572002"/>
                  <a:gd name="connsiteY330" fmla="*/ 1097088 h 6858002"/>
                  <a:gd name="connsiteX331" fmla="*/ 3747681 w 4572002"/>
                  <a:gd name="connsiteY331" fmla="*/ 1123186 h 6858002"/>
                  <a:gd name="connsiteX332" fmla="*/ 3772400 w 4572002"/>
                  <a:gd name="connsiteY332" fmla="*/ 1184029 h 6858002"/>
                  <a:gd name="connsiteX333" fmla="*/ 3747682 w 4572002"/>
                  <a:gd name="connsiteY333" fmla="*/ 1123185 h 6858002"/>
                  <a:gd name="connsiteX334" fmla="*/ 3752064 w 4572002"/>
                  <a:gd name="connsiteY334" fmla="*/ 1097087 h 6858002"/>
                  <a:gd name="connsiteX335" fmla="*/ 3755684 w 4572002"/>
                  <a:gd name="connsiteY335" fmla="*/ 927155 h 6858002"/>
                  <a:gd name="connsiteX336" fmla="*/ 3745206 w 4572002"/>
                  <a:gd name="connsiteY336" fmla="*/ 915343 h 6858002"/>
                  <a:gd name="connsiteX337" fmla="*/ 3714152 w 4572002"/>
                  <a:gd name="connsiteY337" fmla="*/ 854379 h 6858002"/>
                  <a:gd name="connsiteX338" fmla="*/ 3761553 w 4572002"/>
                  <a:gd name="connsiteY338" fmla="*/ 517851 h 6858002"/>
                  <a:gd name="connsiteX339" fmla="*/ 3752635 w 4572002"/>
                  <a:gd name="connsiteY339" fmla="*/ 556048 h 6858002"/>
                  <a:gd name="connsiteX340" fmla="*/ 3746157 w 4572002"/>
                  <a:gd name="connsiteY340" fmla="*/ 580051 h 6858002"/>
                  <a:gd name="connsiteX341" fmla="*/ 3742776 w 4572002"/>
                  <a:gd name="connsiteY341" fmla="*/ 642538 h 6858002"/>
                  <a:gd name="connsiteX342" fmla="*/ 3730253 w 4572002"/>
                  <a:gd name="connsiteY342" fmla="*/ 694928 h 6858002"/>
                  <a:gd name="connsiteX343" fmla="*/ 3742777 w 4572002"/>
                  <a:gd name="connsiteY343" fmla="*/ 642537 h 6858002"/>
                  <a:gd name="connsiteX344" fmla="*/ 3746158 w 4572002"/>
                  <a:gd name="connsiteY344" fmla="*/ 580050 h 6858002"/>
                  <a:gd name="connsiteX345" fmla="*/ 3752636 w 4572002"/>
                  <a:gd name="connsiteY345" fmla="*/ 556047 h 6858002"/>
                  <a:gd name="connsiteX346" fmla="*/ 3774848 w 4572002"/>
                  <a:gd name="connsiteY346" fmla="*/ 298169 h 6858002"/>
                  <a:gd name="connsiteX347" fmla="*/ 3760065 w 4572002"/>
                  <a:gd name="connsiteY347" fmla="*/ 313534 h 6858002"/>
                  <a:gd name="connsiteX348" fmla="*/ 3759493 w 4572002"/>
                  <a:gd name="connsiteY348" fmla="*/ 338871 h 6858002"/>
                  <a:gd name="connsiteX349" fmla="*/ 3759500 w 4572002"/>
                  <a:gd name="connsiteY349" fmla="*/ 338900 h 6858002"/>
                  <a:gd name="connsiteX350" fmla="*/ 3769400 w 4572002"/>
                  <a:gd name="connsiteY350" fmla="*/ 395640 h 6858002"/>
                  <a:gd name="connsiteX351" fmla="*/ 3765590 w 4572002"/>
                  <a:gd name="connsiteY351" fmla="*/ 367328 h 6858002"/>
                  <a:gd name="connsiteX352" fmla="*/ 3759500 w 4572002"/>
                  <a:gd name="connsiteY352" fmla="*/ 338900 h 6858002"/>
                  <a:gd name="connsiteX353" fmla="*/ 3759494 w 4572002"/>
                  <a:gd name="connsiteY353" fmla="*/ 338870 h 6858002"/>
                  <a:gd name="connsiteX354" fmla="*/ 3760066 w 4572002"/>
                  <a:gd name="connsiteY354" fmla="*/ 313533 h 6858002"/>
                  <a:gd name="connsiteX355" fmla="*/ 3782393 w 4572002"/>
                  <a:gd name="connsiteY355" fmla="*/ 281568 h 6858002"/>
                  <a:gd name="connsiteX356" fmla="*/ 3777498 w 4572002"/>
                  <a:gd name="connsiteY356" fmla="*/ 295415 h 6858002"/>
                  <a:gd name="connsiteX357" fmla="*/ 3777499 w 4572002"/>
                  <a:gd name="connsiteY357" fmla="*/ 295415 h 6858002"/>
                  <a:gd name="connsiteX358" fmla="*/ 3769073 w 4572002"/>
                  <a:gd name="connsiteY358" fmla="*/ 24486 h 6858002"/>
                  <a:gd name="connsiteX359" fmla="*/ 3766810 w 4572002"/>
                  <a:gd name="connsiteY359" fmla="*/ 74129 h 6858002"/>
                  <a:gd name="connsiteX360" fmla="*/ 3772734 w 4572002"/>
                  <a:gd name="connsiteY360" fmla="*/ 125861 h 6858002"/>
                  <a:gd name="connsiteX361" fmla="*/ 3777129 w 4572002"/>
                  <a:gd name="connsiteY361" fmla="*/ 153387 h 6858002"/>
                  <a:gd name="connsiteX362" fmla="*/ 3785402 w 4572002"/>
                  <a:gd name="connsiteY362" fmla="*/ 228944 h 6858002"/>
                  <a:gd name="connsiteX363" fmla="*/ 3780943 w 4572002"/>
                  <a:gd name="connsiteY363" fmla="*/ 177271 h 6858002"/>
                  <a:gd name="connsiteX364" fmla="*/ 3777129 w 4572002"/>
                  <a:gd name="connsiteY364" fmla="*/ 153387 h 6858002"/>
                  <a:gd name="connsiteX365" fmla="*/ 3776930 w 4572002"/>
                  <a:gd name="connsiteY365" fmla="*/ 151569 h 6858002"/>
                  <a:gd name="connsiteX366" fmla="*/ 3766811 w 4572002"/>
                  <a:gd name="connsiteY366" fmla="*/ 74129 h 6858002"/>
                  <a:gd name="connsiteX367" fmla="*/ 3766492 w 4572002"/>
                  <a:gd name="connsiteY367" fmla="*/ 0 h 6858002"/>
                  <a:gd name="connsiteX368" fmla="*/ 4230600 w 4572002"/>
                  <a:gd name="connsiteY368" fmla="*/ 0 h 6858002"/>
                  <a:gd name="connsiteX369" fmla="*/ 4229473 w 4572002"/>
                  <a:gd name="connsiteY369" fmla="*/ 2817 h 6858002"/>
                  <a:gd name="connsiteX370" fmla="*/ 4215375 w 4572002"/>
                  <a:gd name="connsiteY370" fmla="*/ 63587 h 6858002"/>
                  <a:gd name="connsiteX371" fmla="*/ 4201468 w 4572002"/>
                  <a:gd name="connsiteY371" fmla="*/ 176939 h 6858002"/>
                  <a:gd name="connsiteX372" fmla="*/ 4193466 w 4572002"/>
                  <a:gd name="connsiteY372" fmla="*/ 200182 h 6858002"/>
                  <a:gd name="connsiteX373" fmla="*/ 4155554 w 4572002"/>
                  <a:gd name="connsiteY373" fmla="*/ 340774 h 6858002"/>
                  <a:gd name="connsiteX374" fmla="*/ 4156319 w 4572002"/>
                  <a:gd name="connsiteY374" fmla="*/ 453364 h 6858002"/>
                  <a:gd name="connsiteX375" fmla="*/ 4158033 w 4572002"/>
                  <a:gd name="connsiteY375" fmla="*/ 462126 h 6858002"/>
                  <a:gd name="connsiteX376" fmla="*/ 4170605 w 4572002"/>
                  <a:gd name="connsiteY376" fmla="*/ 505182 h 6858002"/>
                  <a:gd name="connsiteX377" fmla="*/ 4167177 w 4572002"/>
                  <a:gd name="connsiteY377" fmla="*/ 571860 h 6858002"/>
                  <a:gd name="connsiteX378" fmla="*/ 4149840 w 4572002"/>
                  <a:gd name="connsiteY378" fmla="*/ 617772 h 6858002"/>
                  <a:gd name="connsiteX379" fmla="*/ 4149078 w 4572002"/>
                  <a:gd name="connsiteY379" fmla="*/ 674923 h 6858002"/>
                  <a:gd name="connsiteX380" fmla="*/ 4159937 w 4572002"/>
                  <a:gd name="connsiteY380" fmla="*/ 740268 h 6858002"/>
                  <a:gd name="connsiteX381" fmla="*/ 4162223 w 4572002"/>
                  <a:gd name="connsiteY381" fmla="*/ 769605 h 6858002"/>
                  <a:gd name="connsiteX382" fmla="*/ 4184703 w 4572002"/>
                  <a:gd name="connsiteY382" fmla="*/ 850189 h 6858002"/>
                  <a:gd name="connsiteX383" fmla="*/ 4179179 w 4572002"/>
                  <a:gd name="connsiteY383" fmla="*/ 898198 h 6858002"/>
                  <a:gd name="connsiteX384" fmla="*/ 4164319 w 4572002"/>
                  <a:gd name="connsiteY384" fmla="*/ 945444 h 6858002"/>
                  <a:gd name="connsiteX385" fmla="*/ 4150030 w 4572002"/>
                  <a:gd name="connsiteY385" fmla="*/ 975733 h 6858002"/>
                  <a:gd name="connsiteX386" fmla="*/ 4139934 w 4572002"/>
                  <a:gd name="connsiteY386" fmla="*/ 1036887 h 6858002"/>
                  <a:gd name="connsiteX387" fmla="*/ 4141458 w 4572002"/>
                  <a:gd name="connsiteY387" fmla="*/ 1048125 h 6858002"/>
                  <a:gd name="connsiteX388" fmla="*/ 4154032 w 4572002"/>
                  <a:gd name="connsiteY388" fmla="*/ 1230633 h 6858002"/>
                  <a:gd name="connsiteX389" fmla="*/ 4174225 w 4572002"/>
                  <a:gd name="connsiteY389" fmla="*/ 1303024 h 6858002"/>
                  <a:gd name="connsiteX390" fmla="*/ 4176701 w 4572002"/>
                  <a:gd name="connsiteY390" fmla="*/ 1318456 h 6858002"/>
                  <a:gd name="connsiteX391" fmla="*/ 4199372 w 4572002"/>
                  <a:gd name="connsiteY391" fmla="*/ 1472575 h 6858002"/>
                  <a:gd name="connsiteX392" fmla="*/ 4200325 w 4572002"/>
                  <a:gd name="connsiteY392" fmla="*/ 1489720 h 6858002"/>
                  <a:gd name="connsiteX393" fmla="*/ 4196324 w 4572002"/>
                  <a:gd name="connsiteY393" fmla="*/ 1537537 h 6858002"/>
                  <a:gd name="connsiteX394" fmla="*/ 4237474 w 4572002"/>
                  <a:gd name="connsiteY394" fmla="*/ 1650317 h 6858002"/>
                  <a:gd name="connsiteX395" fmla="*/ 4251572 w 4572002"/>
                  <a:gd name="connsiteY395" fmla="*/ 1763287 h 6858002"/>
                  <a:gd name="connsiteX396" fmla="*/ 4251380 w 4572002"/>
                  <a:gd name="connsiteY396" fmla="*/ 1825393 h 6858002"/>
                  <a:gd name="connsiteX397" fmla="*/ 4261478 w 4572002"/>
                  <a:gd name="connsiteY397" fmla="*/ 1869780 h 6858002"/>
                  <a:gd name="connsiteX398" fmla="*/ 4292149 w 4572002"/>
                  <a:gd name="connsiteY398" fmla="*/ 1978940 h 6858002"/>
                  <a:gd name="connsiteX399" fmla="*/ 4296911 w 4572002"/>
                  <a:gd name="connsiteY399" fmla="*/ 2030378 h 6858002"/>
                  <a:gd name="connsiteX400" fmla="*/ 4307201 w 4572002"/>
                  <a:gd name="connsiteY400" fmla="*/ 2085054 h 6858002"/>
                  <a:gd name="connsiteX401" fmla="*/ 4353302 w 4572002"/>
                  <a:gd name="connsiteY401" fmla="*/ 2220312 h 6858002"/>
                  <a:gd name="connsiteX402" fmla="*/ 4350636 w 4572002"/>
                  <a:gd name="connsiteY402" fmla="*/ 2330806 h 6858002"/>
                  <a:gd name="connsiteX403" fmla="*/ 4351206 w 4572002"/>
                  <a:gd name="connsiteY403" fmla="*/ 2401292 h 6858002"/>
                  <a:gd name="connsiteX404" fmla="*/ 4366446 w 4572002"/>
                  <a:gd name="connsiteY404" fmla="*/ 2485307 h 6858002"/>
                  <a:gd name="connsiteX405" fmla="*/ 4388736 w 4572002"/>
                  <a:gd name="connsiteY405" fmla="*/ 2554079 h 6858002"/>
                  <a:gd name="connsiteX406" fmla="*/ 4406453 w 4572002"/>
                  <a:gd name="connsiteY406" fmla="*/ 2649143 h 6858002"/>
                  <a:gd name="connsiteX407" fmla="*/ 4440554 w 4572002"/>
                  <a:gd name="connsiteY407" fmla="*/ 2743826 h 6858002"/>
                  <a:gd name="connsiteX408" fmla="*/ 4466653 w 4572002"/>
                  <a:gd name="connsiteY408" fmla="*/ 2809930 h 6858002"/>
                  <a:gd name="connsiteX409" fmla="*/ 4489705 w 4572002"/>
                  <a:gd name="connsiteY409" fmla="*/ 2901943 h 6858002"/>
                  <a:gd name="connsiteX410" fmla="*/ 4505897 w 4572002"/>
                  <a:gd name="connsiteY410" fmla="*/ 3042728 h 6858002"/>
                  <a:gd name="connsiteX411" fmla="*/ 4507613 w 4572002"/>
                  <a:gd name="connsiteY411" fmla="*/ 3107500 h 6858002"/>
                  <a:gd name="connsiteX412" fmla="*/ 4545521 w 4572002"/>
                  <a:gd name="connsiteY412" fmla="*/ 3209993 h 6858002"/>
                  <a:gd name="connsiteX413" fmla="*/ 4563811 w 4572002"/>
                  <a:gd name="connsiteY413" fmla="*/ 3253809 h 6858002"/>
                  <a:gd name="connsiteX414" fmla="*/ 4548570 w 4572002"/>
                  <a:gd name="connsiteY414" fmla="*/ 3293244 h 6858002"/>
                  <a:gd name="connsiteX415" fmla="*/ 4531043 w 4572002"/>
                  <a:gd name="connsiteY415" fmla="*/ 3318771 h 6858002"/>
                  <a:gd name="connsiteX416" fmla="*/ 4545904 w 4572002"/>
                  <a:gd name="connsiteY416" fmla="*/ 3399546 h 6858002"/>
                  <a:gd name="connsiteX417" fmla="*/ 4561524 w 4572002"/>
                  <a:gd name="connsiteY417" fmla="*/ 3485275 h 6858002"/>
                  <a:gd name="connsiteX418" fmla="*/ 4572002 w 4572002"/>
                  <a:gd name="connsiteY418" fmla="*/ 3546617 h 6858002"/>
                  <a:gd name="connsiteX419" fmla="*/ 4563620 w 4572002"/>
                  <a:gd name="connsiteY419" fmla="*/ 3623201 h 6858002"/>
                  <a:gd name="connsiteX420" fmla="*/ 4560192 w 4572002"/>
                  <a:gd name="connsiteY420" fmla="*/ 3683591 h 6858002"/>
                  <a:gd name="connsiteX421" fmla="*/ 4550476 w 4572002"/>
                  <a:gd name="connsiteY421" fmla="*/ 3732361 h 6858002"/>
                  <a:gd name="connsiteX422" fmla="*/ 4544759 w 4572002"/>
                  <a:gd name="connsiteY422" fmla="*/ 3749506 h 6858002"/>
                  <a:gd name="connsiteX423" fmla="*/ 4500182 w 4572002"/>
                  <a:gd name="connsiteY423" fmla="*/ 3885338 h 6858002"/>
                  <a:gd name="connsiteX424" fmla="*/ 4464557 w 4572002"/>
                  <a:gd name="connsiteY424" fmla="*/ 4030503 h 6858002"/>
                  <a:gd name="connsiteX425" fmla="*/ 4487039 w 4572002"/>
                  <a:gd name="connsiteY425" fmla="*/ 4124614 h 6858002"/>
                  <a:gd name="connsiteX426" fmla="*/ 4486656 w 4572002"/>
                  <a:gd name="connsiteY426" fmla="*/ 4159667 h 6858002"/>
                  <a:gd name="connsiteX427" fmla="*/ 4491801 w 4572002"/>
                  <a:gd name="connsiteY427" fmla="*/ 4320837 h 6858002"/>
                  <a:gd name="connsiteX428" fmla="*/ 4497325 w 4572002"/>
                  <a:gd name="connsiteY428" fmla="*/ 4349222 h 6858002"/>
                  <a:gd name="connsiteX429" fmla="*/ 4474653 w 4572002"/>
                  <a:gd name="connsiteY429" fmla="*/ 4502579 h 6858002"/>
                  <a:gd name="connsiteX430" fmla="*/ 4470844 w 4572002"/>
                  <a:gd name="connsiteY430" fmla="*/ 4558207 h 6858002"/>
                  <a:gd name="connsiteX431" fmla="*/ 4464557 w 4572002"/>
                  <a:gd name="connsiteY431" fmla="*/ 4609452 h 6858002"/>
                  <a:gd name="connsiteX432" fmla="*/ 4463033 w 4572002"/>
                  <a:gd name="connsiteY432" fmla="*/ 4681083 h 6858002"/>
                  <a:gd name="connsiteX433" fmla="*/ 4465891 w 4572002"/>
                  <a:gd name="connsiteY433" fmla="*/ 4755381 h 6858002"/>
                  <a:gd name="connsiteX434" fmla="*/ 4465319 w 4572002"/>
                  <a:gd name="connsiteY434" fmla="*/ 4838250 h 6858002"/>
                  <a:gd name="connsiteX435" fmla="*/ 4460367 w 4572002"/>
                  <a:gd name="connsiteY435" fmla="*/ 4871019 h 6858002"/>
                  <a:gd name="connsiteX436" fmla="*/ 4463795 w 4572002"/>
                  <a:gd name="connsiteY436" fmla="*/ 4959602 h 6858002"/>
                  <a:gd name="connsiteX437" fmla="*/ 4458082 w 4572002"/>
                  <a:gd name="connsiteY437" fmla="*/ 5006086 h 6858002"/>
                  <a:gd name="connsiteX438" fmla="*/ 4456937 w 4572002"/>
                  <a:gd name="connsiteY438" fmla="*/ 5082670 h 6858002"/>
                  <a:gd name="connsiteX439" fmla="*/ 4455603 w 4572002"/>
                  <a:gd name="connsiteY439" fmla="*/ 5107627 h 6858002"/>
                  <a:gd name="connsiteX440" fmla="*/ 4454840 w 4572002"/>
                  <a:gd name="connsiteY440" fmla="*/ 5129916 h 6858002"/>
                  <a:gd name="connsiteX441" fmla="*/ 4470464 w 4572002"/>
                  <a:gd name="connsiteY441" fmla="*/ 5206308 h 6858002"/>
                  <a:gd name="connsiteX442" fmla="*/ 4471415 w 4572002"/>
                  <a:gd name="connsiteY442" fmla="*/ 5274129 h 6858002"/>
                  <a:gd name="connsiteX443" fmla="*/ 4483990 w 4572002"/>
                  <a:gd name="connsiteY443" fmla="*/ 5393005 h 6858002"/>
                  <a:gd name="connsiteX444" fmla="*/ 4479607 w 4572002"/>
                  <a:gd name="connsiteY444" fmla="*/ 5419295 h 6858002"/>
                  <a:gd name="connsiteX445" fmla="*/ 4477894 w 4572002"/>
                  <a:gd name="connsiteY445" fmla="*/ 5501594 h 6858002"/>
                  <a:gd name="connsiteX446" fmla="*/ 4476560 w 4572002"/>
                  <a:gd name="connsiteY446" fmla="*/ 5548460 h 6858002"/>
                  <a:gd name="connsiteX447" fmla="*/ 4485703 w 4572002"/>
                  <a:gd name="connsiteY447" fmla="*/ 5606372 h 6858002"/>
                  <a:gd name="connsiteX448" fmla="*/ 4505134 w 4572002"/>
                  <a:gd name="connsiteY448" fmla="*/ 5706959 h 6858002"/>
                  <a:gd name="connsiteX449" fmla="*/ 4508183 w 4572002"/>
                  <a:gd name="connsiteY449" fmla="*/ 5733440 h 6858002"/>
                  <a:gd name="connsiteX450" fmla="*/ 4517519 w 4572002"/>
                  <a:gd name="connsiteY450" fmla="*/ 5781830 h 6858002"/>
                  <a:gd name="connsiteX451" fmla="*/ 4519234 w 4572002"/>
                  <a:gd name="connsiteY451" fmla="*/ 5790592 h 6858002"/>
                  <a:gd name="connsiteX452" fmla="*/ 4542855 w 4572002"/>
                  <a:gd name="connsiteY452" fmla="*/ 5864318 h 6858002"/>
                  <a:gd name="connsiteX453" fmla="*/ 4544759 w 4572002"/>
                  <a:gd name="connsiteY453" fmla="*/ 5902610 h 6858002"/>
                  <a:gd name="connsiteX454" fmla="*/ 4544951 w 4572002"/>
                  <a:gd name="connsiteY454" fmla="*/ 6012723 h 6858002"/>
                  <a:gd name="connsiteX455" fmla="*/ 4541332 w 4572002"/>
                  <a:gd name="connsiteY455" fmla="*/ 6059397 h 6858002"/>
                  <a:gd name="connsiteX456" fmla="*/ 4527426 w 4572002"/>
                  <a:gd name="connsiteY456" fmla="*/ 6171605 h 6858002"/>
                  <a:gd name="connsiteX457" fmla="*/ 4520568 w 4572002"/>
                  <a:gd name="connsiteY457" fmla="*/ 6242093 h 6858002"/>
                  <a:gd name="connsiteX458" fmla="*/ 4509706 w 4572002"/>
                  <a:gd name="connsiteY458" fmla="*/ 6323058 h 6858002"/>
                  <a:gd name="connsiteX459" fmla="*/ 4502848 w 4572002"/>
                  <a:gd name="connsiteY459" fmla="*/ 6415833 h 6858002"/>
                  <a:gd name="connsiteX460" fmla="*/ 4482084 w 4572002"/>
                  <a:gd name="connsiteY460" fmla="*/ 6584812 h 6858002"/>
                  <a:gd name="connsiteX461" fmla="*/ 4460557 w 4572002"/>
                  <a:gd name="connsiteY461" fmla="*/ 6748458 h 6858002"/>
                  <a:gd name="connsiteX462" fmla="*/ 4441507 w 4572002"/>
                  <a:gd name="connsiteY462" fmla="*/ 6815516 h 6858002"/>
                  <a:gd name="connsiteX463" fmla="*/ 4431806 w 4572002"/>
                  <a:gd name="connsiteY463" fmla="*/ 6858001 h 6858002"/>
                  <a:gd name="connsiteX464" fmla="*/ 4259554 w 4572002"/>
                  <a:gd name="connsiteY464" fmla="*/ 6858001 h 6858002"/>
                  <a:gd name="connsiteX465" fmla="*/ 4259554 w 4572002"/>
                  <a:gd name="connsiteY465" fmla="*/ 6858002 h 6858002"/>
                  <a:gd name="connsiteX466" fmla="*/ 0 w 4572002"/>
                  <a:gd name="connsiteY466" fmla="*/ 6858002 h 6858002"/>
                  <a:gd name="connsiteX467" fmla="*/ 0 w 4572002"/>
                  <a:gd name="connsiteY467" fmla="*/ 2 h 6858002"/>
                  <a:gd name="connsiteX468" fmla="*/ 3766492 w 4572002"/>
                  <a:gd name="connsiteY468" fmla="*/ 1 h 6858002"/>
                  <a:gd name="connsiteX469" fmla="*/ 3769210 w 4572002"/>
                  <a:gd name="connsiteY469" fmla="*/ 21486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Lst>
                <a:rect l="l" t="t" r="r" b="b"/>
                <a:pathLst>
                  <a:path w="4572002" h="6858002">
                    <a:moveTo>
                      <a:pt x="4214994" y="6564620"/>
                    </a:moveTo>
                    <a:lnTo>
                      <a:pt x="4214994" y="6564621"/>
                    </a:lnTo>
                    <a:cubicBezTo>
                      <a:pt x="4225281" y="6575479"/>
                      <a:pt x="4231378" y="6582147"/>
                      <a:pt x="4237474" y="6588626"/>
                    </a:cubicBezTo>
                    <a:lnTo>
                      <a:pt x="4254096" y="6625225"/>
                    </a:lnTo>
                    <a:lnTo>
                      <a:pt x="4247001" y="6662540"/>
                    </a:lnTo>
                    <a:lnTo>
                      <a:pt x="4247000" y="6662541"/>
                    </a:lnTo>
                    <a:lnTo>
                      <a:pt x="4246999" y="6662544"/>
                    </a:lnTo>
                    <a:lnTo>
                      <a:pt x="4235550" y="6683027"/>
                    </a:lnTo>
                    <a:lnTo>
                      <a:pt x="4232403" y="6702976"/>
                    </a:lnTo>
                    <a:lnTo>
                      <a:pt x="4232403" y="6702977"/>
                    </a:lnTo>
                    <a:cubicBezTo>
                      <a:pt x="4232808" y="6716169"/>
                      <a:pt x="4237951" y="6729219"/>
                      <a:pt x="4246238" y="6742553"/>
                    </a:cubicBezTo>
                    <a:lnTo>
                      <a:pt x="4246239" y="6742555"/>
                    </a:lnTo>
                    <a:lnTo>
                      <a:pt x="4265716" y="6812062"/>
                    </a:lnTo>
                    <a:lnTo>
                      <a:pt x="4265717" y="6812064"/>
                    </a:lnTo>
                    <a:lnTo>
                      <a:pt x="4265717" y="6812063"/>
                    </a:lnTo>
                    <a:lnTo>
                      <a:pt x="4265716" y="6812062"/>
                    </a:lnTo>
                    <a:lnTo>
                      <a:pt x="4260942" y="6776800"/>
                    </a:lnTo>
                    <a:lnTo>
                      <a:pt x="4246239" y="6742555"/>
                    </a:lnTo>
                    <a:lnTo>
                      <a:pt x="4246238" y="6742552"/>
                    </a:lnTo>
                    <a:lnTo>
                      <a:pt x="4232403" y="6702976"/>
                    </a:lnTo>
                    <a:lnTo>
                      <a:pt x="4246999" y="6662544"/>
                    </a:lnTo>
                    <a:lnTo>
                      <a:pt x="4247000" y="6662542"/>
                    </a:lnTo>
                    <a:lnTo>
                      <a:pt x="4247001" y="6662540"/>
                    </a:lnTo>
                    <a:lnTo>
                      <a:pt x="4254084" y="6645552"/>
                    </a:lnTo>
                    <a:lnTo>
                      <a:pt x="4254096" y="6625225"/>
                    </a:lnTo>
                    <a:lnTo>
                      <a:pt x="4254096" y="6625224"/>
                    </a:lnTo>
                    <a:cubicBezTo>
                      <a:pt x="4252000" y="6611341"/>
                      <a:pt x="4245951" y="6597578"/>
                      <a:pt x="4237474" y="6588625"/>
                    </a:cubicBezTo>
                    <a:close/>
                    <a:moveTo>
                      <a:pt x="4295315" y="6438981"/>
                    </a:moveTo>
                    <a:lnTo>
                      <a:pt x="4275385" y="6463840"/>
                    </a:lnTo>
                    <a:lnTo>
                      <a:pt x="4275382" y="6463849"/>
                    </a:lnTo>
                    <a:lnTo>
                      <a:pt x="4261587" y="6513012"/>
                    </a:lnTo>
                    <a:lnTo>
                      <a:pt x="4242781" y="6546194"/>
                    </a:lnTo>
                    <a:lnTo>
                      <a:pt x="4242781" y="6546195"/>
                    </a:lnTo>
                    <a:lnTo>
                      <a:pt x="4259120" y="6521804"/>
                    </a:lnTo>
                    <a:lnTo>
                      <a:pt x="4261587" y="6513012"/>
                    </a:lnTo>
                    <a:lnTo>
                      <a:pt x="4264398" y="6508052"/>
                    </a:lnTo>
                    <a:lnTo>
                      <a:pt x="4275382" y="6463849"/>
                    </a:lnTo>
                    <a:lnTo>
                      <a:pt x="4275385" y="6463841"/>
                    </a:lnTo>
                    <a:cubicBezTo>
                      <a:pt x="4278336" y="6451650"/>
                      <a:pt x="4285813" y="6444077"/>
                      <a:pt x="4295315" y="6438981"/>
                    </a:cubicBezTo>
                    <a:close/>
                    <a:moveTo>
                      <a:pt x="4381289" y="6365204"/>
                    </a:moveTo>
                    <a:lnTo>
                      <a:pt x="4380008" y="6387910"/>
                    </a:lnTo>
                    <a:lnTo>
                      <a:pt x="4378243" y="6391549"/>
                    </a:lnTo>
                    <a:lnTo>
                      <a:pt x="4370589" y="6407332"/>
                    </a:lnTo>
                    <a:lnTo>
                      <a:pt x="4370589" y="6407333"/>
                    </a:lnTo>
                    <a:lnTo>
                      <a:pt x="4378243" y="6391549"/>
                    </a:lnTo>
                    <a:lnTo>
                      <a:pt x="4380008" y="6387910"/>
                    </a:lnTo>
                    <a:close/>
                    <a:moveTo>
                      <a:pt x="4142220" y="4221391"/>
                    </a:moveTo>
                    <a:lnTo>
                      <a:pt x="4142220" y="4221392"/>
                    </a:lnTo>
                    <a:cubicBezTo>
                      <a:pt x="4142982" y="4232061"/>
                      <a:pt x="4143172" y="4243873"/>
                      <a:pt x="4147936" y="4253015"/>
                    </a:cubicBezTo>
                    <a:cubicBezTo>
                      <a:pt x="4160129" y="4277402"/>
                      <a:pt x="4175749" y="4300071"/>
                      <a:pt x="4187752" y="4324646"/>
                    </a:cubicBezTo>
                    <a:lnTo>
                      <a:pt x="4196706" y="4363891"/>
                    </a:lnTo>
                    <a:lnTo>
                      <a:pt x="4195944" y="4482004"/>
                    </a:lnTo>
                    <a:cubicBezTo>
                      <a:pt x="4193276" y="4546776"/>
                      <a:pt x="4192704" y="4612500"/>
                      <a:pt x="4135934" y="4659174"/>
                    </a:cubicBezTo>
                    <a:cubicBezTo>
                      <a:pt x="4131362" y="4662986"/>
                      <a:pt x="4128694" y="4671176"/>
                      <a:pt x="4127932" y="4677655"/>
                    </a:cubicBezTo>
                    <a:cubicBezTo>
                      <a:pt x="4124313" y="4707564"/>
                      <a:pt x="4123931" y="4738235"/>
                      <a:pt x="4118025" y="4767764"/>
                    </a:cubicBezTo>
                    <a:cubicBezTo>
                      <a:pt x="4115644" y="4779575"/>
                      <a:pt x="4114835" y="4790387"/>
                      <a:pt x="4116716" y="4800483"/>
                    </a:cubicBezTo>
                    <a:lnTo>
                      <a:pt x="4116716" y="4800484"/>
                    </a:lnTo>
                    <a:cubicBezTo>
                      <a:pt x="4118597" y="4810581"/>
                      <a:pt x="4123170" y="4819964"/>
                      <a:pt x="4131552" y="4828917"/>
                    </a:cubicBezTo>
                    <a:lnTo>
                      <a:pt x="4153733" y="4863343"/>
                    </a:lnTo>
                    <a:lnTo>
                      <a:pt x="4161262" y="4889275"/>
                    </a:lnTo>
                    <a:lnTo>
                      <a:pt x="4159557" y="4912168"/>
                    </a:lnTo>
                    <a:cubicBezTo>
                      <a:pt x="4157842" y="4919978"/>
                      <a:pt x="4157485" y="4927122"/>
                      <a:pt x="4158155" y="4933804"/>
                    </a:cubicBezTo>
                    <a:lnTo>
                      <a:pt x="4158155" y="4933805"/>
                    </a:lnTo>
                    <a:lnTo>
                      <a:pt x="4162914" y="4952673"/>
                    </a:lnTo>
                    <a:lnTo>
                      <a:pt x="4165707" y="4957454"/>
                    </a:lnTo>
                    <a:lnTo>
                      <a:pt x="4166985" y="4961456"/>
                    </a:lnTo>
                    <a:cubicBezTo>
                      <a:pt x="4171496" y="4970097"/>
                      <a:pt x="4177202" y="4978394"/>
                      <a:pt x="4182989" y="4987038"/>
                    </a:cubicBezTo>
                    <a:cubicBezTo>
                      <a:pt x="4194228" y="5003802"/>
                      <a:pt x="4208326" y="5022853"/>
                      <a:pt x="4209468" y="5041522"/>
                    </a:cubicBezTo>
                    <a:cubicBezTo>
                      <a:pt x="4210087" y="5052096"/>
                      <a:pt x="4213005" y="5062300"/>
                      <a:pt x="4216684" y="5072376"/>
                    </a:cubicBezTo>
                    <a:lnTo>
                      <a:pt x="4222587" y="5087441"/>
                    </a:lnTo>
                    <a:lnTo>
                      <a:pt x="4235615" y="5133220"/>
                    </a:lnTo>
                    <a:lnTo>
                      <a:pt x="4235616" y="5133225"/>
                    </a:lnTo>
                    <a:lnTo>
                      <a:pt x="4228901" y="5166113"/>
                    </a:lnTo>
                    <a:lnTo>
                      <a:pt x="4228901" y="5166114"/>
                    </a:lnTo>
                    <a:cubicBezTo>
                      <a:pt x="4228139" y="5167638"/>
                      <a:pt x="4228712" y="5169781"/>
                      <a:pt x="4229593" y="5172091"/>
                    </a:cubicBezTo>
                    <a:lnTo>
                      <a:pt x="4232139" y="5179068"/>
                    </a:lnTo>
                    <a:cubicBezTo>
                      <a:pt x="4235759" y="5196595"/>
                      <a:pt x="4235807" y="5213598"/>
                      <a:pt x="4231973" y="5229434"/>
                    </a:cubicBezTo>
                    <a:lnTo>
                      <a:pt x="4225669" y="5241089"/>
                    </a:lnTo>
                    <a:lnTo>
                      <a:pt x="4208517" y="5272796"/>
                    </a:lnTo>
                    <a:cubicBezTo>
                      <a:pt x="4196871" y="5285441"/>
                      <a:pt x="4189165" y="5298595"/>
                      <a:pt x="4184613" y="5312288"/>
                    </a:cubicBezTo>
                    <a:lnTo>
                      <a:pt x="4183557" y="5321350"/>
                    </a:lnTo>
                    <a:lnTo>
                      <a:pt x="4181083" y="5326163"/>
                    </a:lnTo>
                    <a:lnTo>
                      <a:pt x="4179637" y="5355014"/>
                    </a:lnTo>
                    <a:lnTo>
                      <a:pt x="4179637" y="5355015"/>
                    </a:lnTo>
                    <a:cubicBezTo>
                      <a:pt x="4180286" y="5364883"/>
                      <a:pt x="4181989" y="5375003"/>
                      <a:pt x="4184513" y="5385385"/>
                    </a:cubicBezTo>
                    <a:cubicBezTo>
                      <a:pt x="4187752" y="5398722"/>
                      <a:pt x="4190038" y="5412058"/>
                      <a:pt x="4192704" y="5425583"/>
                    </a:cubicBezTo>
                    <a:cubicBezTo>
                      <a:pt x="4196514" y="5443871"/>
                      <a:pt x="4200516" y="5462352"/>
                      <a:pt x="4204327" y="5480638"/>
                    </a:cubicBezTo>
                    <a:lnTo>
                      <a:pt x="4208850" y="5507668"/>
                    </a:lnTo>
                    <a:lnTo>
                      <a:pt x="4198232" y="5531692"/>
                    </a:lnTo>
                    <a:lnTo>
                      <a:pt x="4198231" y="5531693"/>
                    </a:lnTo>
                    <a:cubicBezTo>
                      <a:pt x="4191181" y="5537600"/>
                      <a:pt x="4187989" y="5542649"/>
                      <a:pt x="4188085" y="5547578"/>
                    </a:cubicBezTo>
                    <a:lnTo>
                      <a:pt x="4188085" y="5547579"/>
                    </a:lnTo>
                    <a:cubicBezTo>
                      <a:pt x="4188180" y="5552508"/>
                      <a:pt x="4191562" y="5557318"/>
                      <a:pt x="4197659" y="5562747"/>
                    </a:cubicBezTo>
                    <a:cubicBezTo>
                      <a:pt x="4240332" y="5600468"/>
                      <a:pt x="4267003" y="5646190"/>
                      <a:pt x="4268907" y="5704484"/>
                    </a:cubicBezTo>
                    <a:cubicBezTo>
                      <a:pt x="4269289" y="5716486"/>
                      <a:pt x="4271954" y="5728679"/>
                      <a:pt x="4274812" y="5740489"/>
                    </a:cubicBezTo>
                    <a:cubicBezTo>
                      <a:pt x="4276527" y="5747729"/>
                      <a:pt x="4278433" y="5756494"/>
                      <a:pt x="4283578" y="5760874"/>
                    </a:cubicBezTo>
                    <a:cubicBezTo>
                      <a:pt x="4322821" y="5794975"/>
                      <a:pt x="4350063" y="5837458"/>
                      <a:pt x="4371973" y="5883752"/>
                    </a:cubicBezTo>
                    <a:lnTo>
                      <a:pt x="4371974" y="5883757"/>
                    </a:lnTo>
                    <a:lnTo>
                      <a:pt x="4389877" y="5935946"/>
                    </a:lnTo>
                    <a:lnTo>
                      <a:pt x="4389878" y="5935950"/>
                    </a:lnTo>
                    <a:lnTo>
                      <a:pt x="4386259" y="5993290"/>
                    </a:lnTo>
                    <a:lnTo>
                      <a:pt x="4386259" y="5993291"/>
                    </a:lnTo>
                    <a:cubicBezTo>
                      <a:pt x="4385116" y="6004531"/>
                      <a:pt x="4385306" y="6017485"/>
                      <a:pt x="4379782" y="6026440"/>
                    </a:cubicBezTo>
                    <a:cubicBezTo>
                      <a:pt x="4362445" y="6054825"/>
                      <a:pt x="4343778" y="6082258"/>
                      <a:pt x="4323583" y="6108738"/>
                    </a:cubicBezTo>
                    <a:cubicBezTo>
                      <a:pt x="4314914" y="6120074"/>
                      <a:pt x="4309961" y="6126884"/>
                      <a:pt x="4309890" y="6133314"/>
                    </a:cubicBezTo>
                    <a:lnTo>
                      <a:pt x="4309890" y="6133315"/>
                    </a:lnTo>
                    <a:lnTo>
                      <a:pt x="4313591" y="6143190"/>
                    </a:lnTo>
                    <a:lnTo>
                      <a:pt x="4325486" y="6155600"/>
                    </a:lnTo>
                    <a:lnTo>
                      <a:pt x="4325488" y="6155603"/>
                    </a:lnTo>
                    <a:cubicBezTo>
                      <a:pt x="4347778" y="6175798"/>
                      <a:pt x="4359398" y="6200945"/>
                      <a:pt x="4364160" y="6228757"/>
                    </a:cubicBezTo>
                    <a:lnTo>
                      <a:pt x="4381497" y="6361540"/>
                    </a:lnTo>
                    <a:lnTo>
                      <a:pt x="4381497" y="6361539"/>
                    </a:lnTo>
                    <a:cubicBezTo>
                      <a:pt x="4377877" y="6317151"/>
                      <a:pt x="4371590" y="6272764"/>
                      <a:pt x="4364160" y="6228756"/>
                    </a:cubicBezTo>
                    <a:cubicBezTo>
                      <a:pt x="4359398" y="6200944"/>
                      <a:pt x="4347778" y="6175797"/>
                      <a:pt x="4325488" y="6155602"/>
                    </a:cubicBezTo>
                    <a:lnTo>
                      <a:pt x="4325486" y="6155600"/>
                    </a:lnTo>
                    <a:lnTo>
                      <a:pt x="4309890" y="6133315"/>
                    </a:lnTo>
                    <a:lnTo>
                      <a:pt x="4323583" y="6108739"/>
                    </a:lnTo>
                    <a:cubicBezTo>
                      <a:pt x="4343778" y="6082259"/>
                      <a:pt x="4362445" y="6054826"/>
                      <a:pt x="4379782" y="6026441"/>
                    </a:cubicBezTo>
                    <a:cubicBezTo>
                      <a:pt x="4385306" y="6017486"/>
                      <a:pt x="4385116" y="6004532"/>
                      <a:pt x="4386259" y="5993292"/>
                    </a:cubicBezTo>
                    <a:lnTo>
                      <a:pt x="4386259" y="5993290"/>
                    </a:lnTo>
                    <a:lnTo>
                      <a:pt x="4389712" y="5964477"/>
                    </a:lnTo>
                    <a:lnTo>
                      <a:pt x="4389878" y="5935950"/>
                    </a:lnTo>
                    <a:lnTo>
                      <a:pt x="4389878" y="5935949"/>
                    </a:lnTo>
                    <a:lnTo>
                      <a:pt x="4389877" y="5935946"/>
                    </a:lnTo>
                    <a:lnTo>
                      <a:pt x="4382997" y="5909351"/>
                    </a:lnTo>
                    <a:lnTo>
                      <a:pt x="4371974" y="5883757"/>
                    </a:lnTo>
                    <a:lnTo>
                      <a:pt x="4371973" y="5883751"/>
                    </a:lnTo>
                    <a:cubicBezTo>
                      <a:pt x="4350063" y="5837457"/>
                      <a:pt x="4322821" y="5794974"/>
                      <a:pt x="4283578" y="5760873"/>
                    </a:cubicBezTo>
                    <a:cubicBezTo>
                      <a:pt x="4278433" y="5756493"/>
                      <a:pt x="4276527" y="5747728"/>
                      <a:pt x="4274812" y="5740488"/>
                    </a:cubicBezTo>
                    <a:cubicBezTo>
                      <a:pt x="4271954" y="5728678"/>
                      <a:pt x="4269289" y="5716485"/>
                      <a:pt x="4268907" y="5704483"/>
                    </a:cubicBezTo>
                    <a:cubicBezTo>
                      <a:pt x="4267003" y="5646189"/>
                      <a:pt x="4240332" y="5600467"/>
                      <a:pt x="4197659" y="5562746"/>
                    </a:cubicBezTo>
                    <a:lnTo>
                      <a:pt x="4188085" y="5547578"/>
                    </a:lnTo>
                    <a:lnTo>
                      <a:pt x="4198231" y="5531694"/>
                    </a:lnTo>
                    <a:lnTo>
                      <a:pt x="4198232" y="5531692"/>
                    </a:lnTo>
                    <a:lnTo>
                      <a:pt x="4206630" y="5520422"/>
                    </a:lnTo>
                    <a:lnTo>
                      <a:pt x="4208850" y="5507668"/>
                    </a:lnTo>
                    <a:lnTo>
                      <a:pt x="4208850" y="5507667"/>
                    </a:lnTo>
                    <a:cubicBezTo>
                      <a:pt x="4208803" y="5498832"/>
                      <a:pt x="4206231" y="5489497"/>
                      <a:pt x="4204327" y="5480637"/>
                    </a:cubicBezTo>
                    <a:cubicBezTo>
                      <a:pt x="4200516" y="5462351"/>
                      <a:pt x="4196514" y="5443870"/>
                      <a:pt x="4192704" y="5425582"/>
                    </a:cubicBezTo>
                    <a:cubicBezTo>
                      <a:pt x="4190038" y="5412057"/>
                      <a:pt x="4187752" y="5398721"/>
                      <a:pt x="4184513" y="5385384"/>
                    </a:cubicBezTo>
                    <a:lnTo>
                      <a:pt x="4179637" y="5355014"/>
                    </a:lnTo>
                    <a:lnTo>
                      <a:pt x="4183557" y="5321350"/>
                    </a:lnTo>
                    <a:lnTo>
                      <a:pt x="4208517" y="5272797"/>
                    </a:lnTo>
                    <a:lnTo>
                      <a:pt x="4225669" y="5241089"/>
                    </a:lnTo>
                    <a:lnTo>
                      <a:pt x="4231973" y="5229433"/>
                    </a:lnTo>
                    <a:lnTo>
                      <a:pt x="4232139" y="5179068"/>
                    </a:lnTo>
                    <a:lnTo>
                      <a:pt x="4232139" y="5179067"/>
                    </a:lnTo>
                    <a:cubicBezTo>
                      <a:pt x="4231663" y="5176876"/>
                      <a:pt x="4230473" y="5174400"/>
                      <a:pt x="4229593" y="5172090"/>
                    </a:cubicBezTo>
                    <a:lnTo>
                      <a:pt x="4228901" y="5166114"/>
                    </a:lnTo>
                    <a:lnTo>
                      <a:pt x="4235616" y="5133225"/>
                    </a:lnTo>
                    <a:lnTo>
                      <a:pt x="4235616" y="5133224"/>
                    </a:lnTo>
                    <a:lnTo>
                      <a:pt x="4235615" y="5133220"/>
                    </a:lnTo>
                    <a:lnTo>
                      <a:pt x="4228473" y="5102461"/>
                    </a:lnTo>
                    <a:lnTo>
                      <a:pt x="4222587" y="5087441"/>
                    </a:lnTo>
                    <a:lnTo>
                      <a:pt x="4222582" y="5087423"/>
                    </a:lnTo>
                    <a:cubicBezTo>
                      <a:pt x="4216496" y="5072411"/>
                      <a:pt x="4210397" y="5057381"/>
                      <a:pt x="4209468" y="5041521"/>
                    </a:cubicBezTo>
                    <a:cubicBezTo>
                      <a:pt x="4208326" y="5022852"/>
                      <a:pt x="4194228" y="5003801"/>
                      <a:pt x="4182989" y="4987037"/>
                    </a:cubicBezTo>
                    <a:lnTo>
                      <a:pt x="4165707" y="4957454"/>
                    </a:lnTo>
                    <a:lnTo>
                      <a:pt x="4158155" y="4933805"/>
                    </a:lnTo>
                    <a:lnTo>
                      <a:pt x="4159557" y="4912169"/>
                    </a:lnTo>
                    <a:cubicBezTo>
                      <a:pt x="4161319" y="4904358"/>
                      <a:pt x="4161831" y="4896714"/>
                      <a:pt x="4161262" y="4889276"/>
                    </a:cubicBezTo>
                    <a:lnTo>
                      <a:pt x="4161262" y="4889275"/>
                    </a:lnTo>
                    <a:lnTo>
                      <a:pt x="4156484" y="4867614"/>
                    </a:lnTo>
                    <a:lnTo>
                      <a:pt x="4153733" y="4863343"/>
                    </a:lnTo>
                    <a:lnTo>
                      <a:pt x="4151983" y="4857317"/>
                    </a:lnTo>
                    <a:cubicBezTo>
                      <a:pt x="4146840" y="4847214"/>
                      <a:pt x="4139839" y="4837703"/>
                      <a:pt x="4131552" y="4828916"/>
                    </a:cubicBezTo>
                    <a:lnTo>
                      <a:pt x="4116716" y="4800483"/>
                    </a:lnTo>
                    <a:lnTo>
                      <a:pt x="4118025" y="4767765"/>
                    </a:lnTo>
                    <a:cubicBezTo>
                      <a:pt x="4123931" y="4738236"/>
                      <a:pt x="4124313" y="4707565"/>
                      <a:pt x="4127932" y="4677656"/>
                    </a:cubicBezTo>
                    <a:cubicBezTo>
                      <a:pt x="4128694" y="4671177"/>
                      <a:pt x="4131362" y="4662987"/>
                      <a:pt x="4135934" y="4659175"/>
                    </a:cubicBezTo>
                    <a:cubicBezTo>
                      <a:pt x="4192704" y="4612501"/>
                      <a:pt x="4193276" y="4546777"/>
                      <a:pt x="4195944" y="4482005"/>
                    </a:cubicBezTo>
                    <a:cubicBezTo>
                      <a:pt x="4197659" y="4442762"/>
                      <a:pt x="4197659" y="4403326"/>
                      <a:pt x="4196706" y="4363891"/>
                    </a:cubicBezTo>
                    <a:lnTo>
                      <a:pt x="4196706" y="4363890"/>
                    </a:lnTo>
                    <a:cubicBezTo>
                      <a:pt x="4196514" y="4350554"/>
                      <a:pt x="4193466" y="4336457"/>
                      <a:pt x="4187752" y="4324645"/>
                    </a:cubicBezTo>
                    <a:cubicBezTo>
                      <a:pt x="4175749" y="4300070"/>
                      <a:pt x="4160129" y="4277401"/>
                      <a:pt x="4147936" y="4253014"/>
                    </a:cubicBezTo>
                    <a:close/>
                    <a:moveTo>
                      <a:pt x="4211111" y="2836172"/>
                    </a:moveTo>
                    <a:lnTo>
                      <a:pt x="4202421" y="2848793"/>
                    </a:lnTo>
                    <a:cubicBezTo>
                      <a:pt x="4197421" y="2865010"/>
                      <a:pt x="4191562" y="2881307"/>
                      <a:pt x="4186816" y="2897785"/>
                    </a:cubicBezTo>
                    <a:lnTo>
                      <a:pt x="4185787" y="2903551"/>
                    </a:lnTo>
                    <a:lnTo>
                      <a:pt x="4182513" y="2914328"/>
                    </a:lnTo>
                    <a:lnTo>
                      <a:pt x="4177882" y="2947858"/>
                    </a:lnTo>
                    <a:lnTo>
                      <a:pt x="4177881" y="2947862"/>
                    </a:lnTo>
                    <a:lnTo>
                      <a:pt x="4177881" y="2947863"/>
                    </a:lnTo>
                    <a:cubicBezTo>
                      <a:pt x="4177512" y="2959157"/>
                      <a:pt x="4178512" y="2970576"/>
                      <a:pt x="4181465" y="2982149"/>
                    </a:cubicBezTo>
                    <a:lnTo>
                      <a:pt x="4193158" y="3077402"/>
                    </a:lnTo>
                    <a:lnTo>
                      <a:pt x="4180703" y="3172654"/>
                    </a:lnTo>
                    <a:cubicBezTo>
                      <a:pt x="4154794" y="3276480"/>
                      <a:pt x="4127362" y="3380305"/>
                      <a:pt x="4133076" y="3489467"/>
                    </a:cubicBezTo>
                    <a:cubicBezTo>
                      <a:pt x="4134028" y="3507563"/>
                      <a:pt x="4122407" y="3529090"/>
                      <a:pt x="4110977" y="3544713"/>
                    </a:cubicBezTo>
                    <a:cubicBezTo>
                      <a:pt x="4100119" y="3559668"/>
                      <a:pt x="4094260" y="3566812"/>
                      <a:pt x="4093355" y="3574408"/>
                    </a:cubicBezTo>
                    <a:lnTo>
                      <a:pt x="4093355" y="3574409"/>
                    </a:lnTo>
                    <a:cubicBezTo>
                      <a:pt x="4092450" y="3582005"/>
                      <a:pt x="4096499" y="3590054"/>
                      <a:pt x="4105453" y="3606818"/>
                    </a:cubicBezTo>
                    <a:cubicBezTo>
                      <a:pt x="4109835" y="3614820"/>
                      <a:pt x="4112501" y="3624726"/>
                      <a:pt x="4118979" y="3630633"/>
                    </a:cubicBezTo>
                    <a:lnTo>
                      <a:pt x="4136708" y="3654416"/>
                    </a:lnTo>
                    <a:lnTo>
                      <a:pt x="4140382" y="3668940"/>
                    </a:lnTo>
                    <a:lnTo>
                      <a:pt x="4143220" y="3680164"/>
                    </a:lnTo>
                    <a:lnTo>
                      <a:pt x="4139172" y="3734837"/>
                    </a:lnTo>
                    <a:lnTo>
                      <a:pt x="4139172" y="3734838"/>
                    </a:lnTo>
                    <a:cubicBezTo>
                      <a:pt x="4138220" y="3741316"/>
                      <a:pt x="4136886" y="3749126"/>
                      <a:pt x="4139554" y="3754653"/>
                    </a:cubicBezTo>
                    <a:lnTo>
                      <a:pt x="4145911" y="3789776"/>
                    </a:lnTo>
                    <a:lnTo>
                      <a:pt x="4130980" y="3822472"/>
                    </a:lnTo>
                    <a:cubicBezTo>
                      <a:pt x="4123932" y="3831902"/>
                      <a:pt x="4118312" y="3842046"/>
                      <a:pt x="4116645" y="3852619"/>
                    </a:cubicBezTo>
                    <a:lnTo>
                      <a:pt x="4116645" y="3852620"/>
                    </a:lnTo>
                    <a:lnTo>
                      <a:pt x="4117425" y="3868764"/>
                    </a:lnTo>
                    <a:lnTo>
                      <a:pt x="4126028" y="3885337"/>
                    </a:lnTo>
                    <a:lnTo>
                      <a:pt x="4126028" y="3885339"/>
                    </a:lnTo>
                    <a:cubicBezTo>
                      <a:pt x="4135744" y="3897722"/>
                      <a:pt x="4143150" y="3910319"/>
                      <a:pt x="4148409" y="3923125"/>
                    </a:cubicBezTo>
                    <a:lnTo>
                      <a:pt x="4157913" y="3962160"/>
                    </a:lnTo>
                    <a:lnTo>
                      <a:pt x="4142221" y="4043838"/>
                    </a:lnTo>
                    <a:lnTo>
                      <a:pt x="4142220" y="4043839"/>
                    </a:lnTo>
                    <a:cubicBezTo>
                      <a:pt x="4133457" y="4063842"/>
                      <a:pt x="4128075" y="4083702"/>
                      <a:pt x="4127099" y="4103825"/>
                    </a:cubicBezTo>
                    <a:lnTo>
                      <a:pt x="4127099" y="4103826"/>
                    </a:lnTo>
                    <a:lnTo>
                      <a:pt x="4129066" y="4134256"/>
                    </a:lnTo>
                    <a:lnTo>
                      <a:pt x="4138410" y="4165382"/>
                    </a:lnTo>
                    <a:lnTo>
                      <a:pt x="4138410" y="4165384"/>
                    </a:lnTo>
                    <a:lnTo>
                      <a:pt x="4142315" y="4192388"/>
                    </a:lnTo>
                    <a:lnTo>
                      <a:pt x="4142315" y="4192387"/>
                    </a:lnTo>
                    <a:cubicBezTo>
                      <a:pt x="4142411" y="4182767"/>
                      <a:pt x="4141839" y="4173480"/>
                      <a:pt x="4138410" y="4165383"/>
                    </a:cubicBezTo>
                    <a:lnTo>
                      <a:pt x="4138410" y="4165382"/>
                    </a:lnTo>
                    <a:lnTo>
                      <a:pt x="4127099" y="4103826"/>
                    </a:lnTo>
                    <a:lnTo>
                      <a:pt x="4142220" y="4043840"/>
                    </a:lnTo>
                    <a:lnTo>
                      <a:pt x="4142221" y="4043838"/>
                    </a:lnTo>
                    <a:lnTo>
                      <a:pt x="4155523" y="4002410"/>
                    </a:lnTo>
                    <a:lnTo>
                      <a:pt x="4157913" y="3962160"/>
                    </a:lnTo>
                    <a:lnTo>
                      <a:pt x="4157913" y="3962159"/>
                    </a:lnTo>
                    <a:cubicBezTo>
                      <a:pt x="4155651" y="3935727"/>
                      <a:pt x="4145460" y="3910104"/>
                      <a:pt x="4126028" y="3885338"/>
                    </a:cubicBezTo>
                    <a:lnTo>
                      <a:pt x="4126028" y="3885337"/>
                    </a:lnTo>
                    <a:lnTo>
                      <a:pt x="4116645" y="3852620"/>
                    </a:lnTo>
                    <a:lnTo>
                      <a:pt x="4130980" y="3822473"/>
                    </a:lnTo>
                    <a:cubicBezTo>
                      <a:pt x="4139172" y="3811614"/>
                      <a:pt x="4144316" y="3800897"/>
                      <a:pt x="4145911" y="3789777"/>
                    </a:cubicBezTo>
                    <a:lnTo>
                      <a:pt x="4145911" y="3789776"/>
                    </a:lnTo>
                    <a:cubicBezTo>
                      <a:pt x="4147507" y="3778655"/>
                      <a:pt x="4145554" y="3767130"/>
                      <a:pt x="4139554" y="3754652"/>
                    </a:cubicBezTo>
                    <a:lnTo>
                      <a:pt x="4139172" y="3734838"/>
                    </a:lnTo>
                    <a:lnTo>
                      <a:pt x="4143220" y="3680164"/>
                    </a:lnTo>
                    <a:lnTo>
                      <a:pt x="4143220" y="3680163"/>
                    </a:lnTo>
                    <a:lnTo>
                      <a:pt x="4140382" y="3668940"/>
                    </a:lnTo>
                    <a:lnTo>
                      <a:pt x="4136708" y="3654416"/>
                    </a:lnTo>
                    <a:lnTo>
                      <a:pt x="4136708" y="3654416"/>
                    </a:lnTo>
                    <a:lnTo>
                      <a:pt x="4136708" y="3654415"/>
                    </a:lnTo>
                    <a:cubicBezTo>
                      <a:pt x="4132898" y="3646123"/>
                      <a:pt x="4127219" y="3638157"/>
                      <a:pt x="4118979" y="3630632"/>
                    </a:cubicBezTo>
                    <a:cubicBezTo>
                      <a:pt x="4112501" y="3624725"/>
                      <a:pt x="4109835" y="3614819"/>
                      <a:pt x="4105453" y="3606817"/>
                    </a:cubicBezTo>
                    <a:cubicBezTo>
                      <a:pt x="4100976" y="3598435"/>
                      <a:pt x="4097725" y="3592232"/>
                      <a:pt x="4095707" y="3587174"/>
                    </a:cubicBezTo>
                    <a:lnTo>
                      <a:pt x="4093355" y="3574408"/>
                    </a:lnTo>
                    <a:lnTo>
                      <a:pt x="4098434" y="3562321"/>
                    </a:lnTo>
                    <a:cubicBezTo>
                      <a:pt x="4101369" y="3557716"/>
                      <a:pt x="4105548" y="3552191"/>
                      <a:pt x="4110977" y="3544714"/>
                    </a:cubicBezTo>
                    <a:cubicBezTo>
                      <a:pt x="4122407" y="3529091"/>
                      <a:pt x="4134028" y="3507564"/>
                      <a:pt x="4133076" y="3489468"/>
                    </a:cubicBezTo>
                    <a:cubicBezTo>
                      <a:pt x="4127362" y="3380306"/>
                      <a:pt x="4154794" y="3276481"/>
                      <a:pt x="4180703" y="3172655"/>
                    </a:cubicBezTo>
                    <a:cubicBezTo>
                      <a:pt x="4188705" y="3140650"/>
                      <a:pt x="4192943" y="3109026"/>
                      <a:pt x="4193158" y="3077402"/>
                    </a:cubicBezTo>
                    <a:lnTo>
                      <a:pt x="4193158" y="3077401"/>
                    </a:lnTo>
                    <a:cubicBezTo>
                      <a:pt x="4193372" y="3045777"/>
                      <a:pt x="4189562" y="3014153"/>
                      <a:pt x="4181465" y="2982148"/>
                    </a:cubicBezTo>
                    <a:lnTo>
                      <a:pt x="4177881" y="2947863"/>
                    </a:lnTo>
                    <a:lnTo>
                      <a:pt x="4177882" y="2947858"/>
                    </a:lnTo>
                    <a:lnTo>
                      <a:pt x="4185787" y="2903551"/>
                    </a:lnTo>
                    <a:lnTo>
                      <a:pt x="4202421" y="2848794"/>
                    </a:lnTo>
                    <a:cubicBezTo>
                      <a:pt x="4203754" y="2844317"/>
                      <a:pt x="4207040" y="2839983"/>
                      <a:pt x="4211111" y="2836173"/>
                    </a:cubicBezTo>
                    <a:close/>
                    <a:moveTo>
                      <a:pt x="3726625" y="1508458"/>
                    </a:moveTo>
                    <a:lnTo>
                      <a:pt x="3698531" y="1596214"/>
                    </a:lnTo>
                    <a:cubicBezTo>
                      <a:pt x="3696054" y="1604979"/>
                      <a:pt x="3697579" y="1615837"/>
                      <a:pt x="3700436" y="1624981"/>
                    </a:cubicBezTo>
                    <a:cubicBezTo>
                      <a:pt x="3710152" y="1656224"/>
                      <a:pt x="3734537" y="1676037"/>
                      <a:pt x="3757017" y="1697754"/>
                    </a:cubicBezTo>
                    <a:cubicBezTo>
                      <a:pt x="3766924" y="1707280"/>
                      <a:pt x="3773972" y="1720424"/>
                      <a:pt x="3779686" y="1733189"/>
                    </a:cubicBezTo>
                    <a:cubicBezTo>
                      <a:pt x="3794357" y="1766336"/>
                      <a:pt x="3807501" y="1800247"/>
                      <a:pt x="3821407" y="1833776"/>
                    </a:cubicBezTo>
                    <a:cubicBezTo>
                      <a:pt x="3822741" y="1837014"/>
                      <a:pt x="3826170" y="1839680"/>
                      <a:pt x="3829028" y="1842159"/>
                    </a:cubicBezTo>
                    <a:cubicBezTo>
                      <a:pt x="3859129" y="1866923"/>
                      <a:pt x="3889418" y="1891498"/>
                      <a:pt x="3919519" y="1916455"/>
                    </a:cubicBezTo>
                    <a:cubicBezTo>
                      <a:pt x="3925233" y="1921217"/>
                      <a:pt x="3929425" y="1928077"/>
                      <a:pt x="3934949" y="1933220"/>
                    </a:cubicBezTo>
                    <a:cubicBezTo>
                      <a:pt x="3942569" y="1940460"/>
                      <a:pt x="3949810" y="1949604"/>
                      <a:pt x="3958954" y="1953414"/>
                    </a:cubicBezTo>
                    <a:cubicBezTo>
                      <a:pt x="3987719" y="1965225"/>
                      <a:pt x="4000103" y="1987895"/>
                      <a:pt x="4005437" y="2016470"/>
                    </a:cubicBezTo>
                    <a:cubicBezTo>
                      <a:pt x="4010390" y="2042571"/>
                      <a:pt x="4014582" y="2068670"/>
                      <a:pt x="4020296" y="2094579"/>
                    </a:cubicBezTo>
                    <a:cubicBezTo>
                      <a:pt x="4027154" y="2126202"/>
                      <a:pt x="4034584" y="2157637"/>
                      <a:pt x="4042967" y="2188880"/>
                    </a:cubicBezTo>
                    <a:cubicBezTo>
                      <a:pt x="4046587" y="2202405"/>
                      <a:pt x="4050777" y="2216693"/>
                      <a:pt x="4058207" y="2228315"/>
                    </a:cubicBezTo>
                    <a:cubicBezTo>
                      <a:pt x="4078782" y="2260891"/>
                      <a:pt x="4092688" y="2295754"/>
                      <a:pt x="4087164" y="2334045"/>
                    </a:cubicBezTo>
                    <a:cubicBezTo>
                      <a:pt x="4082782" y="2364716"/>
                      <a:pt x="4094022" y="2390435"/>
                      <a:pt x="4111549" y="2409486"/>
                    </a:cubicBezTo>
                    <a:cubicBezTo>
                      <a:pt x="4119503" y="2418155"/>
                      <a:pt x="4125016" y="2426977"/>
                      <a:pt x="4128650" y="2435913"/>
                    </a:cubicBezTo>
                    <a:lnTo>
                      <a:pt x="4134481" y="2463018"/>
                    </a:lnTo>
                    <a:lnTo>
                      <a:pt x="4125839" y="2518262"/>
                    </a:lnTo>
                    <a:lnTo>
                      <a:pt x="4125838" y="2518264"/>
                    </a:lnTo>
                    <a:cubicBezTo>
                      <a:pt x="4123171" y="2527790"/>
                      <a:pt x="4122027" y="2536457"/>
                      <a:pt x="4122194" y="2545006"/>
                    </a:cubicBezTo>
                    <a:lnTo>
                      <a:pt x="4122194" y="2545007"/>
                    </a:lnTo>
                    <a:cubicBezTo>
                      <a:pt x="4122360" y="2553556"/>
                      <a:pt x="4123837" y="2561986"/>
                      <a:pt x="4126408" y="2571035"/>
                    </a:cubicBezTo>
                    <a:cubicBezTo>
                      <a:pt x="4138410" y="2612946"/>
                      <a:pt x="4170987" y="2640951"/>
                      <a:pt x="4199563" y="2668002"/>
                    </a:cubicBezTo>
                    <a:cubicBezTo>
                      <a:pt x="4223947" y="2691055"/>
                      <a:pt x="4237663" y="2716964"/>
                      <a:pt x="4247953" y="2745349"/>
                    </a:cubicBezTo>
                    <a:lnTo>
                      <a:pt x="4247954" y="2745352"/>
                    </a:lnTo>
                    <a:lnTo>
                      <a:pt x="4253873" y="2778006"/>
                    </a:lnTo>
                    <a:lnTo>
                      <a:pt x="4253453" y="2785440"/>
                    </a:lnTo>
                    <a:lnTo>
                      <a:pt x="4243374" y="2811780"/>
                    </a:lnTo>
                    <a:lnTo>
                      <a:pt x="4243371" y="2811787"/>
                    </a:lnTo>
                    <a:lnTo>
                      <a:pt x="4243372" y="2811787"/>
                    </a:lnTo>
                    <a:lnTo>
                      <a:pt x="4243374" y="2811780"/>
                    </a:lnTo>
                    <a:lnTo>
                      <a:pt x="4253025" y="2793023"/>
                    </a:lnTo>
                    <a:lnTo>
                      <a:pt x="4253453" y="2785440"/>
                    </a:lnTo>
                    <a:lnTo>
                      <a:pt x="4254654" y="2782305"/>
                    </a:lnTo>
                    <a:lnTo>
                      <a:pt x="4253873" y="2778006"/>
                    </a:lnTo>
                    <a:lnTo>
                      <a:pt x="4254284" y="2770758"/>
                    </a:lnTo>
                    <a:lnTo>
                      <a:pt x="4247954" y="2745352"/>
                    </a:lnTo>
                    <a:lnTo>
                      <a:pt x="4247953" y="2745348"/>
                    </a:lnTo>
                    <a:cubicBezTo>
                      <a:pt x="4237663" y="2716963"/>
                      <a:pt x="4223947" y="2691054"/>
                      <a:pt x="4199563" y="2668001"/>
                    </a:cubicBezTo>
                    <a:cubicBezTo>
                      <a:pt x="4170987" y="2640950"/>
                      <a:pt x="4138410" y="2612945"/>
                      <a:pt x="4126408" y="2571034"/>
                    </a:cubicBezTo>
                    <a:lnTo>
                      <a:pt x="4122194" y="2545007"/>
                    </a:lnTo>
                    <a:lnTo>
                      <a:pt x="4125838" y="2518265"/>
                    </a:lnTo>
                    <a:lnTo>
                      <a:pt x="4125839" y="2518262"/>
                    </a:lnTo>
                    <a:lnTo>
                      <a:pt x="4132419" y="2490551"/>
                    </a:lnTo>
                    <a:lnTo>
                      <a:pt x="4134481" y="2463018"/>
                    </a:lnTo>
                    <a:lnTo>
                      <a:pt x="4134481" y="2463017"/>
                    </a:lnTo>
                    <a:cubicBezTo>
                      <a:pt x="4133600" y="2444777"/>
                      <a:pt x="4127457" y="2426822"/>
                      <a:pt x="4111549" y="2409485"/>
                    </a:cubicBezTo>
                    <a:cubicBezTo>
                      <a:pt x="4094022" y="2390434"/>
                      <a:pt x="4082782" y="2364715"/>
                      <a:pt x="4087164" y="2334044"/>
                    </a:cubicBezTo>
                    <a:cubicBezTo>
                      <a:pt x="4092688" y="2295753"/>
                      <a:pt x="4078782" y="2260890"/>
                      <a:pt x="4058207" y="2228314"/>
                    </a:cubicBezTo>
                    <a:cubicBezTo>
                      <a:pt x="4050777" y="2216692"/>
                      <a:pt x="4046587" y="2202404"/>
                      <a:pt x="4042967" y="2188879"/>
                    </a:cubicBezTo>
                    <a:cubicBezTo>
                      <a:pt x="4034584" y="2157636"/>
                      <a:pt x="4027154" y="2126201"/>
                      <a:pt x="4020296" y="2094578"/>
                    </a:cubicBezTo>
                    <a:cubicBezTo>
                      <a:pt x="4014582" y="2068669"/>
                      <a:pt x="4010390" y="2042570"/>
                      <a:pt x="4005437" y="2016469"/>
                    </a:cubicBezTo>
                    <a:cubicBezTo>
                      <a:pt x="4000103" y="1987894"/>
                      <a:pt x="3987719" y="1965224"/>
                      <a:pt x="3958954" y="1953413"/>
                    </a:cubicBezTo>
                    <a:cubicBezTo>
                      <a:pt x="3949810" y="1949603"/>
                      <a:pt x="3942569" y="1940459"/>
                      <a:pt x="3934949" y="1933219"/>
                    </a:cubicBezTo>
                    <a:cubicBezTo>
                      <a:pt x="3929425" y="1928076"/>
                      <a:pt x="3925233" y="1921216"/>
                      <a:pt x="3919519" y="1916454"/>
                    </a:cubicBezTo>
                    <a:cubicBezTo>
                      <a:pt x="3889418" y="1891497"/>
                      <a:pt x="3859129" y="1866922"/>
                      <a:pt x="3829028" y="1842158"/>
                    </a:cubicBezTo>
                    <a:cubicBezTo>
                      <a:pt x="3826170" y="1839679"/>
                      <a:pt x="3822741" y="1837013"/>
                      <a:pt x="3821407" y="1833775"/>
                    </a:cubicBezTo>
                    <a:cubicBezTo>
                      <a:pt x="3807501" y="1800246"/>
                      <a:pt x="3794358" y="1766335"/>
                      <a:pt x="3779686" y="1733188"/>
                    </a:cubicBezTo>
                    <a:cubicBezTo>
                      <a:pt x="3773972" y="1720423"/>
                      <a:pt x="3766924" y="1707279"/>
                      <a:pt x="3757018" y="1697753"/>
                    </a:cubicBezTo>
                    <a:cubicBezTo>
                      <a:pt x="3734538" y="1676036"/>
                      <a:pt x="3710152" y="1656223"/>
                      <a:pt x="3700436" y="1624980"/>
                    </a:cubicBezTo>
                    <a:cubicBezTo>
                      <a:pt x="3697580" y="1615836"/>
                      <a:pt x="3696055" y="1604978"/>
                      <a:pt x="3698532" y="1596213"/>
                    </a:cubicBezTo>
                    <a:close/>
                    <a:moveTo>
                      <a:pt x="3745230" y="1459073"/>
                    </a:moveTo>
                    <a:lnTo>
                      <a:pt x="3745229" y="1459074"/>
                    </a:lnTo>
                    <a:lnTo>
                      <a:pt x="3736012" y="1481572"/>
                    </a:lnTo>
                    <a:close/>
                    <a:moveTo>
                      <a:pt x="3764423" y="1268758"/>
                    </a:moveTo>
                    <a:cubicBezTo>
                      <a:pt x="3764875" y="1275402"/>
                      <a:pt x="3766447" y="1281689"/>
                      <a:pt x="3769590" y="1286070"/>
                    </a:cubicBezTo>
                    <a:cubicBezTo>
                      <a:pt x="3784163" y="1306930"/>
                      <a:pt x="3790403" y="1328553"/>
                      <a:pt x="3791927" y="1350628"/>
                    </a:cubicBezTo>
                    <a:lnTo>
                      <a:pt x="3786333" y="1413840"/>
                    </a:lnTo>
                    <a:lnTo>
                      <a:pt x="3791928" y="1350627"/>
                    </a:lnTo>
                    <a:cubicBezTo>
                      <a:pt x="3790403" y="1328552"/>
                      <a:pt x="3784164" y="1306930"/>
                      <a:pt x="3769590" y="1286069"/>
                    </a:cubicBezTo>
                    <a:close/>
                    <a:moveTo>
                      <a:pt x="3706152" y="773035"/>
                    </a:moveTo>
                    <a:lnTo>
                      <a:pt x="3706152" y="773036"/>
                    </a:lnTo>
                    <a:cubicBezTo>
                      <a:pt x="3708438" y="800277"/>
                      <a:pt x="3711676" y="827330"/>
                      <a:pt x="3714152" y="854380"/>
                    </a:cubicBezTo>
                    <a:cubicBezTo>
                      <a:pt x="3716438" y="878957"/>
                      <a:pt x="3717200" y="903723"/>
                      <a:pt x="3745205" y="915344"/>
                    </a:cubicBezTo>
                    <a:cubicBezTo>
                      <a:pt x="3749587" y="917060"/>
                      <a:pt x="3752825" y="922774"/>
                      <a:pt x="3755683" y="927156"/>
                    </a:cubicBezTo>
                    <a:cubicBezTo>
                      <a:pt x="3799691" y="994786"/>
                      <a:pt x="3798547" y="1030981"/>
                      <a:pt x="3752063" y="1097088"/>
                    </a:cubicBezTo>
                    <a:cubicBezTo>
                      <a:pt x="3747301" y="1103946"/>
                      <a:pt x="3743871" y="1118614"/>
                      <a:pt x="3747681" y="1123186"/>
                    </a:cubicBezTo>
                    <a:cubicBezTo>
                      <a:pt x="3763493" y="1142618"/>
                      <a:pt x="3770542" y="1162954"/>
                      <a:pt x="3772400" y="1184029"/>
                    </a:cubicBezTo>
                    <a:cubicBezTo>
                      <a:pt x="3770542" y="1162954"/>
                      <a:pt x="3763494" y="1142617"/>
                      <a:pt x="3747682" y="1123185"/>
                    </a:cubicBezTo>
                    <a:cubicBezTo>
                      <a:pt x="3743872" y="1118613"/>
                      <a:pt x="3747302" y="1103945"/>
                      <a:pt x="3752064" y="1097087"/>
                    </a:cubicBezTo>
                    <a:cubicBezTo>
                      <a:pt x="3798548" y="1030980"/>
                      <a:pt x="3799692" y="994785"/>
                      <a:pt x="3755684" y="927155"/>
                    </a:cubicBezTo>
                    <a:cubicBezTo>
                      <a:pt x="3752826" y="922773"/>
                      <a:pt x="3749588" y="917059"/>
                      <a:pt x="3745206" y="915343"/>
                    </a:cubicBezTo>
                    <a:cubicBezTo>
                      <a:pt x="3717200" y="903722"/>
                      <a:pt x="3716438" y="878956"/>
                      <a:pt x="3714152" y="854379"/>
                    </a:cubicBezTo>
                    <a:close/>
                    <a:moveTo>
                      <a:pt x="3761553" y="517851"/>
                    </a:moveTo>
                    <a:lnTo>
                      <a:pt x="3752635" y="556048"/>
                    </a:lnTo>
                    <a:cubicBezTo>
                      <a:pt x="3750539" y="564049"/>
                      <a:pt x="3745015" y="572623"/>
                      <a:pt x="3746157" y="580051"/>
                    </a:cubicBezTo>
                    <a:cubicBezTo>
                      <a:pt x="3749491" y="601579"/>
                      <a:pt x="3747062" y="622201"/>
                      <a:pt x="3742776" y="642538"/>
                    </a:cubicBezTo>
                    <a:lnTo>
                      <a:pt x="3730253" y="694928"/>
                    </a:lnTo>
                    <a:lnTo>
                      <a:pt x="3742777" y="642537"/>
                    </a:lnTo>
                    <a:cubicBezTo>
                      <a:pt x="3747063" y="622201"/>
                      <a:pt x="3749492" y="601578"/>
                      <a:pt x="3746158" y="580050"/>
                    </a:cubicBezTo>
                    <a:cubicBezTo>
                      <a:pt x="3745016" y="572622"/>
                      <a:pt x="3750540" y="564048"/>
                      <a:pt x="3752636" y="556047"/>
                    </a:cubicBezTo>
                    <a:close/>
                    <a:moveTo>
                      <a:pt x="3774848" y="298169"/>
                    </a:moveTo>
                    <a:lnTo>
                      <a:pt x="3760065" y="313534"/>
                    </a:lnTo>
                    <a:cubicBezTo>
                      <a:pt x="3755873" y="316390"/>
                      <a:pt x="3758159" y="330299"/>
                      <a:pt x="3759493" y="338871"/>
                    </a:cubicBezTo>
                    <a:lnTo>
                      <a:pt x="3759500" y="338900"/>
                    </a:lnTo>
                    <a:lnTo>
                      <a:pt x="3769400" y="395640"/>
                    </a:lnTo>
                    <a:lnTo>
                      <a:pt x="3765590" y="367328"/>
                    </a:lnTo>
                    <a:lnTo>
                      <a:pt x="3759500" y="338900"/>
                    </a:lnTo>
                    <a:lnTo>
                      <a:pt x="3759494" y="338870"/>
                    </a:lnTo>
                    <a:cubicBezTo>
                      <a:pt x="3758160" y="330298"/>
                      <a:pt x="3755874" y="316389"/>
                      <a:pt x="3760066" y="313533"/>
                    </a:cubicBezTo>
                    <a:close/>
                    <a:moveTo>
                      <a:pt x="3782393" y="281568"/>
                    </a:moveTo>
                    <a:lnTo>
                      <a:pt x="3777498" y="295415"/>
                    </a:lnTo>
                    <a:lnTo>
                      <a:pt x="3777499" y="295415"/>
                    </a:lnTo>
                    <a:close/>
                    <a:moveTo>
                      <a:pt x="3769073" y="24486"/>
                    </a:moveTo>
                    <a:lnTo>
                      <a:pt x="3766810" y="74129"/>
                    </a:lnTo>
                    <a:cubicBezTo>
                      <a:pt x="3767733" y="91492"/>
                      <a:pt x="3770043" y="108703"/>
                      <a:pt x="3772734" y="125861"/>
                    </a:cubicBezTo>
                    <a:lnTo>
                      <a:pt x="3777129" y="153387"/>
                    </a:lnTo>
                    <a:lnTo>
                      <a:pt x="3785402" y="228944"/>
                    </a:lnTo>
                    <a:lnTo>
                      <a:pt x="3780943" y="177271"/>
                    </a:lnTo>
                    <a:lnTo>
                      <a:pt x="3777129" y="153387"/>
                    </a:lnTo>
                    <a:lnTo>
                      <a:pt x="3776930" y="151569"/>
                    </a:lnTo>
                    <a:cubicBezTo>
                      <a:pt x="3772700" y="125876"/>
                      <a:pt x="3768195" y="100174"/>
                      <a:pt x="3766811" y="74129"/>
                    </a:cubicBezTo>
                    <a:close/>
                    <a:moveTo>
                      <a:pt x="3766492" y="0"/>
                    </a:moveTo>
                    <a:lnTo>
                      <a:pt x="4230600" y="0"/>
                    </a:lnTo>
                    <a:lnTo>
                      <a:pt x="4229473" y="2817"/>
                    </a:lnTo>
                    <a:cubicBezTo>
                      <a:pt x="4221092" y="21486"/>
                      <a:pt x="4218423" y="43012"/>
                      <a:pt x="4215375" y="63587"/>
                    </a:cubicBezTo>
                    <a:cubicBezTo>
                      <a:pt x="4209851" y="101308"/>
                      <a:pt x="4206421" y="139219"/>
                      <a:pt x="4201468" y="176939"/>
                    </a:cubicBezTo>
                    <a:cubicBezTo>
                      <a:pt x="4200325" y="184941"/>
                      <a:pt x="4198231" y="194085"/>
                      <a:pt x="4193466" y="200182"/>
                    </a:cubicBezTo>
                    <a:cubicBezTo>
                      <a:pt x="4161461" y="241901"/>
                      <a:pt x="4152508" y="292579"/>
                      <a:pt x="4155554" y="340774"/>
                    </a:cubicBezTo>
                    <a:cubicBezTo>
                      <a:pt x="4157843" y="378686"/>
                      <a:pt x="4159557" y="415835"/>
                      <a:pt x="4156319" y="453364"/>
                    </a:cubicBezTo>
                    <a:cubicBezTo>
                      <a:pt x="4156127" y="456222"/>
                      <a:pt x="4156509" y="460032"/>
                      <a:pt x="4158033" y="462126"/>
                    </a:cubicBezTo>
                    <a:cubicBezTo>
                      <a:pt x="4168129" y="475081"/>
                      <a:pt x="4168891" y="488607"/>
                      <a:pt x="4170605" y="505182"/>
                    </a:cubicBezTo>
                    <a:cubicBezTo>
                      <a:pt x="4173083" y="528615"/>
                      <a:pt x="4171367" y="550141"/>
                      <a:pt x="4167177" y="571860"/>
                    </a:cubicBezTo>
                    <a:cubicBezTo>
                      <a:pt x="4164129" y="587672"/>
                      <a:pt x="4157843" y="603673"/>
                      <a:pt x="4149840" y="617772"/>
                    </a:cubicBezTo>
                    <a:cubicBezTo>
                      <a:pt x="4138600" y="637392"/>
                      <a:pt x="4134220" y="656255"/>
                      <a:pt x="4149078" y="674923"/>
                    </a:cubicBezTo>
                    <a:cubicBezTo>
                      <a:pt x="4164891" y="695116"/>
                      <a:pt x="4159367" y="717977"/>
                      <a:pt x="4159937" y="740268"/>
                    </a:cubicBezTo>
                    <a:cubicBezTo>
                      <a:pt x="4160129" y="749982"/>
                      <a:pt x="4159747" y="760270"/>
                      <a:pt x="4162223" y="769605"/>
                    </a:cubicBezTo>
                    <a:cubicBezTo>
                      <a:pt x="4169273" y="796655"/>
                      <a:pt x="4179941" y="822756"/>
                      <a:pt x="4184703" y="850189"/>
                    </a:cubicBezTo>
                    <a:cubicBezTo>
                      <a:pt x="4187370" y="865430"/>
                      <a:pt x="4182607" y="882384"/>
                      <a:pt x="4179179" y="898198"/>
                    </a:cubicBezTo>
                    <a:cubicBezTo>
                      <a:pt x="4175559" y="914200"/>
                      <a:pt x="4170035" y="930011"/>
                      <a:pt x="4164319" y="945444"/>
                    </a:cubicBezTo>
                    <a:cubicBezTo>
                      <a:pt x="4160509" y="955920"/>
                      <a:pt x="4156889" y="967350"/>
                      <a:pt x="4150030" y="975733"/>
                    </a:cubicBezTo>
                    <a:cubicBezTo>
                      <a:pt x="4134410" y="994785"/>
                      <a:pt x="4131742" y="1014406"/>
                      <a:pt x="4139934" y="1036887"/>
                    </a:cubicBezTo>
                    <a:cubicBezTo>
                      <a:pt x="4141268" y="1040315"/>
                      <a:pt x="4141268" y="1044315"/>
                      <a:pt x="4141458" y="1048125"/>
                    </a:cubicBezTo>
                    <a:cubicBezTo>
                      <a:pt x="4145458" y="1109091"/>
                      <a:pt x="4147936" y="1170051"/>
                      <a:pt x="4154032" y="1230633"/>
                    </a:cubicBezTo>
                    <a:cubicBezTo>
                      <a:pt x="4156509" y="1255206"/>
                      <a:pt x="4167367" y="1278829"/>
                      <a:pt x="4174225" y="1303024"/>
                    </a:cubicBezTo>
                    <a:cubicBezTo>
                      <a:pt x="4175559" y="1307978"/>
                      <a:pt x="4177655" y="1313504"/>
                      <a:pt x="4176701" y="1318456"/>
                    </a:cubicBezTo>
                    <a:cubicBezTo>
                      <a:pt x="4167177" y="1372368"/>
                      <a:pt x="4181083" y="1422854"/>
                      <a:pt x="4199372" y="1472575"/>
                    </a:cubicBezTo>
                    <a:cubicBezTo>
                      <a:pt x="4201278" y="1477717"/>
                      <a:pt x="4200706" y="1484004"/>
                      <a:pt x="4200325" y="1489720"/>
                    </a:cubicBezTo>
                    <a:cubicBezTo>
                      <a:pt x="4198993" y="1505724"/>
                      <a:pt x="4192324" y="1523059"/>
                      <a:pt x="4196324" y="1537537"/>
                    </a:cubicBezTo>
                    <a:cubicBezTo>
                      <a:pt x="4207374" y="1576019"/>
                      <a:pt x="4220709" y="1614120"/>
                      <a:pt x="4237474" y="1650317"/>
                    </a:cubicBezTo>
                    <a:cubicBezTo>
                      <a:pt x="4254428" y="1687086"/>
                      <a:pt x="4268716" y="1721185"/>
                      <a:pt x="4251572" y="1763287"/>
                    </a:cubicBezTo>
                    <a:cubicBezTo>
                      <a:pt x="4244332" y="1781194"/>
                      <a:pt x="4249476" y="1804816"/>
                      <a:pt x="4251380" y="1825393"/>
                    </a:cubicBezTo>
                    <a:cubicBezTo>
                      <a:pt x="4252904" y="1840441"/>
                      <a:pt x="4261478" y="1854920"/>
                      <a:pt x="4261478" y="1869780"/>
                    </a:cubicBezTo>
                    <a:cubicBezTo>
                      <a:pt x="4261478" y="1909408"/>
                      <a:pt x="4271574" y="1944649"/>
                      <a:pt x="4292149" y="1978940"/>
                    </a:cubicBezTo>
                    <a:cubicBezTo>
                      <a:pt x="4300150" y="1992279"/>
                      <a:pt x="4294815" y="2013043"/>
                      <a:pt x="4296911" y="2030378"/>
                    </a:cubicBezTo>
                    <a:cubicBezTo>
                      <a:pt x="4299388" y="2048668"/>
                      <a:pt x="4301673" y="2067525"/>
                      <a:pt x="4307201" y="2085054"/>
                    </a:cubicBezTo>
                    <a:cubicBezTo>
                      <a:pt x="4321679" y="2130393"/>
                      <a:pt x="4338062" y="2175163"/>
                      <a:pt x="4353302" y="2220312"/>
                    </a:cubicBezTo>
                    <a:cubicBezTo>
                      <a:pt x="4365877" y="2257459"/>
                      <a:pt x="4355970" y="2294039"/>
                      <a:pt x="4350636" y="2330806"/>
                    </a:cubicBezTo>
                    <a:cubicBezTo>
                      <a:pt x="4347205" y="2353859"/>
                      <a:pt x="4339013" y="2375383"/>
                      <a:pt x="4351206" y="2401292"/>
                    </a:cubicBezTo>
                    <a:cubicBezTo>
                      <a:pt x="4362828" y="2426059"/>
                      <a:pt x="4360160" y="2457492"/>
                      <a:pt x="4366446" y="2485307"/>
                    </a:cubicBezTo>
                    <a:cubicBezTo>
                      <a:pt x="4371781" y="2508742"/>
                      <a:pt x="4380354" y="2531409"/>
                      <a:pt x="4388736" y="2554079"/>
                    </a:cubicBezTo>
                    <a:cubicBezTo>
                      <a:pt x="4400168" y="2584942"/>
                      <a:pt x="4412167" y="2615421"/>
                      <a:pt x="4406453" y="2649143"/>
                    </a:cubicBezTo>
                    <a:cubicBezTo>
                      <a:pt x="4399976" y="2687436"/>
                      <a:pt x="4424359" y="2713723"/>
                      <a:pt x="4440554" y="2743826"/>
                    </a:cubicBezTo>
                    <a:cubicBezTo>
                      <a:pt x="4451603" y="2764590"/>
                      <a:pt x="4459795" y="2787259"/>
                      <a:pt x="4466653" y="2809930"/>
                    </a:cubicBezTo>
                    <a:cubicBezTo>
                      <a:pt x="4475607" y="2840219"/>
                      <a:pt x="4480941" y="2871462"/>
                      <a:pt x="4489705" y="2901943"/>
                    </a:cubicBezTo>
                    <a:cubicBezTo>
                      <a:pt x="4502848" y="2948047"/>
                      <a:pt x="4513137" y="2994722"/>
                      <a:pt x="4505897" y="3042728"/>
                    </a:cubicBezTo>
                    <a:cubicBezTo>
                      <a:pt x="4502659" y="3064827"/>
                      <a:pt x="4502848" y="3085403"/>
                      <a:pt x="4507613" y="3107500"/>
                    </a:cubicBezTo>
                    <a:cubicBezTo>
                      <a:pt x="4515422" y="3143695"/>
                      <a:pt x="4516376" y="3180844"/>
                      <a:pt x="4545521" y="3209993"/>
                    </a:cubicBezTo>
                    <a:cubicBezTo>
                      <a:pt x="4555811" y="3220280"/>
                      <a:pt x="4558477" y="3238758"/>
                      <a:pt x="4563811" y="3253809"/>
                    </a:cubicBezTo>
                    <a:cubicBezTo>
                      <a:pt x="4570099" y="3271145"/>
                      <a:pt x="4566858" y="3283908"/>
                      <a:pt x="4548570" y="3293244"/>
                    </a:cubicBezTo>
                    <a:cubicBezTo>
                      <a:pt x="4540379" y="3297434"/>
                      <a:pt x="4532378" y="3309437"/>
                      <a:pt x="4531043" y="3318771"/>
                    </a:cubicBezTo>
                    <a:cubicBezTo>
                      <a:pt x="4527043" y="3346776"/>
                      <a:pt x="4532950" y="3372495"/>
                      <a:pt x="4545904" y="3399546"/>
                    </a:cubicBezTo>
                    <a:cubicBezTo>
                      <a:pt x="4558096" y="3424883"/>
                      <a:pt x="4556762" y="3456508"/>
                      <a:pt x="4561524" y="3485275"/>
                    </a:cubicBezTo>
                    <a:cubicBezTo>
                      <a:pt x="4564954" y="3505657"/>
                      <a:pt x="4572002" y="3526042"/>
                      <a:pt x="4572002" y="3546617"/>
                    </a:cubicBezTo>
                    <a:cubicBezTo>
                      <a:pt x="4572002" y="3572146"/>
                      <a:pt x="4565907" y="3597482"/>
                      <a:pt x="4563620" y="3623201"/>
                    </a:cubicBezTo>
                    <a:cubicBezTo>
                      <a:pt x="4561716" y="3643204"/>
                      <a:pt x="4562478" y="3663589"/>
                      <a:pt x="4560192" y="3683591"/>
                    </a:cubicBezTo>
                    <a:cubicBezTo>
                      <a:pt x="4558477" y="3699976"/>
                      <a:pt x="4554096" y="3716168"/>
                      <a:pt x="4550476" y="3732361"/>
                    </a:cubicBezTo>
                    <a:cubicBezTo>
                      <a:pt x="4549142" y="3738267"/>
                      <a:pt x="4543998" y="3744173"/>
                      <a:pt x="4544759" y="3749506"/>
                    </a:cubicBezTo>
                    <a:cubicBezTo>
                      <a:pt x="4552953" y="3802467"/>
                      <a:pt x="4516376" y="3840569"/>
                      <a:pt x="4500182" y="3885338"/>
                    </a:cubicBezTo>
                    <a:cubicBezTo>
                      <a:pt x="4483035" y="3932394"/>
                      <a:pt x="4456748" y="3977925"/>
                      <a:pt x="4464557" y="4030503"/>
                    </a:cubicBezTo>
                    <a:cubicBezTo>
                      <a:pt x="4469319" y="4062318"/>
                      <a:pt x="4480369" y="4092989"/>
                      <a:pt x="4487039" y="4124614"/>
                    </a:cubicBezTo>
                    <a:cubicBezTo>
                      <a:pt x="4489324" y="4135854"/>
                      <a:pt x="4488943" y="4148427"/>
                      <a:pt x="4486656" y="4159667"/>
                    </a:cubicBezTo>
                    <a:cubicBezTo>
                      <a:pt x="4476177" y="4213961"/>
                      <a:pt x="4474653" y="4267493"/>
                      <a:pt x="4491801" y="4320837"/>
                    </a:cubicBezTo>
                    <a:cubicBezTo>
                      <a:pt x="4494659" y="4329979"/>
                      <a:pt x="4497325" y="4339695"/>
                      <a:pt x="4497325" y="4349222"/>
                    </a:cubicBezTo>
                    <a:cubicBezTo>
                      <a:pt x="4497325" y="4401419"/>
                      <a:pt x="4493324" y="4452665"/>
                      <a:pt x="4474653" y="4502579"/>
                    </a:cubicBezTo>
                    <a:cubicBezTo>
                      <a:pt x="4468368" y="4519343"/>
                      <a:pt x="4472368" y="4539728"/>
                      <a:pt x="4470844" y="4558207"/>
                    </a:cubicBezTo>
                    <a:cubicBezTo>
                      <a:pt x="4469511" y="4575351"/>
                      <a:pt x="4468940" y="4592878"/>
                      <a:pt x="4464557" y="4609452"/>
                    </a:cubicBezTo>
                    <a:cubicBezTo>
                      <a:pt x="4458082" y="4633647"/>
                      <a:pt x="4457320" y="4656126"/>
                      <a:pt x="4463033" y="4681083"/>
                    </a:cubicBezTo>
                    <a:cubicBezTo>
                      <a:pt x="4468368" y="4704895"/>
                      <a:pt x="4465702" y="4730614"/>
                      <a:pt x="4465891" y="4755381"/>
                    </a:cubicBezTo>
                    <a:cubicBezTo>
                      <a:pt x="4466082" y="4783004"/>
                      <a:pt x="4466272" y="4810627"/>
                      <a:pt x="4465319" y="4838250"/>
                    </a:cubicBezTo>
                    <a:cubicBezTo>
                      <a:pt x="4464940" y="4849300"/>
                      <a:pt x="4457320" y="4861873"/>
                      <a:pt x="4460367" y="4871019"/>
                    </a:cubicBezTo>
                    <a:cubicBezTo>
                      <a:pt x="4470653" y="4900546"/>
                      <a:pt x="4458271" y="4930075"/>
                      <a:pt x="4463795" y="4959602"/>
                    </a:cubicBezTo>
                    <a:cubicBezTo>
                      <a:pt x="4466653" y="4974082"/>
                      <a:pt x="4458844" y="4990465"/>
                      <a:pt x="4458082" y="5006086"/>
                    </a:cubicBezTo>
                    <a:cubicBezTo>
                      <a:pt x="4456748" y="5031614"/>
                      <a:pt x="4457320" y="5057141"/>
                      <a:pt x="4456937" y="5082670"/>
                    </a:cubicBezTo>
                    <a:cubicBezTo>
                      <a:pt x="4456748" y="5091052"/>
                      <a:pt x="4455986" y="5099245"/>
                      <a:pt x="4455603" y="5107627"/>
                    </a:cubicBezTo>
                    <a:cubicBezTo>
                      <a:pt x="4455223" y="5115057"/>
                      <a:pt x="4453508" y="5122867"/>
                      <a:pt x="4454840" y="5129916"/>
                    </a:cubicBezTo>
                    <a:cubicBezTo>
                      <a:pt x="4459605" y="5155445"/>
                      <a:pt x="4467415" y="5180591"/>
                      <a:pt x="4470464" y="5206308"/>
                    </a:cubicBezTo>
                    <a:cubicBezTo>
                      <a:pt x="4473130" y="5228597"/>
                      <a:pt x="4469511" y="5251650"/>
                      <a:pt x="4471415" y="5274129"/>
                    </a:cubicBezTo>
                    <a:cubicBezTo>
                      <a:pt x="4474653" y="5313754"/>
                      <a:pt x="4480369" y="5353379"/>
                      <a:pt x="4483990" y="5393005"/>
                    </a:cubicBezTo>
                    <a:cubicBezTo>
                      <a:pt x="4484752" y="5401579"/>
                      <a:pt x="4479988" y="5410531"/>
                      <a:pt x="4479607" y="5419295"/>
                    </a:cubicBezTo>
                    <a:cubicBezTo>
                      <a:pt x="4478656" y="5446728"/>
                      <a:pt x="4478464" y="5474161"/>
                      <a:pt x="4477894" y="5501594"/>
                    </a:cubicBezTo>
                    <a:cubicBezTo>
                      <a:pt x="4477702" y="5517215"/>
                      <a:pt x="4478273" y="5533027"/>
                      <a:pt x="4476560" y="5548460"/>
                    </a:cubicBezTo>
                    <a:cubicBezTo>
                      <a:pt x="4474273" y="5568842"/>
                      <a:pt x="4470844" y="5587321"/>
                      <a:pt x="4485703" y="5606372"/>
                    </a:cubicBezTo>
                    <a:cubicBezTo>
                      <a:pt x="4508755" y="5635711"/>
                      <a:pt x="4499801" y="5673050"/>
                      <a:pt x="4505134" y="5706959"/>
                    </a:cubicBezTo>
                    <a:cubicBezTo>
                      <a:pt x="4506468" y="5715723"/>
                      <a:pt x="4506659" y="5724678"/>
                      <a:pt x="4508183" y="5733440"/>
                    </a:cubicBezTo>
                    <a:cubicBezTo>
                      <a:pt x="4511041" y="5749634"/>
                      <a:pt x="4514279" y="5765635"/>
                      <a:pt x="4517519" y="5781830"/>
                    </a:cubicBezTo>
                    <a:cubicBezTo>
                      <a:pt x="4518089" y="5784686"/>
                      <a:pt x="4518281" y="5787924"/>
                      <a:pt x="4519234" y="5790592"/>
                    </a:cubicBezTo>
                    <a:cubicBezTo>
                      <a:pt x="4527233" y="5815169"/>
                      <a:pt x="4536378" y="5839361"/>
                      <a:pt x="4542855" y="5864318"/>
                    </a:cubicBezTo>
                    <a:cubicBezTo>
                      <a:pt x="4546095" y="5876511"/>
                      <a:pt x="4546476" y="5890037"/>
                      <a:pt x="4544759" y="5902610"/>
                    </a:cubicBezTo>
                    <a:cubicBezTo>
                      <a:pt x="4539808" y="5939377"/>
                      <a:pt x="4537712" y="5975764"/>
                      <a:pt x="4544951" y="6012723"/>
                    </a:cubicBezTo>
                    <a:cubicBezTo>
                      <a:pt x="4547808" y="6027392"/>
                      <a:pt x="4543045" y="6043776"/>
                      <a:pt x="4541332" y="6059397"/>
                    </a:cubicBezTo>
                    <a:cubicBezTo>
                      <a:pt x="4536759" y="6096736"/>
                      <a:pt x="4531805" y="6134075"/>
                      <a:pt x="4527426" y="6171605"/>
                    </a:cubicBezTo>
                    <a:cubicBezTo>
                      <a:pt x="4524758" y="6195037"/>
                      <a:pt x="4523234" y="6218660"/>
                      <a:pt x="4520568" y="6242093"/>
                    </a:cubicBezTo>
                    <a:cubicBezTo>
                      <a:pt x="4517327" y="6269144"/>
                      <a:pt x="4512375" y="6296005"/>
                      <a:pt x="4509706" y="6323058"/>
                    </a:cubicBezTo>
                    <a:cubicBezTo>
                      <a:pt x="4506659" y="6353919"/>
                      <a:pt x="4506089" y="6384972"/>
                      <a:pt x="4502848" y="6415833"/>
                    </a:cubicBezTo>
                    <a:cubicBezTo>
                      <a:pt x="4496563" y="6472225"/>
                      <a:pt x="4489132" y="6528424"/>
                      <a:pt x="4482084" y="6584812"/>
                    </a:cubicBezTo>
                    <a:cubicBezTo>
                      <a:pt x="4475226" y="6639488"/>
                      <a:pt x="4469129" y="6694164"/>
                      <a:pt x="4460557" y="6748458"/>
                    </a:cubicBezTo>
                    <a:cubicBezTo>
                      <a:pt x="4456937" y="6771319"/>
                      <a:pt x="4447030" y="6793035"/>
                      <a:pt x="4441507" y="6815516"/>
                    </a:cubicBezTo>
                    <a:lnTo>
                      <a:pt x="4431806" y="6858001"/>
                    </a:lnTo>
                    <a:lnTo>
                      <a:pt x="4259554" y="6858001"/>
                    </a:lnTo>
                    <a:lnTo>
                      <a:pt x="4259554" y="6858002"/>
                    </a:lnTo>
                    <a:lnTo>
                      <a:pt x="0" y="6858002"/>
                    </a:lnTo>
                    <a:lnTo>
                      <a:pt x="0" y="2"/>
                    </a:lnTo>
                    <a:lnTo>
                      <a:pt x="3766492" y="1"/>
                    </a:lnTo>
                    <a:lnTo>
                      <a:pt x="3769210" y="21486"/>
                    </a:lnTo>
                    <a:close/>
                  </a:path>
                </a:pathLst>
              </a:custGeom>
              <a:solidFill>
                <a:schemeClr val="tx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Shape 19">
                <a:extLst>
                  <a:ext uri="{FF2B5EF4-FFF2-40B4-BE49-F238E27FC236}">
                    <a16:creationId xmlns:a16="http://schemas.microsoft.com/office/drawing/2014/main" id="{D56F11D0-7966-41FE-AAB9-EC0C54F11F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 y="-1"/>
                <a:ext cx="4572002" cy="6858002"/>
              </a:xfrm>
              <a:custGeom>
                <a:avLst/>
                <a:gdLst>
                  <a:gd name="connsiteX0" fmla="*/ 4214994 w 4572002"/>
                  <a:gd name="connsiteY0" fmla="*/ 6564620 h 6858002"/>
                  <a:gd name="connsiteX1" fmla="*/ 4214994 w 4572002"/>
                  <a:gd name="connsiteY1" fmla="*/ 6564621 h 6858002"/>
                  <a:gd name="connsiteX2" fmla="*/ 4237474 w 4572002"/>
                  <a:gd name="connsiteY2" fmla="*/ 6588626 h 6858002"/>
                  <a:gd name="connsiteX3" fmla="*/ 4254096 w 4572002"/>
                  <a:gd name="connsiteY3" fmla="*/ 6625225 h 6858002"/>
                  <a:gd name="connsiteX4" fmla="*/ 4247001 w 4572002"/>
                  <a:gd name="connsiteY4" fmla="*/ 6662540 h 6858002"/>
                  <a:gd name="connsiteX5" fmla="*/ 4247000 w 4572002"/>
                  <a:gd name="connsiteY5" fmla="*/ 6662541 h 6858002"/>
                  <a:gd name="connsiteX6" fmla="*/ 4246999 w 4572002"/>
                  <a:gd name="connsiteY6" fmla="*/ 6662544 h 6858002"/>
                  <a:gd name="connsiteX7" fmla="*/ 4235550 w 4572002"/>
                  <a:gd name="connsiteY7" fmla="*/ 6683027 h 6858002"/>
                  <a:gd name="connsiteX8" fmla="*/ 4232403 w 4572002"/>
                  <a:gd name="connsiteY8" fmla="*/ 6702976 h 6858002"/>
                  <a:gd name="connsiteX9" fmla="*/ 4232403 w 4572002"/>
                  <a:gd name="connsiteY9" fmla="*/ 6702977 h 6858002"/>
                  <a:gd name="connsiteX10" fmla="*/ 4246238 w 4572002"/>
                  <a:gd name="connsiteY10" fmla="*/ 6742553 h 6858002"/>
                  <a:gd name="connsiteX11" fmla="*/ 4246239 w 4572002"/>
                  <a:gd name="connsiteY11" fmla="*/ 6742555 h 6858002"/>
                  <a:gd name="connsiteX12" fmla="*/ 4265716 w 4572002"/>
                  <a:gd name="connsiteY12" fmla="*/ 6812062 h 6858002"/>
                  <a:gd name="connsiteX13" fmla="*/ 4265717 w 4572002"/>
                  <a:gd name="connsiteY13" fmla="*/ 6812064 h 6858002"/>
                  <a:gd name="connsiteX14" fmla="*/ 4265717 w 4572002"/>
                  <a:gd name="connsiteY14" fmla="*/ 6812063 h 6858002"/>
                  <a:gd name="connsiteX15" fmla="*/ 4265716 w 4572002"/>
                  <a:gd name="connsiteY15" fmla="*/ 6812062 h 6858002"/>
                  <a:gd name="connsiteX16" fmla="*/ 4260942 w 4572002"/>
                  <a:gd name="connsiteY16" fmla="*/ 6776800 h 6858002"/>
                  <a:gd name="connsiteX17" fmla="*/ 4246239 w 4572002"/>
                  <a:gd name="connsiteY17" fmla="*/ 6742555 h 6858002"/>
                  <a:gd name="connsiteX18" fmla="*/ 4246238 w 4572002"/>
                  <a:gd name="connsiteY18" fmla="*/ 6742552 h 6858002"/>
                  <a:gd name="connsiteX19" fmla="*/ 4232403 w 4572002"/>
                  <a:gd name="connsiteY19" fmla="*/ 6702976 h 6858002"/>
                  <a:gd name="connsiteX20" fmla="*/ 4246999 w 4572002"/>
                  <a:gd name="connsiteY20" fmla="*/ 6662544 h 6858002"/>
                  <a:gd name="connsiteX21" fmla="*/ 4247000 w 4572002"/>
                  <a:gd name="connsiteY21" fmla="*/ 6662542 h 6858002"/>
                  <a:gd name="connsiteX22" fmla="*/ 4247001 w 4572002"/>
                  <a:gd name="connsiteY22" fmla="*/ 6662540 h 6858002"/>
                  <a:gd name="connsiteX23" fmla="*/ 4254084 w 4572002"/>
                  <a:gd name="connsiteY23" fmla="*/ 6645552 h 6858002"/>
                  <a:gd name="connsiteX24" fmla="*/ 4254096 w 4572002"/>
                  <a:gd name="connsiteY24" fmla="*/ 6625225 h 6858002"/>
                  <a:gd name="connsiteX25" fmla="*/ 4254096 w 4572002"/>
                  <a:gd name="connsiteY25" fmla="*/ 6625224 h 6858002"/>
                  <a:gd name="connsiteX26" fmla="*/ 4237474 w 4572002"/>
                  <a:gd name="connsiteY26" fmla="*/ 6588625 h 6858002"/>
                  <a:gd name="connsiteX27" fmla="*/ 4295315 w 4572002"/>
                  <a:gd name="connsiteY27" fmla="*/ 6438981 h 6858002"/>
                  <a:gd name="connsiteX28" fmla="*/ 4275385 w 4572002"/>
                  <a:gd name="connsiteY28" fmla="*/ 6463840 h 6858002"/>
                  <a:gd name="connsiteX29" fmla="*/ 4275382 w 4572002"/>
                  <a:gd name="connsiteY29" fmla="*/ 6463849 h 6858002"/>
                  <a:gd name="connsiteX30" fmla="*/ 4261587 w 4572002"/>
                  <a:gd name="connsiteY30" fmla="*/ 6513012 h 6858002"/>
                  <a:gd name="connsiteX31" fmla="*/ 4242781 w 4572002"/>
                  <a:gd name="connsiteY31" fmla="*/ 6546194 h 6858002"/>
                  <a:gd name="connsiteX32" fmla="*/ 4242781 w 4572002"/>
                  <a:gd name="connsiteY32" fmla="*/ 6546195 h 6858002"/>
                  <a:gd name="connsiteX33" fmla="*/ 4259120 w 4572002"/>
                  <a:gd name="connsiteY33" fmla="*/ 6521804 h 6858002"/>
                  <a:gd name="connsiteX34" fmla="*/ 4261587 w 4572002"/>
                  <a:gd name="connsiteY34" fmla="*/ 6513012 h 6858002"/>
                  <a:gd name="connsiteX35" fmla="*/ 4264398 w 4572002"/>
                  <a:gd name="connsiteY35" fmla="*/ 6508052 h 6858002"/>
                  <a:gd name="connsiteX36" fmla="*/ 4275382 w 4572002"/>
                  <a:gd name="connsiteY36" fmla="*/ 6463849 h 6858002"/>
                  <a:gd name="connsiteX37" fmla="*/ 4275385 w 4572002"/>
                  <a:gd name="connsiteY37" fmla="*/ 6463841 h 6858002"/>
                  <a:gd name="connsiteX38" fmla="*/ 4295315 w 4572002"/>
                  <a:gd name="connsiteY38" fmla="*/ 6438981 h 6858002"/>
                  <a:gd name="connsiteX39" fmla="*/ 4381289 w 4572002"/>
                  <a:gd name="connsiteY39" fmla="*/ 6365204 h 6858002"/>
                  <a:gd name="connsiteX40" fmla="*/ 4380008 w 4572002"/>
                  <a:gd name="connsiteY40" fmla="*/ 6387910 h 6858002"/>
                  <a:gd name="connsiteX41" fmla="*/ 4378243 w 4572002"/>
                  <a:gd name="connsiteY41" fmla="*/ 6391549 h 6858002"/>
                  <a:gd name="connsiteX42" fmla="*/ 4370589 w 4572002"/>
                  <a:gd name="connsiteY42" fmla="*/ 6407332 h 6858002"/>
                  <a:gd name="connsiteX43" fmla="*/ 4370589 w 4572002"/>
                  <a:gd name="connsiteY43" fmla="*/ 6407333 h 6858002"/>
                  <a:gd name="connsiteX44" fmla="*/ 4378243 w 4572002"/>
                  <a:gd name="connsiteY44" fmla="*/ 6391549 h 6858002"/>
                  <a:gd name="connsiteX45" fmla="*/ 4380008 w 4572002"/>
                  <a:gd name="connsiteY45" fmla="*/ 6387910 h 6858002"/>
                  <a:gd name="connsiteX46" fmla="*/ 4142220 w 4572002"/>
                  <a:gd name="connsiteY46" fmla="*/ 4221391 h 6858002"/>
                  <a:gd name="connsiteX47" fmla="*/ 4142220 w 4572002"/>
                  <a:gd name="connsiteY47" fmla="*/ 4221392 h 6858002"/>
                  <a:gd name="connsiteX48" fmla="*/ 4147936 w 4572002"/>
                  <a:gd name="connsiteY48" fmla="*/ 4253015 h 6858002"/>
                  <a:gd name="connsiteX49" fmla="*/ 4187752 w 4572002"/>
                  <a:gd name="connsiteY49" fmla="*/ 4324646 h 6858002"/>
                  <a:gd name="connsiteX50" fmla="*/ 4196706 w 4572002"/>
                  <a:gd name="connsiteY50" fmla="*/ 4363891 h 6858002"/>
                  <a:gd name="connsiteX51" fmla="*/ 4195944 w 4572002"/>
                  <a:gd name="connsiteY51" fmla="*/ 4482004 h 6858002"/>
                  <a:gd name="connsiteX52" fmla="*/ 4135934 w 4572002"/>
                  <a:gd name="connsiteY52" fmla="*/ 4659174 h 6858002"/>
                  <a:gd name="connsiteX53" fmla="*/ 4127932 w 4572002"/>
                  <a:gd name="connsiteY53" fmla="*/ 4677655 h 6858002"/>
                  <a:gd name="connsiteX54" fmla="*/ 4118025 w 4572002"/>
                  <a:gd name="connsiteY54" fmla="*/ 4767764 h 6858002"/>
                  <a:gd name="connsiteX55" fmla="*/ 4116716 w 4572002"/>
                  <a:gd name="connsiteY55" fmla="*/ 4800483 h 6858002"/>
                  <a:gd name="connsiteX56" fmla="*/ 4116716 w 4572002"/>
                  <a:gd name="connsiteY56" fmla="*/ 4800484 h 6858002"/>
                  <a:gd name="connsiteX57" fmla="*/ 4131552 w 4572002"/>
                  <a:gd name="connsiteY57" fmla="*/ 4828917 h 6858002"/>
                  <a:gd name="connsiteX58" fmla="*/ 4153733 w 4572002"/>
                  <a:gd name="connsiteY58" fmla="*/ 4863343 h 6858002"/>
                  <a:gd name="connsiteX59" fmla="*/ 4161262 w 4572002"/>
                  <a:gd name="connsiteY59" fmla="*/ 4889275 h 6858002"/>
                  <a:gd name="connsiteX60" fmla="*/ 4159557 w 4572002"/>
                  <a:gd name="connsiteY60" fmla="*/ 4912168 h 6858002"/>
                  <a:gd name="connsiteX61" fmla="*/ 4158155 w 4572002"/>
                  <a:gd name="connsiteY61" fmla="*/ 4933804 h 6858002"/>
                  <a:gd name="connsiteX62" fmla="*/ 4158155 w 4572002"/>
                  <a:gd name="connsiteY62" fmla="*/ 4933805 h 6858002"/>
                  <a:gd name="connsiteX63" fmla="*/ 4162914 w 4572002"/>
                  <a:gd name="connsiteY63" fmla="*/ 4952673 h 6858002"/>
                  <a:gd name="connsiteX64" fmla="*/ 4165707 w 4572002"/>
                  <a:gd name="connsiteY64" fmla="*/ 4957454 h 6858002"/>
                  <a:gd name="connsiteX65" fmla="*/ 4166985 w 4572002"/>
                  <a:gd name="connsiteY65" fmla="*/ 4961456 h 6858002"/>
                  <a:gd name="connsiteX66" fmla="*/ 4182989 w 4572002"/>
                  <a:gd name="connsiteY66" fmla="*/ 4987038 h 6858002"/>
                  <a:gd name="connsiteX67" fmla="*/ 4209468 w 4572002"/>
                  <a:gd name="connsiteY67" fmla="*/ 5041522 h 6858002"/>
                  <a:gd name="connsiteX68" fmla="*/ 4216684 w 4572002"/>
                  <a:gd name="connsiteY68" fmla="*/ 5072376 h 6858002"/>
                  <a:gd name="connsiteX69" fmla="*/ 4222587 w 4572002"/>
                  <a:gd name="connsiteY69" fmla="*/ 5087441 h 6858002"/>
                  <a:gd name="connsiteX70" fmla="*/ 4235615 w 4572002"/>
                  <a:gd name="connsiteY70" fmla="*/ 5133220 h 6858002"/>
                  <a:gd name="connsiteX71" fmla="*/ 4235616 w 4572002"/>
                  <a:gd name="connsiteY71" fmla="*/ 5133225 h 6858002"/>
                  <a:gd name="connsiteX72" fmla="*/ 4228901 w 4572002"/>
                  <a:gd name="connsiteY72" fmla="*/ 5166113 h 6858002"/>
                  <a:gd name="connsiteX73" fmla="*/ 4228901 w 4572002"/>
                  <a:gd name="connsiteY73" fmla="*/ 5166114 h 6858002"/>
                  <a:gd name="connsiteX74" fmla="*/ 4229593 w 4572002"/>
                  <a:gd name="connsiteY74" fmla="*/ 5172091 h 6858002"/>
                  <a:gd name="connsiteX75" fmla="*/ 4232139 w 4572002"/>
                  <a:gd name="connsiteY75" fmla="*/ 5179068 h 6858002"/>
                  <a:gd name="connsiteX76" fmla="*/ 4231973 w 4572002"/>
                  <a:gd name="connsiteY76" fmla="*/ 5229434 h 6858002"/>
                  <a:gd name="connsiteX77" fmla="*/ 4225669 w 4572002"/>
                  <a:gd name="connsiteY77" fmla="*/ 5241089 h 6858002"/>
                  <a:gd name="connsiteX78" fmla="*/ 4208517 w 4572002"/>
                  <a:gd name="connsiteY78" fmla="*/ 5272796 h 6858002"/>
                  <a:gd name="connsiteX79" fmla="*/ 4184613 w 4572002"/>
                  <a:gd name="connsiteY79" fmla="*/ 5312288 h 6858002"/>
                  <a:gd name="connsiteX80" fmla="*/ 4183557 w 4572002"/>
                  <a:gd name="connsiteY80" fmla="*/ 5321350 h 6858002"/>
                  <a:gd name="connsiteX81" fmla="*/ 4181083 w 4572002"/>
                  <a:gd name="connsiteY81" fmla="*/ 5326163 h 6858002"/>
                  <a:gd name="connsiteX82" fmla="*/ 4179637 w 4572002"/>
                  <a:gd name="connsiteY82" fmla="*/ 5355014 h 6858002"/>
                  <a:gd name="connsiteX83" fmla="*/ 4179637 w 4572002"/>
                  <a:gd name="connsiteY83" fmla="*/ 5355015 h 6858002"/>
                  <a:gd name="connsiteX84" fmla="*/ 4184513 w 4572002"/>
                  <a:gd name="connsiteY84" fmla="*/ 5385385 h 6858002"/>
                  <a:gd name="connsiteX85" fmla="*/ 4192704 w 4572002"/>
                  <a:gd name="connsiteY85" fmla="*/ 5425583 h 6858002"/>
                  <a:gd name="connsiteX86" fmla="*/ 4204327 w 4572002"/>
                  <a:gd name="connsiteY86" fmla="*/ 5480638 h 6858002"/>
                  <a:gd name="connsiteX87" fmla="*/ 4208850 w 4572002"/>
                  <a:gd name="connsiteY87" fmla="*/ 5507668 h 6858002"/>
                  <a:gd name="connsiteX88" fmla="*/ 4198232 w 4572002"/>
                  <a:gd name="connsiteY88" fmla="*/ 5531692 h 6858002"/>
                  <a:gd name="connsiteX89" fmla="*/ 4198231 w 4572002"/>
                  <a:gd name="connsiteY89" fmla="*/ 5531693 h 6858002"/>
                  <a:gd name="connsiteX90" fmla="*/ 4188085 w 4572002"/>
                  <a:gd name="connsiteY90" fmla="*/ 5547578 h 6858002"/>
                  <a:gd name="connsiteX91" fmla="*/ 4188085 w 4572002"/>
                  <a:gd name="connsiteY91" fmla="*/ 5547579 h 6858002"/>
                  <a:gd name="connsiteX92" fmla="*/ 4197659 w 4572002"/>
                  <a:gd name="connsiteY92" fmla="*/ 5562747 h 6858002"/>
                  <a:gd name="connsiteX93" fmla="*/ 4268907 w 4572002"/>
                  <a:gd name="connsiteY93" fmla="*/ 5704484 h 6858002"/>
                  <a:gd name="connsiteX94" fmla="*/ 4274812 w 4572002"/>
                  <a:gd name="connsiteY94" fmla="*/ 5740489 h 6858002"/>
                  <a:gd name="connsiteX95" fmla="*/ 4283578 w 4572002"/>
                  <a:gd name="connsiteY95" fmla="*/ 5760874 h 6858002"/>
                  <a:gd name="connsiteX96" fmla="*/ 4371973 w 4572002"/>
                  <a:gd name="connsiteY96" fmla="*/ 5883752 h 6858002"/>
                  <a:gd name="connsiteX97" fmla="*/ 4371974 w 4572002"/>
                  <a:gd name="connsiteY97" fmla="*/ 5883757 h 6858002"/>
                  <a:gd name="connsiteX98" fmla="*/ 4389877 w 4572002"/>
                  <a:gd name="connsiteY98" fmla="*/ 5935946 h 6858002"/>
                  <a:gd name="connsiteX99" fmla="*/ 4389878 w 4572002"/>
                  <a:gd name="connsiteY99" fmla="*/ 5935950 h 6858002"/>
                  <a:gd name="connsiteX100" fmla="*/ 4386259 w 4572002"/>
                  <a:gd name="connsiteY100" fmla="*/ 5993290 h 6858002"/>
                  <a:gd name="connsiteX101" fmla="*/ 4386259 w 4572002"/>
                  <a:gd name="connsiteY101" fmla="*/ 5993291 h 6858002"/>
                  <a:gd name="connsiteX102" fmla="*/ 4379782 w 4572002"/>
                  <a:gd name="connsiteY102" fmla="*/ 6026440 h 6858002"/>
                  <a:gd name="connsiteX103" fmla="*/ 4323583 w 4572002"/>
                  <a:gd name="connsiteY103" fmla="*/ 6108738 h 6858002"/>
                  <a:gd name="connsiteX104" fmla="*/ 4309890 w 4572002"/>
                  <a:gd name="connsiteY104" fmla="*/ 6133314 h 6858002"/>
                  <a:gd name="connsiteX105" fmla="*/ 4309890 w 4572002"/>
                  <a:gd name="connsiteY105" fmla="*/ 6133315 h 6858002"/>
                  <a:gd name="connsiteX106" fmla="*/ 4313591 w 4572002"/>
                  <a:gd name="connsiteY106" fmla="*/ 6143190 h 6858002"/>
                  <a:gd name="connsiteX107" fmla="*/ 4325486 w 4572002"/>
                  <a:gd name="connsiteY107" fmla="*/ 6155600 h 6858002"/>
                  <a:gd name="connsiteX108" fmla="*/ 4325488 w 4572002"/>
                  <a:gd name="connsiteY108" fmla="*/ 6155603 h 6858002"/>
                  <a:gd name="connsiteX109" fmla="*/ 4364160 w 4572002"/>
                  <a:gd name="connsiteY109" fmla="*/ 6228757 h 6858002"/>
                  <a:gd name="connsiteX110" fmla="*/ 4381497 w 4572002"/>
                  <a:gd name="connsiteY110" fmla="*/ 6361540 h 6858002"/>
                  <a:gd name="connsiteX111" fmla="*/ 4381497 w 4572002"/>
                  <a:gd name="connsiteY111" fmla="*/ 6361539 h 6858002"/>
                  <a:gd name="connsiteX112" fmla="*/ 4364160 w 4572002"/>
                  <a:gd name="connsiteY112" fmla="*/ 6228756 h 6858002"/>
                  <a:gd name="connsiteX113" fmla="*/ 4325488 w 4572002"/>
                  <a:gd name="connsiteY113" fmla="*/ 6155602 h 6858002"/>
                  <a:gd name="connsiteX114" fmla="*/ 4325486 w 4572002"/>
                  <a:gd name="connsiteY114" fmla="*/ 6155600 h 6858002"/>
                  <a:gd name="connsiteX115" fmla="*/ 4309890 w 4572002"/>
                  <a:gd name="connsiteY115" fmla="*/ 6133315 h 6858002"/>
                  <a:gd name="connsiteX116" fmla="*/ 4323583 w 4572002"/>
                  <a:gd name="connsiteY116" fmla="*/ 6108739 h 6858002"/>
                  <a:gd name="connsiteX117" fmla="*/ 4379782 w 4572002"/>
                  <a:gd name="connsiteY117" fmla="*/ 6026441 h 6858002"/>
                  <a:gd name="connsiteX118" fmla="*/ 4386259 w 4572002"/>
                  <a:gd name="connsiteY118" fmla="*/ 5993292 h 6858002"/>
                  <a:gd name="connsiteX119" fmla="*/ 4386259 w 4572002"/>
                  <a:gd name="connsiteY119" fmla="*/ 5993290 h 6858002"/>
                  <a:gd name="connsiteX120" fmla="*/ 4389712 w 4572002"/>
                  <a:gd name="connsiteY120" fmla="*/ 5964477 h 6858002"/>
                  <a:gd name="connsiteX121" fmla="*/ 4389878 w 4572002"/>
                  <a:gd name="connsiteY121" fmla="*/ 5935950 h 6858002"/>
                  <a:gd name="connsiteX122" fmla="*/ 4389878 w 4572002"/>
                  <a:gd name="connsiteY122" fmla="*/ 5935949 h 6858002"/>
                  <a:gd name="connsiteX123" fmla="*/ 4389877 w 4572002"/>
                  <a:gd name="connsiteY123" fmla="*/ 5935946 h 6858002"/>
                  <a:gd name="connsiteX124" fmla="*/ 4382997 w 4572002"/>
                  <a:gd name="connsiteY124" fmla="*/ 5909351 h 6858002"/>
                  <a:gd name="connsiteX125" fmla="*/ 4371974 w 4572002"/>
                  <a:gd name="connsiteY125" fmla="*/ 5883757 h 6858002"/>
                  <a:gd name="connsiteX126" fmla="*/ 4371973 w 4572002"/>
                  <a:gd name="connsiteY126" fmla="*/ 5883751 h 6858002"/>
                  <a:gd name="connsiteX127" fmla="*/ 4283578 w 4572002"/>
                  <a:gd name="connsiteY127" fmla="*/ 5760873 h 6858002"/>
                  <a:gd name="connsiteX128" fmla="*/ 4274812 w 4572002"/>
                  <a:gd name="connsiteY128" fmla="*/ 5740488 h 6858002"/>
                  <a:gd name="connsiteX129" fmla="*/ 4268907 w 4572002"/>
                  <a:gd name="connsiteY129" fmla="*/ 5704483 h 6858002"/>
                  <a:gd name="connsiteX130" fmla="*/ 4197659 w 4572002"/>
                  <a:gd name="connsiteY130" fmla="*/ 5562746 h 6858002"/>
                  <a:gd name="connsiteX131" fmla="*/ 4188085 w 4572002"/>
                  <a:gd name="connsiteY131" fmla="*/ 5547578 h 6858002"/>
                  <a:gd name="connsiteX132" fmla="*/ 4198231 w 4572002"/>
                  <a:gd name="connsiteY132" fmla="*/ 5531694 h 6858002"/>
                  <a:gd name="connsiteX133" fmla="*/ 4198232 w 4572002"/>
                  <a:gd name="connsiteY133" fmla="*/ 5531692 h 6858002"/>
                  <a:gd name="connsiteX134" fmla="*/ 4206630 w 4572002"/>
                  <a:gd name="connsiteY134" fmla="*/ 5520422 h 6858002"/>
                  <a:gd name="connsiteX135" fmla="*/ 4208850 w 4572002"/>
                  <a:gd name="connsiteY135" fmla="*/ 5507668 h 6858002"/>
                  <a:gd name="connsiteX136" fmla="*/ 4208850 w 4572002"/>
                  <a:gd name="connsiteY136" fmla="*/ 5507667 h 6858002"/>
                  <a:gd name="connsiteX137" fmla="*/ 4204327 w 4572002"/>
                  <a:gd name="connsiteY137" fmla="*/ 5480637 h 6858002"/>
                  <a:gd name="connsiteX138" fmla="*/ 4192704 w 4572002"/>
                  <a:gd name="connsiteY138" fmla="*/ 5425582 h 6858002"/>
                  <a:gd name="connsiteX139" fmla="*/ 4184513 w 4572002"/>
                  <a:gd name="connsiteY139" fmla="*/ 5385384 h 6858002"/>
                  <a:gd name="connsiteX140" fmla="*/ 4179637 w 4572002"/>
                  <a:gd name="connsiteY140" fmla="*/ 5355014 h 6858002"/>
                  <a:gd name="connsiteX141" fmla="*/ 4183557 w 4572002"/>
                  <a:gd name="connsiteY141" fmla="*/ 5321350 h 6858002"/>
                  <a:gd name="connsiteX142" fmla="*/ 4208517 w 4572002"/>
                  <a:gd name="connsiteY142" fmla="*/ 5272797 h 6858002"/>
                  <a:gd name="connsiteX143" fmla="*/ 4225669 w 4572002"/>
                  <a:gd name="connsiteY143" fmla="*/ 5241089 h 6858002"/>
                  <a:gd name="connsiteX144" fmla="*/ 4231973 w 4572002"/>
                  <a:gd name="connsiteY144" fmla="*/ 5229433 h 6858002"/>
                  <a:gd name="connsiteX145" fmla="*/ 4232139 w 4572002"/>
                  <a:gd name="connsiteY145" fmla="*/ 5179068 h 6858002"/>
                  <a:gd name="connsiteX146" fmla="*/ 4232139 w 4572002"/>
                  <a:gd name="connsiteY146" fmla="*/ 5179067 h 6858002"/>
                  <a:gd name="connsiteX147" fmla="*/ 4229593 w 4572002"/>
                  <a:gd name="connsiteY147" fmla="*/ 5172090 h 6858002"/>
                  <a:gd name="connsiteX148" fmla="*/ 4228901 w 4572002"/>
                  <a:gd name="connsiteY148" fmla="*/ 5166114 h 6858002"/>
                  <a:gd name="connsiteX149" fmla="*/ 4235616 w 4572002"/>
                  <a:gd name="connsiteY149" fmla="*/ 5133225 h 6858002"/>
                  <a:gd name="connsiteX150" fmla="*/ 4235616 w 4572002"/>
                  <a:gd name="connsiteY150" fmla="*/ 5133224 h 6858002"/>
                  <a:gd name="connsiteX151" fmla="*/ 4235615 w 4572002"/>
                  <a:gd name="connsiteY151" fmla="*/ 5133220 h 6858002"/>
                  <a:gd name="connsiteX152" fmla="*/ 4228473 w 4572002"/>
                  <a:gd name="connsiteY152" fmla="*/ 5102461 h 6858002"/>
                  <a:gd name="connsiteX153" fmla="*/ 4222587 w 4572002"/>
                  <a:gd name="connsiteY153" fmla="*/ 5087441 h 6858002"/>
                  <a:gd name="connsiteX154" fmla="*/ 4222582 w 4572002"/>
                  <a:gd name="connsiteY154" fmla="*/ 5087423 h 6858002"/>
                  <a:gd name="connsiteX155" fmla="*/ 4209468 w 4572002"/>
                  <a:gd name="connsiteY155" fmla="*/ 5041521 h 6858002"/>
                  <a:gd name="connsiteX156" fmla="*/ 4182989 w 4572002"/>
                  <a:gd name="connsiteY156" fmla="*/ 4987037 h 6858002"/>
                  <a:gd name="connsiteX157" fmla="*/ 4165707 w 4572002"/>
                  <a:gd name="connsiteY157" fmla="*/ 4957454 h 6858002"/>
                  <a:gd name="connsiteX158" fmla="*/ 4158155 w 4572002"/>
                  <a:gd name="connsiteY158" fmla="*/ 4933805 h 6858002"/>
                  <a:gd name="connsiteX159" fmla="*/ 4159557 w 4572002"/>
                  <a:gd name="connsiteY159" fmla="*/ 4912169 h 6858002"/>
                  <a:gd name="connsiteX160" fmla="*/ 4161262 w 4572002"/>
                  <a:gd name="connsiteY160" fmla="*/ 4889276 h 6858002"/>
                  <a:gd name="connsiteX161" fmla="*/ 4161262 w 4572002"/>
                  <a:gd name="connsiteY161" fmla="*/ 4889275 h 6858002"/>
                  <a:gd name="connsiteX162" fmla="*/ 4156484 w 4572002"/>
                  <a:gd name="connsiteY162" fmla="*/ 4867614 h 6858002"/>
                  <a:gd name="connsiteX163" fmla="*/ 4153733 w 4572002"/>
                  <a:gd name="connsiteY163" fmla="*/ 4863343 h 6858002"/>
                  <a:gd name="connsiteX164" fmla="*/ 4151983 w 4572002"/>
                  <a:gd name="connsiteY164" fmla="*/ 4857317 h 6858002"/>
                  <a:gd name="connsiteX165" fmla="*/ 4131552 w 4572002"/>
                  <a:gd name="connsiteY165" fmla="*/ 4828916 h 6858002"/>
                  <a:gd name="connsiteX166" fmla="*/ 4116716 w 4572002"/>
                  <a:gd name="connsiteY166" fmla="*/ 4800483 h 6858002"/>
                  <a:gd name="connsiteX167" fmla="*/ 4118025 w 4572002"/>
                  <a:gd name="connsiteY167" fmla="*/ 4767765 h 6858002"/>
                  <a:gd name="connsiteX168" fmla="*/ 4127932 w 4572002"/>
                  <a:gd name="connsiteY168" fmla="*/ 4677656 h 6858002"/>
                  <a:gd name="connsiteX169" fmla="*/ 4135934 w 4572002"/>
                  <a:gd name="connsiteY169" fmla="*/ 4659175 h 6858002"/>
                  <a:gd name="connsiteX170" fmla="*/ 4195944 w 4572002"/>
                  <a:gd name="connsiteY170" fmla="*/ 4482005 h 6858002"/>
                  <a:gd name="connsiteX171" fmla="*/ 4196706 w 4572002"/>
                  <a:gd name="connsiteY171" fmla="*/ 4363891 h 6858002"/>
                  <a:gd name="connsiteX172" fmla="*/ 4196706 w 4572002"/>
                  <a:gd name="connsiteY172" fmla="*/ 4363890 h 6858002"/>
                  <a:gd name="connsiteX173" fmla="*/ 4187752 w 4572002"/>
                  <a:gd name="connsiteY173" fmla="*/ 4324645 h 6858002"/>
                  <a:gd name="connsiteX174" fmla="*/ 4147936 w 4572002"/>
                  <a:gd name="connsiteY174" fmla="*/ 4253014 h 6858002"/>
                  <a:gd name="connsiteX175" fmla="*/ 4211111 w 4572002"/>
                  <a:gd name="connsiteY175" fmla="*/ 2836172 h 6858002"/>
                  <a:gd name="connsiteX176" fmla="*/ 4202421 w 4572002"/>
                  <a:gd name="connsiteY176" fmla="*/ 2848793 h 6858002"/>
                  <a:gd name="connsiteX177" fmla="*/ 4186816 w 4572002"/>
                  <a:gd name="connsiteY177" fmla="*/ 2897785 h 6858002"/>
                  <a:gd name="connsiteX178" fmla="*/ 4185787 w 4572002"/>
                  <a:gd name="connsiteY178" fmla="*/ 2903551 h 6858002"/>
                  <a:gd name="connsiteX179" fmla="*/ 4182513 w 4572002"/>
                  <a:gd name="connsiteY179" fmla="*/ 2914328 h 6858002"/>
                  <a:gd name="connsiteX180" fmla="*/ 4177882 w 4572002"/>
                  <a:gd name="connsiteY180" fmla="*/ 2947858 h 6858002"/>
                  <a:gd name="connsiteX181" fmla="*/ 4177881 w 4572002"/>
                  <a:gd name="connsiteY181" fmla="*/ 2947862 h 6858002"/>
                  <a:gd name="connsiteX182" fmla="*/ 4177881 w 4572002"/>
                  <a:gd name="connsiteY182" fmla="*/ 2947863 h 6858002"/>
                  <a:gd name="connsiteX183" fmla="*/ 4181465 w 4572002"/>
                  <a:gd name="connsiteY183" fmla="*/ 2982149 h 6858002"/>
                  <a:gd name="connsiteX184" fmla="*/ 4193158 w 4572002"/>
                  <a:gd name="connsiteY184" fmla="*/ 3077402 h 6858002"/>
                  <a:gd name="connsiteX185" fmla="*/ 4180703 w 4572002"/>
                  <a:gd name="connsiteY185" fmla="*/ 3172654 h 6858002"/>
                  <a:gd name="connsiteX186" fmla="*/ 4133076 w 4572002"/>
                  <a:gd name="connsiteY186" fmla="*/ 3489467 h 6858002"/>
                  <a:gd name="connsiteX187" fmla="*/ 4110977 w 4572002"/>
                  <a:gd name="connsiteY187" fmla="*/ 3544713 h 6858002"/>
                  <a:gd name="connsiteX188" fmla="*/ 4093355 w 4572002"/>
                  <a:gd name="connsiteY188" fmla="*/ 3574408 h 6858002"/>
                  <a:gd name="connsiteX189" fmla="*/ 4093355 w 4572002"/>
                  <a:gd name="connsiteY189" fmla="*/ 3574409 h 6858002"/>
                  <a:gd name="connsiteX190" fmla="*/ 4105453 w 4572002"/>
                  <a:gd name="connsiteY190" fmla="*/ 3606818 h 6858002"/>
                  <a:gd name="connsiteX191" fmla="*/ 4118979 w 4572002"/>
                  <a:gd name="connsiteY191" fmla="*/ 3630633 h 6858002"/>
                  <a:gd name="connsiteX192" fmla="*/ 4136708 w 4572002"/>
                  <a:gd name="connsiteY192" fmla="*/ 3654416 h 6858002"/>
                  <a:gd name="connsiteX193" fmla="*/ 4140382 w 4572002"/>
                  <a:gd name="connsiteY193" fmla="*/ 3668940 h 6858002"/>
                  <a:gd name="connsiteX194" fmla="*/ 4143220 w 4572002"/>
                  <a:gd name="connsiteY194" fmla="*/ 3680164 h 6858002"/>
                  <a:gd name="connsiteX195" fmla="*/ 4139172 w 4572002"/>
                  <a:gd name="connsiteY195" fmla="*/ 3734837 h 6858002"/>
                  <a:gd name="connsiteX196" fmla="*/ 4139172 w 4572002"/>
                  <a:gd name="connsiteY196" fmla="*/ 3734838 h 6858002"/>
                  <a:gd name="connsiteX197" fmla="*/ 4139554 w 4572002"/>
                  <a:gd name="connsiteY197" fmla="*/ 3754653 h 6858002"/>
                  <a:gd name="connsiteX198" fmla="*/ 4145911 w 4572002"/>
                  <a:gd name="connsiteY198" fmla="*/ 3789776 h 6858002"/>
                  <a:gd name="connsiteX199" fmla="*/ 4130980 w 4572002"/>
                  <a:gd name="connsiteY199" fmla="*/ 3822472 h 6858002"/>
                  <a:gd name="connsiteX200" fmla="*/ 4116645 w 4572002"/>
                  <a:gd name="connsiteY200" fmla="*/ 3852619 h 6858002"/>
                  <a:gd name="connsiteX201" fmla="*/ 4116645 w 4572002"/>
                  <a:gd name="connsiteY201" fmla="*/ 3852620 h 6858002"/>
                  <a:gd name="connsiteX202" fmla="*/ 4117425 w 4572002"/>
                  <a:gd name="connsiteY202" fmla="*/ 3868764 h 6858002"/>
                  <a:gd name="connsiteX203" fmla="*/ 4126028 w 4572002"/>
                  <a:gd name="connsiteY203" fmla="*/ 3885337 h 6858002"/>
                  <a:gd name="connsiteX204" fmla="*/ 4126028 w 4572002"/>
                  <a:gd name="connsiteY204" fmla="*/ 3885339 h 6858002"/>
                  <a:gd name="connsiteX205" fmla="*/ 4148409 w 4572002"/>
                  <a:gd name="connsiteY205" fmla="*/ 3923125 h 6858002"/>
                  <a:gd name="connsiteX206" fmla="*/ 4157913 w 4572002"/>
                  <a:gd name="connsiteY206" fmla="*/ 3962160 h 6858002"/>
                  <a:gd name="connsiteX207" fmla="*/ 4142221 w 4572002"/>
                  <a:gd name="connsiteY207" fmla="*/ 4043838 h 6858002"/>
                  <a:gd name="connsiteX208" fmla="*/ 4142220 w 4572002"/>
                  <a:gd name="connsiteY208" fmla="*/ 4043839 h 6858002"/>
                  <a:gd name="connsiteX209" fmla="*/ 4127099 w 4572002"/>
                  <a:gd name="connsiteY209" fmla="*/ 4103825 h 6858002"/>
                  <a:gd name="connsiteX210" fmla="*/ 4127099 w 4572002"/>
                  <a:gd name="connsiteY210" fmla="*/ 4103826 h 6858002"/>
                  <a:gd name="connsiteX211" fmla="*/ 4129066 w 4572002"/>
                  <a:gd name="connsiteY211" fmla="*/ 4134256 h 6858002"/>
                  <a:gd name="connsiteX212" fmla="*/ 4138410 w 4572002"/>
                  <a:gd name="connsiteY212" fmla="*/ 4165382 h 6858002"/>
                  <a:gd name="connsiteX213" fmla="*/ 4138410 w 4572002"/>
                  <a:gd name="connsiteY213" fmla="*/ 4165384 h 6858002"/>
                  <a:gd name="connsiteX214" fmla="*/ 4142315 w 4572002"/>
                  <a:gd name="connsiteY214" fmla="*/ 4192388 h 6858002"/>
                  <a:gd name="connsiteX215" fmla="*/ 4142315 w 4572002"/>
                  <a:gd name="connsiteY215" fmla="*/ 4192387 h 6858002"/>
                  <a:gd name="connsiteX216" fmla="*/ 4138410 w 4572002"/>
                  <a:gd name="connsiteY216" fmla="*/ 4165383 h 6858002"/>
                  <a:gd name="connsiteX217" fmla="*/ 4138410 w 4572002"/>
                  <a:gd name="connsiteY217" fmla="*/ 4165382 h 6858002"/>
                  <a:gd name="connsiteX218" fmla="*/ 4127099 w 4572002"/>
                  <a:gd name="connsiteY218" fmla="*/ 4103826 h 6858002"/>
                  <a:gd name="connsiteX219" fmla="*/ 4142220 w 4572002"/>
                  <a:gd name="connsiteY219" fmla="*/ 4043840 h 6858002"/>
                  <a:gd name="connsiteX220" fmla="*/ 4142221 w 4572002"/>
                  <a:gd name="connsiteY220" fmla="*/ 4043838 h 6858002"/>
                  <a:gd name="connsiteX221" fmla="*/ 4155523 w 4572002"/>
                  <a:gd name="connsiteY221" fmla="*/ 4002410 h 6858002"/>
                  <a:gd name="connsiteX222" fmla="*/ 4157913 w 4572002"/>
                  <a:gd name="connsiteY222" fmla="*/ 3962160 h 6858002"/>
                  <a:gd name="connsiteX223" fmla="*/ 4157913 w 4572002"/>
                  <a:gd name="connsiteY223" fmla="*/ 3962159 h 6858002"/>
                  <a:gd name="connsiteX224" fmla="*/ 4126028 w 4572002"/>
                  <a:gd name="connsiteY224" fmla="*/ 3885338 h 6858002"/>
                  <a:gd name="connsiteX225" fmla="*/ 4126028 w 4572002"/>
                  <a:gd name="connsiteY225" fmla="*/ 3885337 h 6858002"/>
                  <a:gd name="connsiteX226" fmla="*/ 4116645 w 4572002"/>
                  <a:gd name="connsiteY226" fmla="*/ 3852620 h 6858002"/>
                  <a:gd name="connsiteX227" fmla="*/ 4130980 w 4572002"/>
                  <a:gd name="connsiteY227" fmla="*/ 3822473 h 6858002"/>
                  <a:gd name="connsiteX228" fmla="*/ 4145911 w 4572002"/>
                  <a:gd name="connsiteY228" fmla="*/ 3789777 h 6858002"/>
                  <a:gd name="connsiteX229" fmla="*/ 4145911 w 4572002"/>
                  <a:gd name="connsiteY229" fmla="*/ 3789776 h 6858002"/>
                  <a:gd name="connsiteX230" fmla="*/ 4139554 w 4572002"/>
                  <a:gd name="connsiteY230" fmla="*/ 3754652 h 6858002"/>
                  <a:gd name="connsiteX231" fmla="*/ 4139172 w 4572002"/>
                  <a:gd name="connsiteY231" fmla="*/ 3734838 h 6858002"/>
                  <a:gd name="connsiteX232" fmla="*/ 4143220 w 4572002"/>
                  <a:gd name="connsiteY232" fmla="*/ 3680164 h 6858002"/>
                  <a:gd name="connsiteX233" fmla="*/ 4143220 w 4572002"/>
                  <a:gd name="connsiteY233" fmla="*/ 3680163 h 6858002"/>
                  <a:gd name="connsiteX234" fmla="*/ 4140382 w 4572002"/>
                  <a:gd name="connsiteY234" fmla="*/ 3668940 h 6858002"/>
                  <a:gd name="connsiteX235" fmla="*/ 4136708 w 4572002"/>
                  <a:gd name="connsiteY235" fmla="*/ 3654416 h 6858002"/>
                  <a:gd name="connsiteX236" fmla="*/ 4136708 w 4572002"/>
                  <a:gd name="connsiteY236" fmla="*/ 3654416 h 6858002"/>
                  <a:gd name="connsiteX237" fmla="*/ 4136708 w 4572002"/>
                  <a:gd name="connsiteY237" fmla="*/ 3654415 h 6858002"/>
                  <a:gd name="connsiteX238" fmla="*/ 4118979 w 4572002"/>
                  <a:gd name="connsiteY238" fmla="*/ 3630632 h 6858002"/>
                  <a:gd name="connsiteX239" fmla="*/ 4105453 w 4572002"/>
                  <a:gd name="connsiteY239" fmla="*/ 3606817 h 6858002"/>
                  <a:gd name="connsiteX240" fmla="*/ 4095707 w 4572002"/>
                  <a:gd name="connsiteY240" fmla="*/ 3587174 h 6858002"/>
                  <a:gd name="connsiteX241" fmla="*/ 4093355 w 4572002"/>
                  <a:gd name="connsiteY241" fmla="*/ 3574408 h 6858002"/>
                  <a:gd name="connsiteX242" fmla="*/ 4098434 w 4572002"/>
                  <a:gd name="connsiteY242" fmla="*/ 3562321 h 6858002"/>
                  <a:gd name="connsiteX243" fmla="*/ 4110977 w 4572002"/>
                  <a:gd name="connsiteY243" fmla="*/ 3544714 h 6858002"/>
                  <a:gd name="connsiteX244" fmla="*/ 4133076 w 4572002"/>
                  <a:gd name="connsiteY244" fmla="*/ 3489468 h 6858002"/>
                  <a:gd name="connsiteX245" fmla="*/ 4180703 w 4572002"/>
                  <a:gd name="connsiteY245" fmla="*/ 3172655 h 6858002"/>
                  <a:gd name="connsiteX246" fmla="*/ 4193158 w 4572002"/>
                  <a:gd name="connsiteY246" fmla="*/ 3077402 h 6858002"/>
                  <a:gd name="connsiteX247" fmla="*/ 4193158 w 4572002"/>
                  <a:gd name="connsiteY247" fmla="*/ 3077401 h 6858002"/>
                  <a:gd name="connsiteX248" fmla="*/ 4181465 w 4572002"/>
                  <a:gd name="connsiteY248" fmla="*/ 2982148 h 6858002"/>
                  <a:gd name="connsiteX249" fmla="*/ 4177881 w 4572002"/>
                  <a:gd name="connsiteY249" fmla="*/ 2947863 h 6858002"/>
                  <a:gd name="connsiteX250" fmla="*/ 4177882 w 4572002"/>
                  <a:gd name="connsiteY250" fmla="*/ 2947858 h 6858002"/>
                  <a:gd name="connsiteX251" fmla="*/ 4185787 w 4572002"/>
                  <a:gd name="connsiteY251" fmla="*/ 2903551 h 6858002"/>
                  <a:gd name="connsiteX252" fmla="*/ 4202421 w 4572002"/>
                  <a:gd name="connsiteY252" fmla="*/ 2848794 h 6858002"/>
                  <a:gd name="connsiteX253" fmla="*/ 4211111 w 4572002"/>
                  <a:gd name="connsiteY253" fmla="*/ 2836173 h 6858002"/>
                  <a:gd name="connsiteX254" fmla="*/ 3726625 w 4572002"/>
                  <a:gd name="connsiteY254" fmla="*/ 1508458 h 6858002"/>
                  <a:gd name="connsiteX255" fmla="*/ 3698531 w 4572002"/>
                  <a:gd name="connsiteY255" fmla="*/ 1596214 h 6858002"/>
                  <a:gd name="connsiteX256" fmla="*/ 3700436 w 4572002"/>
                  <a:gd name="connsiteY256" fmla="*/ 1624981 h 6858002"/>
                  <a:gd name="connsiteX257" fmla="*/ 3757017 w 4572002"/>
                  <a:gd name="connsiteY257" fmla="*/ 1697754 h 6858002"/>
                  <a:gd name="connsiteX258" fmla="*/ 3779686 w 4572002"/>
                  <a:gd name="connsiteY258" fmla="*/ 1733189 h 6858002"/>
                  <a:gd name="connsiteX259" fmla="*/ 3821407 w 4572002"/>
                  <a:gd name="connsiteY259" fmla="*/ 1833776 h 6858002"/>
                  <a:gd name="connsiteX260" fmla="*/ 3829028 w 4572002"/>
                  <a:gd name="connsiteY260" fmla="*/ 1842159 h 6858002"/>
                  <a:gd name="connsiteX261" fmla="*/ 3919519 w 4572002"/>
                  <a:gd name="connsiteY261" fmla="*/ 1916455 h 6858002"/>
                  <a:gd name="connsiteX262" fmla="*/ 3934949 w 4572002"/>
                  <a:gd name="connsiteY262" fmla="*/ 1933220 h 6858002"/>
                  <a:gd name="connsiteX263" fmla="*/ 3958954 w 4572002"/>
                  <a:gd name="connsiteY263" fmla="*/ 1953414 h 6858002"/>
                  <a:gd name="connsiteX264" fmla="*/ 4005437 w 4572002"/>
                  <a:gd name="connsiteY264" fmla="*/ 2016470 h 6858002"/>
                  <a:gd name="connsiteX265" fmla="*/ 4020296 w 4572002"/>
                  <a:gd name="connsiteY265" fmla="*/ 2094579 h 6858002"/>
                  <a:gd name="connsiteX266" fmla="*/ 4042967 w 4572002"/>
                  <a:gd name="connsiteY266" fmla="*/ 2188880 h 6858002"/>
                  <a:gd name="connsiteX267" fmla="*/ 4058207 w 4572002"/>
                  <a:gd name="connsiteY267" fmla="*/ 2228315 h 6858002"/>
                  <a:gd name="connsiteX268" fmla="*/ 4087164 w 4572002"/>
                  <a:gd name="connsiteY268" fmla="*/ 2334045 h 6858002"/>
                  <a:gd name="connsiteX269" fmla="*/ 4111549 w 4572002"/>
                  <a:gd name="connsiteY269" fmla="*/ 2409486 h 6858002"/>
                  <a:gd name="connsiteX270" fmla="*/ 4128650 w 4572002"/>
                  <a:gd name="connsiteY270" fmla="*/ 2435913 h 6858002"/>
                  <a:gd name="connsiteX271" fmla="*/ 4134481 w 4572002"/>
                  <a:gd name="connsiteY271" fmla="*/ 2463018 h 6858002"/>
                  <a:gd name="connsiteX272" fmla="*/ 4125839 w 4572002"/>
                  <a:gd name="connsiteY272" fmla="*/ 2518262 h 6858002"/>
                  <a:gd name="connsiteX273" fmla="*/ 4125838 w 4572002"/>
                  <a:gd name="connsiteY273" fmla="*/ 2518264 h 6858002"/>
                  <a:gd name="connsiteX274" fmla="*/ 4122194 w 4572002"/>
                  <a:gd name="connsiteY274" fmla="*/ 2545006 h 6858002"/>
                  <a:gd name="connsiteX275" fmla="*/ 4122194 w 4572002"/>
                  <a:gd name="connsiteY275" fmla="*/ 2545007 h 6858002"/>
                  <a:gd name="connsiteX276" fmla="*/ 4126408 w 4572002"/>
                  <a:gd name="connsiteY276" fmla="*/ 2571035 h 6858002"/>
                  <a:gd name="connsiteX277" fmla="*/ 4199563 w 4572002"/>
                  <a:gd name="connsiteY277" fmla="*/ 2668002 h 6858002"/>
                  <a:gd name="connsiteX278" fmla="*/ 4247953 w 4572002"/>
                  <a:gd name="connsiteY278" fmla="*/ 2745349 h 6858002"/>
                  <a:gd name="connsiteX279" fmla="*/ 4247954 w 4572002"/>
                  <a:gd name="connsiteY279" fmla="*/ 2745352 h 6858002"/>
                  <a:gd name="connsiteX280" fmla="*/ 4253873 w 4572002"/>
                  <a:gd name="connsiteY280" fmla="*/ 2778006 h 6858002"/>
                  <a:gd name="connsiteX281" fmla="*/ 4253453 w 4572002"/>
                  <a:gd name="connsiteY281" fmla="*/ 2785440 h 6858002"/>
                  <a:gd name="connsiteX282" fmla="*/ 4243374 w 4572002"/>
                  <a:gd name="connsiteY282" fmla="*/ 2811780 h 6858002"/>
                  <a:gd name="connsiteX283" fmla="*/ 4243371 w 4572002"/>
                  <a:gd name="connsiteY283" fmla="*/ 2811787 h 6858002"/>
                  <a:gd name="connsiteX284" fmla="*/ 4243372 w 4572002"/>
                  <a:gd name="connsiteY284" fmla="*/ 2811787 h 6858002"/>
                  <a:gd name="connsiteX285" fmla="*/ 4243374 w 4572002"/>
                  <a:gd name="connsiteY285" fmla="*/ 2811780 h 6858002"/>
                  <a:gd name="connsiteX286" fmla="*/ 4253025 w 4572002"/>
                  <a:gd name="connsiteY286" fmla="*/ 2793023 h 6858002"/>
                  <a:gd name="connsiteX287" fmla="*/ 4253453 w 4572002"/>
                  <a:gd name="connsiteY287" fmla="*/ 2785440 h 6858002"/>
                  <a:gd name="connsiteX288" fmla="*/ 4254654 w 4572002"/>
                  <a:gd name="connsiteY288" fmla="*/ 2782305 h 6858002"/>
                  <a:gd name="connsiteX289" fmla="*/ 4253873 w 4572002"/>
                  <a:gd name="connsiteY289" fmla="*/ 2778006 h 6858002"/>
                  <a:gd name="connsiteX290" fmla="*/ 4254284 w 4572002"/>
                  <a:gd name="connsiteY290" fmla="*/ 2770758 h 6858002"/>
                  <a:gd name="connsiteX291" fmla="*/ 4247954 w 4572002"/>
                  <a:gd name="connsiteY291" fmla="*/ 2745352 h 6858002"/>
                  <a:gd name="connsiteX292" fmla="*/ 4247953 w 4572002"/>
                  <a:gd name="connsiteY292" fmla="*/ 2745348 h 6858002"/>
                  <a:gd name="connsiteX293" fmla="*/ 4199563 w 4572002"/>
                  <a:gd name="connsiteY293" fmla="*/ 2668001 h 6858002"/>
                  <a:gd name="connsiteX294" fmla="*/ 4126408 w 4572002"/>
                  <a:gd name="connsiteY294" fmla="*/ 2571034 h 6858002"/>
                  <a:gd name="connsiteX295" fmla="*/ 4122194 w 4572002"/>
                  <a:gd name="connsiteY295" fmla="*/ 2545007 h 6858002"/>
                  <a:gd name="connsiteX296" fmla="*/ 4125838 w 4572002"/>
                  <a:gd name="connsiteY296" fmla="*/ 2518265 h 6858002"/>
                  <a:gd name="connsiteX297" fmla="*/ 4125839 w 4572002"/>
                  <a:gd name="connsiteY297" fmla="*/ 2518262 h 6858002"/>
                  <a:gd name="connsiteX298" fmla="*/ 4132419 w 4572002"/>
                  <a:gd name="connsiteY298" fmla="*/ 2490551 h 6858002"/>
                  <a:gd name="connsiteX299" fmla="*/ 4134481 w 4572002"/>
                  <a:gd name="connsiteY299" fmla="*/ 2463018 h 6858002"/>
                  <a:gd name="connsiteX300" fmla="*/ 4134481 w 4572002"/>
                  <a:gd name="connsiteY300" fmla="*/ 2463017 h 6858002"/>
                  <a:gd name="connsiteX301" fmla="*/ 4111549 w 4572002"/>
                  <a:gd name="connsiteY301" fmla="*/ 2409485 h 6858002"/>
                  <a:gd name="connsiteX302" fmla="*/ 4087164 w 4572002"/>
                  <a:gd name="connsiteY302" fmla="*/ 2334044 h 6858002"/>
                  <a:gd name="connsiteX303" fmla="*/ 4058207 w 4572002"/>
                  <a:gd name="connsiteY303" fmla="*/ 2228314 h 6858002"/>
                  <a:gd name="connsiteX304" fmla="*/ 4042967 w 4572002"/>
                  <a:gd name="connsiteY304" fmla="*/ 2188879 h 6858002"/>
                  <a:gd name="connsiteX305" fmla="*/ 4020296 w 4572002"/>
                  <a:gd name="connsiteY305" fmla="*/ 2094578 h 6858002"/>
                  <a:gd name="connsiteX306" fmla="*/ 4005437 w 4572002"/>
                  <a:gd name="connsiteY306" fmla="*/ 2016469 h 6858002"/>
                  <a:gd name="connsiteX307" fmla="*/ 3958954 w 4572002"/>
                  <a:gd name="connsiteY307" fmla="*/ 1953413 h 6858002"/>
                  <a:gd name="connsiteX308" fmla="*/ 3934949 w 4572002"/>
                  <a:gd name="connsiteY308" fmla="*/ 1933219 h 6858002"/>
                  <a:gd name="connsiteX309" fmla="*/ 3919519 w 4572002"/>
                  <a:gd name="connsiteY309" fmla="*/ 1916454 h 6858002"/>
                  <a:gd name="connsiteX310" fmla="*/ 3829028 w 4572002"/>
                  <a:gd name="connsiteY310" fmla="*/ 1842158 h 6858002"/>
                  <a:gd name="connsiteX311" fmla="*/ 3821407 w 4572002"/>
                  <a:gd name="connsiteY311" fmla="*/ 1833775 h 6858002"/>
                  <a:gd name="connsiteX312" fmla="*/ 3779686 w 4572002"/>
                  <a:gd name="connsiteY312" fmla="*/ 1733188 h 6858002"/>
                  <a:gd name="connsiteX313" fmla="*/ 3757018 w 4572002"/>
                  <a:gd name="connsiteY313" fmla="*/ 1697753 h 6858002"/>
                  <a:gd name="connsiteX314" fmla="*/ 3700436 w 4572002"/>
                  <a:gd name="connsiteY314" fmla="*/ 1624980 h 6858002"/>
                  <a:gd name="connsiteX315" fmla="*/ 3698532 w 4572002"/>
                  <a:gd name="connsiteY315" fmla="*/ 1596213 h 6858002"/>
                  <a:gd name="connsiteX316" fmla="*/ 3745230 w 4572002"/>
                  <a:gd name="connsiteY316" fmla="*/ 1459073 h 6858002"/>
                  <a:gd name="connsiteX317" fmla="*/ 3745229 w 4572002"/>
                  <a:gd name="connsiteY317" fmla="*/ 1459074 h 6858002"/>
                  <a:gd name="connsiteX318" fmla="*/ 3736012 w 4572002"/>
                  <a:gd name="connsiteY318" fmla="*/ 1481572 h 6858002"/>
                  <a:gd name="connsiteX319" fmla="*/ 3764423 w 4572002"/>
                  <a:gd name="connsiteY319" fmla="*/ 1268758 h 6858002"/>
                  <a:gd name="connsiteX320" fmla="*/ 3769590 w 4572002"/>
                  <a:gd name="connsiteY320" fmla="*/ 1286070 h 6858002"/>
                  <a:gd name="connsiteX321" fmla="*/ 3791927 w 4572002"/>
                  <a:gd name="connsiteY321" fmla="*/ 1350628 h 6858002"/>
                  <a:gd name="connsiteX322" fmla="*/ 3786333 w 4572002"/>
                  <a:gd name="connsiteY322" fmla="*/ 1413840 h 6858002"/>
                  <a:gd name="connsiteX323" fmla="*/ 3791928 w 4572002"/>
                  <a:gd name="connsiteY323" fmla="*/ 1350627 h 6858002"/>
                  <a:gd name="connsiteX324" fmla="*/ 3769590 w 4572002"/>
                  <a:gd name="connsiteY324" fmla="*/ 1286069 h 6858002"/>
                  <a:gd name="connsiteX325" fmla="*/ 3706152 w 4572002"/>
                  <a:gd name="connsiteY325" fmla="*/ 773035 h 6858002"/>
                  <a:gd name="connsiteX326" fmla="*/ 3706152 w 4572002"/>
                  <a:gd name="connsiteY326" fmla="*/ 773036 h 6858002"/>
                  <a:gd name="connsiteX327" fmla="*/ 3714152 w 4572002"/>
                  <a:gd name="connsiteY327" fmla="*/ 854380 h 6858002"/>
                  <a:gd name="connsiteX328" fmla="*/ 3745205 w 4572002"/>
                  <a:gd name="connsiteY328" fmla="*/ 915344 h 6858002"/>
                  <a:gd name="connsiteX329" fmla="*/ 3755683 w 4572002"/>
                  <a:gd name="connsiteY329" fmla="*/ 927156 h 6858002"/>
                  <a:gd name="connsiteX330" fmla="*/ 3752063 w 4572002"/>
                  <a:gd name="connsiteY330" fmla="*/ 1097088 h 6858002"/>
                  <a:gd name="connsiteX331" fmla="*/ 3747681 w 4572002"/>
                  <a:gd name="connsiteY331" fmla="*/ 1123186 h 6858002"/>
                  <a:gd name="connsiteX332" fmla="*/ 3772400 w 4572002"/>
                  <a:gd name="connsiteY332" fmla="*/ 1184029 h 6858002"/>
                  <a:gd name="connsiteX333" fmla="*/ 3747682 w 4572002"/>
                  <a:gd name="connsiteY333" fmla="*/ 1123185 h 6858002"/>
                  <a:gd name="connsiteX334" fmla="*/ 3752064 w 4572002"/>
                  <a:gd name="connsiteY334" fmla="*/ 1097087 h 6858002"/>
                  <a:gd name="connsiteX335" fmla="*/ 3755684 w 4572002"/>
                  <a:gd name="connsiteY335" fmla="*/ 927155 h 6858002"/>
                  <a:gd name="connsiteX336" fmla="*/ 3745206 w 4572002"/>
                  <a:gd name="connsiteY336" fmla="*/ 915343 h 6858002"/>
                  <a:gd name="connsiteX337" fmla="*/ 3714152 w 4572002"/>
                  <a:gd name="connsiteY337" fmla="*/ 854379 h 6858002"/>
                  <a:gd name="connsiteX338" fmla="*/ 3761553 w 4572002"/>
                  <a:gd name="connsiteY338" fmla="*/ 517851 h 6858002"/>
                  <a:gd name="connsiteX339" fmla="*/ 3752635 w 4572002"/>
                  <a:gd name="connsiteY339" fmla="*/ 556048 h 6858002"/>
                  <a:gd name="connsiteX340" fmla="*/ 3746157 w 4572002"/>
                  <a:gd name="connsiteY340" fmla="*/ 580051 h 6858002"/>
                  <a:gd name="connsiteX341" fmla="*/ 3742776 w 4572002"/>
                  <a:gd name="connsiteY341" fmla="*/ 642538 h 6858002"/>
                  <a:gd name="connsiteX342" fmla="*/ 3730253 w 4572002"/>
                  <a:gd name="connsiteY342" fmla="*/ 694928 h 6858002"/>
                  <a:gd name="connsiteX343" fmla="*/ 3742777 w 4572002"/>
                  <a:gd name="connsiteY343" fmla="*/ 642537 h 6858002"/>
                  <a:gd name="connsiteX344" fmla="*/ 3746158 w 4572002"/>
                  <a:gd name="connsiteY344" fmla="*/ 580050 h 6858002"/>
                  <a:gd name="connsiteX345" fmla="*/ 3752636 w 4572002"/>
                  <a:gd name="connsiteY345" fmla="*/ 556047 h 6858002"/>
                  <a:gd name="connsiteX346" fmla="*/ 3774848 w 4572002"/>
                  <a:gd name="connsiteY346" fmla="*/ 298169 h 6858002"/>
                  <a:gd name="connsiteX347" fmla="*/ 3760065 w 4572002"/>
                  <a:gd name="connsiteY347" fmla="*/ 313534 h 6858002"/>
                  <a:gd name="connsiteX348" fmla="*/ 3759493 w 4572002"/>
                  <a:gd name="connsiteY348" fmla="*/ 338871 h 6858002"/>
                  <a:gd name="connsiteX349" fmla="*/ 3759500 w 4572002"/>
                  <a:gd name="connsiteY349" fmla="*/ 338900 h 6858002"/>
                  <a:gd name="connsiteX350" fmla="*/ 3769400 w 4572002"/>
                  <a:gd name="connsiteY350" fmla="*/ 395640 h 6858002"/>
                  <a:gd name="connsiteX351" fmla="*/ 3765590 w 4572002"/>
                  <a:gd name="connsiteY351" fmla="*/ 367328 h 6858002"/>
                  <a:gd name="connsiteX352" fmla="*/ 3759500 w 4572002"/>
                  <a:gd name="connsiteY352" fmla="*/ 338900 h 6858002"/>
                  <a:gd name="connsiteX353" fmla="*/ 3759494 w 4572002"/>
                  <a:gd name="connsiteY353" fmla="*/ 338870 h 6858002"/>
                  <a:gd name="connsiteX354" fmla="*/ 3760066 w 4572002"/>
                  <a:gd name="connsiteY354" fmla="*/ 313533 h 6858002"/>
                  <a:gd name="connsiteX355" fmla="*/ 3782393 w 4572002"/>
                  <a:gd name="connsiteY355" fmla="*/ 281568 h 6858002"/>
                  <a:gd name="connsiteX356" fmla="*/ 3777498 w 4572002"/>
                  <a:gd name="connsiteY356" fmla="*/ 295415 h 6858002"/>
                  <a:gd name="connsiteX357" fmla="*/ 3777499 w 4572002"/>
                  <a:gd name="connsiteY357" fmla="*/ 295415 h 6858002"/>
                  <a:gd name="connsiteX358" fmla="*/ 3769073 w 4572002"/>
                  <a:gd name="connsiteY358" fmla="*/ 24486 h 6858002"/>
                  <a:gd name="connsiteX359" fmla="*/ 3766810 w 4572002"/>
                  <a:gd name="connsiteY359" fmla="*/ 74129 h 6858002"/>
                  <a:gd name="connsiteX360" fmla="*/ 3772734 w 4572002"/>
                  <a:gd name="connsiteY360" fmla="*/ 125861 h 6858002"/>
                  <a:gd name="connsiteX361" fmla="*/ 3777129 w 4572002"/>
                  <a:gd name="connsiteY361" fmla="*/ 153387 h 6858002"/>
                  <a:gd name="connsiteX362" fmla="*/ 3785402 w 4572002"/>
                  <a:gd name="connsiteY362" fmla="*/ 228944 h 6858002"/>
                  <a:gd name="connsiteX363" fmla="*/ 3780943 w 4572002"/>
                  <a:gd name="connsiteY363" fmla="*/ 177271 h 6858002"/>
                  <a:gd name="connsiteX364" fmla="*/ 3777129 w 4572002"/>
                  <a:gd name="connsiteY364" fmla="*/ 153387 h 6858002"/>
                  <a:gd name="connsiteX365" fmla="*/ 3776930 w 4572002"/>
                  <a:gd name="connsiteY365" fmla="*/ 151569 h 6858002"/>
                  <a:gd name="connsiteX366" fmla="*/ 3766811 w 4572002"/>
                  <a:gd name="connsiteY366" fmla="*/ 74129 h 6858002"/>
                  <a:gd name="connsiteX367" fmla="*/ 3766492 w 4572002"/>
                  <a:gd name="connsiteY367" fmla="*/ 0 h 6858002"/>
                  <a:gd name="connsiteX368" fmla="*/ 4230600 w 4572002"/>
                  <a:gd name="connsiteY368" fmla="*/ 0 h 6858002"/>
                  <a:gd name="connsiteX369" fmla="*/ 4229473 w 4572002"/>
                  <a:gd name="connsiteY369" fmla="*/ 2817 h 6858002"/>
                  <a:gd name="connsiteX370" fmla="*/ 4215375 w 4572002"/>
                  <a:gd name="connsiteY370" fmla="*/ 63587 h 6858002"/>
                  <a:gd name="connsiteX371" fmla="*/ 4201468 w 4572002"/>
                  <a:gd name="connsiteY371" fmla="*/ 176939 h 6858002"/>
                  <a:gd name="connsiteX372" fmla="*/ 4193466 w 4572002"/>
                  <a:gd name="connsiteY372" fmla="*/ 200182 h 6858002"/>
                  <a:gd name="connsiteX373" fmla="*/ 4155554 w 4572002"/>
                  <a:gd name="connsiteY373" fmla="*/ 340774 h 6858002"/>
                  <a:gd name="connsiteX374" fmla="*/ 4156319 w 4572002"/>
                  <a:gd name="connsiteY374" fmla="*/ 453364 h 6858002"/>
                  <a:gd name="connsiteX375" fmla="*/ 4158033 w 4572002"/>
                  <a:gd name="connsiteY375" fmla="*/ 462126 h 6858002"/>
                  <a:gd name="connsiteX376" fmla="*/ 4170605 w 4572002"/>
                  <a:gd name="connsiteY376" fmla="*/ 505182 h 6858002"/>
                  <a:gd name="connsiteX377" fmla="*/ 4167177 w 4572002"/>
                  <a:gd name="connsiteY377" fmla="*/ 571860 h 6858002"/>
                  <a:gd name="connsiteX378" fmla="*/ 4149840 w 4572002"/>
                  <a:gd name="connsiteY378" fmla="*/ 617772 h 6858002"/>
                  <a:gd name="connsiteX379" fmla="*/ 4149078 w 4572002"/>
                  <a:gd name="connsiteY379" fmla="*/ 674923 h 6858002"/>
                  <a:gd name="connsiteX380" fmla="*/ 4159937 w 4572002"/>
                  <a:gd name="connsiteY380" fmla="*/ 740268 h 6858002"/>
                  <a:gd name="connsiteX381" fmla="*/ 4162223 w 4572002"/>
                  <a:gd name="connsiteY381" fmla="*/ 769605 h 6858002"/>
                  <a:gd name="connsiteX382" fmla="*/ 4184703 w 4572002"/>
                  <a:gd name="connsiteY382" fmla="*/ 850189 h 6858002"/>
                  <a:gd name="connsiteX383" fmla="*/ 4179179 w 4572002"/>
                  <a:gd name="connsiteY383" fmla="*/ 898198 h 6858002"/>
                  <a:gd name="connsiteX384" fmla="*/ 4164319 w 4572002"/>
                  <a:gd name="connsiteY384" fmla="*/ 945444 h 6858002"/>
                  <a:gd name="connsiteX385" fmla="*/ 4150030 w 4572002"/>
                  <a:gd name="connsiteY385" fmla="*/ 975733 h 6858002"/>
                  <a:gd name="connsiteX386" fmla="*/ 4139934 w 4572002"/>
                  <a:gd name="connsiteY386" fmla="*/ 1036887 h 6858002"/>
                  <a:gd name="connsiteX387" fmla="*/ 4141458 w 4572002"/>
                  <a:gd name="connsiteY387" fmla="*/ 1048125 h 6858002"/>
                  <a:gd name="connsiteX388" fmla="*/ 4154032 w 4572002"/>
                  <a:gd name="connsiteY388" fmla="*/ 1230633 h 6858002"/>
                  <a:gd name="connsiteX389" fmla="*/ 4174225 w 4572002"/>
                  <a:gd name="connsiteY389" fmla="*/ 1303024 h 6858002"/>
                  <a:gd name="connsiteX390" fmla="*/ 4176701 w 4572002"/>
                  <a:gd name="connsiteY390" fmla="*/ 1318456 h 6858002"/>
                  <a:gd name="connsiteX391" fmla="*/ 4199372 w 4572002"/>
                  <a:gd name="connsiteY391" fmla="*/ 1472575 h 6858002"/>
                  <a:gd name="connsiteX392" fmla="*/ 4200325 w 4572002"/>
                  <a:gd name="connsiteY392" fmla="*/ 1489720 h 6858002"/>
                  <a:gd name="connsiteX393" fmla="*/ 4196324 w 4572002"/>
                  <a:gd name="connsiteY393" fmla="*/ 1537537 h 6858002"/>
                  <a:gd name="connsiteX394" fmla="*/ 4237474 w 4572002"/>
                  <a:gd name="connsiteY394" fmla="*/ 1650317 h 6858002"/>
                  <a:gd name="connsiteX395" fmla="*/ 4251572 w 4572002"/>
                  <a:gd name="connsiteY395" fmla="*/ 1763287 h 6858002"/>
                  <a:gd name="connsiteX396" fmla="*/ 4251380 w 4572002"/>
                  <a:gd name="connsiteY396" fmla="*/ 1825393 h 6858002"/>
                  <a:gd name="connsiteX397" fmla="*/ 4261478 w 4572002"/>
                  <a:gd name="connsiteY397" fmla="*/ 1869780 h 6858002"/>
                  <a:gd name="connsiteX398" fmla="*/ 4292149 w 4572002"/>
                  <a:gd name="connsiteY398" fmla="*/ 1978940 h 6858002"/>
                  <a:gd name="connsiteX399" fmla="*/ 4296911 w 4572002"/>
                  <a:gd name="connsiteY399" fmla="*/ 2030378 h 6858002"/>
                  <a:gd name="connsiteX400" fmla="*/ 4307201 w 4572002"/>
                  <a:gd name="connsiteY400" fmla="*/ 2085054 h 6858002"/>
                  <a:gd name="connsiteX401" fmla="*/ 4353302 w 4572002"/>
                  <a:gd name="connsiteY401" fmla="*/ 2220312 h 6858002"/>
                  <a:gd name="connsiteX402" fmla="*/ 4350636 w 4572002"/>
                  <a:gd name="connsiteY402" fmla="*/ 2330806 h 6858002"/>
                  <a:gd name="connsiteX403" fmla="*/ 4351206 w 4572002"/>
                  <a:gd name="connsiteY403" fmla="*/ 2401292 h 6858002"/>
                  <a:gd name="connsiteX404" fmla="*/ 4366446 w 4572002"/>
                  <a:gd name="connsiteY404" fmla="*/ 2485307 h 6858002"/>
                  <a:gd name="connsiteX405" fmla="*/ 4388736 w 4572002"/>
                  <a:gd name="connsiteY405" fmla="*/ 2554079 h 6858002"/>
                  <a:gd name="connsiteX406" fmla="*/ 4406453 w 4572002"/>
                  <a:gd name="connsiteY406" fmla="*/ 2649143 h 6858002"/>
                  <a:gd name="connsiteX407" fmla="*/ 4440554 w 4572002"/>
                  <a:gd name="connsiteY407" fmla="*/ 2743826 h 6858002"/>
                  <a:gd name="connsiteX408" fmla="*/ 4466653 w 4572002"/>
                  <a:gd name="connsiteY408" fmla="*/ 2809930 h 6858002"/>
                  <a:gd name="connsiteX409" fmla="*/ 4489705 w 4572002"/>
                  <a:gd name="connsiteY409" fmla="*/ 2901943 h 6858002"/>
                  <a:gd name="connsiteX410" fmla="*/ 4505897 w 4572002"/>
                  <a:gd name="connsiteY410" fmla="*/ 3042728 h 6858002"/>
                  <a:gd name="connsiteX411" fmla="*/ 4507613 w 4572002"/>
                  <a:gd name="connsiteY411" fmla="*/ 3107500 h 6858002"/>
                  <a:gd name="connsiteX412" fmla="*/ 4545521 w 4572002"/>
                  <a:gd name="connsiteY412" fmla="*/ 3209993 h 6858002"/>
                  <a:gd name="connsiteX413" fmla="*/ 4563811 w 4572002"/>
                  <a:gd name="connsiteY413" fmla="*/ 3253809 h 6858002"/>
                  <a:gd name="connsiteX414" fmla="*/ 4548570 w 4572002"/>
                  <a:gd name="connsiteY414" fmla="*/ 3293244 h 6858002"/>
                  <a:gd name="connsiteX415" fmla="*/ 4531043 w 4572002"/>
                  <a:gd name="connsiteY415" fmla="*/ 3318771 h 6858002"/>
                  <a:gd name="connsiteX416" fmla="*/ 4545904 w 4572002"/>
                  <a:gd name="connsiteY416" fmla="*/ 3399546 h 6858002"/>
                  <a:gd name="connsiteX417" fmla="*/ 4561524 w 4572002"/>
                  <a:gd name="connsiteY417" fmla="*/ 3485275 h 6858002"/>
                  <a:gd name="connsiteX418" fmla="*/ 4572002 w 4572002"/>
                  <a:gd name="connsiteY418" fmla="*/ 3546617 h 6858002"/>
                  <a:gd name="connsiteX419" fmla="*/ 4563620 w 4572002"/>
                  <a:gd name="connsiteY419" fmla="*/ 3623201 h 6858002"/>
                  <a:gd name="connsiteX420" fmla="*/ 4560192 w 4572002"/>
                  <a:gd name="connsiteY420" fmla="*/ 3683591 h 6858002"/>
                  <a:gd name="connsiteX421" fmla="*/ 4550476 w 4572002"/>
                  <a:gd name="connsiteY421" fmla="*/ 3732361 h 6858002"/>
                  <a:gd name="connsiteX422" fmla="*/ 4544759 w 4572002"/>
                  <a:gd name="connsiteY422" fmla="*/ 3749506 h 6858002"/>
                  <a:gd name="connsiteX423" fmla="*/ 4500182 w 4572002"/>
                  <a:gd name="connsiteY423" fmla="*/ 3885338 h 6858002"/>
                  <a:gd name="connsiteX424" fmla="*/ 4464557 w 4572002"/>
                  <a:gd name="connsiteY424" fmla="*/ 4030503 h 6858002"/>
                  <a:gd name="connsiteX425" fmla="*/ 4487039 w 4572002"/>
                  <a:gd name="connsiteY425" fmla="*/ 4124614 h 6858002"/>
                  <a:gd name="connsiteX426" fmla="*/ 4486656 w 4572002"/>
                  <a:gd name="connsiteY426" fmla="*/ 4159667 h 6858002"/>
                  <a:gd name="connsiteX427" fmla="*/ 4491801 w 4572002"/>
                  <a:gd name="connsiteY427" fmla="*/ 4320837 h 6858002"/>
                  <a:gd name="connsiteX428" fmla="*/ 4497325 w 4572002"/>
                  <a:gd name="connsiteY428" fmla="*/ 4349222 h 6858002"/>
                  <a:gd name="connsiteX429" fmla="*/ 4474653 w 4572002"/>
                  <a:gd name="connsiteY429" fmla="*/ 4502579 h 6858002"/>
                  <a:gd name="connsiteX430" fmla="*/ 4470844 w 4572002"/>
                  <a:gd name="connsiteY430" fmla="*/ 4558207 h 6858002"/>
                  <a:gd name="connsiteX431" fmla="*/ 4464557 w 4572002"/>
                  <a:gd name="connsiteY431" fmla="*/ 4609452 h 6858002"/>
                  <a:gd name="connsiteX432" fmla="*/ 4463033 w 4572002"/>
                  <a:gd name="connsiteY432" fmla="*/ 4681083 h 6858002"/>
                  <a:gd name="connsiteX433" fmla="*/ 4465891 w 4572002"/>
                  <a:gd name="connsiteY433" fmla="*/ 4755381 h 6858002"/>
                  <a:gd name="connsiteX434" fmla="*/ 4465319 w 4572002"/>
                  <a:gd name="connsiteY434" fmla="*/ 4838250 h 6858002"/>
                  <a:gd name="connsiteX435" fmla="*/ 4460367 w 4572002"/>
                  <a:gd name="connsiteY435" fmla="*/ 4871019 h 6858002"/>
                  <a:gd name="connsiteX436" fmla="*/ 4463795 w 4572002"/>
                  <a:gd name="connsiteY436" fmla="*/ 4959602 h 6858002"/>
                  <a:gd name="connsiteX437" fmla="*/ 4458082 w 4572002"/>
                  <a:gd name="connsiteY437" fmla="*/ 5006086 h 6858002"/>
                  <a:gd name="connsiteX438" fmla="*/ 4456937 w 4572002"/>
                  <a:gd name="connsiteY438" fmla="*/ 5082670 h 6858002"/>
                  <a:gd name="connsiteX439" fmla="*/ 4455603 w 4572002"/>
                  <a:gd name="connsiteY439" fmla="*/ 5107627 h 6858002"/>
                  <a:gd name="connsiteX440" fmla="*/ 4454840 w 4572002"/>
                  <a:gd name="connsiteY440" fmla="*/ 5129916 h 6858002"/>
                  <a:gd name="connsiteX441" fmla="*/ 4470464 w 4572002"/>
                  <a:gd name="connsiteY441" fmla="*/ 5206308 h 6858002"/>
                  <a:gd name="connsiteX442" fmla="*/ 4471415 w 4572002"/>
                  <a:gd name="connsiteY442" fmla="*/ 5274129 h 6858002"/>
                  <a:gd name="connsiteX443" fmla="*/ 4483990 w 4572002"/>
                  <a:gd name="connsiteY443" fmla="*/ 5393005 h 6858002"/>
                  <a:gd name="connsiteX444" fmla="*/ 4479607 w 4572002"/>
                  <a:gd name="connsiteY444" fmla="*/ 5419295 h 6858002"/>
                  <a:gd name="connsiteX445" fmla="*/ 4477894 w 4572002"/>
                  <a:gd name="connsiteY445" fmla="*/ 5501594 h 6858002"/>
                  <a:gd name="connsiteX446" fmla="*/ 4476560 w 4572002"/>
                  <a:gd name="connsiteY446" fmla="*/ 5548460 h 6858002"/>
                  <a:gd name="connsiteX447" fmla="*/ 4485703 w 4572002"/>
                  <a:gd name="connsiteY447" fmla="*/ 5606372 h 6858002"/>
                  <a:gd name="connsiteX448" fmla="*/ 4505134 w 4572002"/>
                  <a:gd name="connsiteY448" fmla="*/ 5706959 h 6858002"/>
                  <a:gd name="connsiteX449" fmla="*/ 4508183 w 4572002"/>
                  <a:gd name="connsiteY449" fmla="*/ 5733440 h 6858002"/>
                  <a:gd name="connsiteX450" fmla="*/ 4517519 w 4572002"/>
                  <a:gd name="connsiteY450" fmla="*/ 5781830 h 6858002"/>
                  <a:gd name="connsiteX451" fmla="*/ 4519234 w 4572002"/>
                  <a:gd name="connsiteY451" fmla="*/ 5790592 h 6858002"/>
                  <a:gd name="connsiteX452" fmla="*/ 4542855 w 4572002"/>
                  <a:gd name="connsiteY452" fmla="*/ 5864318 h 6858002"/>
                  <a:gd name="connsiteX453" fmla="*/ 4544759 w 4572002"/>
                  <a:gd name="connsiteY453" fmla="*/ 5902610 h 6858002"/>
                  <a:gd name="connsiteX454" fmla="*/ 4544951 w 4572002"/>
                  <a:gd name="connsiteY454" fmla="*/ 6012723 h 6858002"/>
                  <a:gd name="connsiteX455" fmla="*/ 4541332 w 4572002"/>
                  <a:gd name="connsiteY455" fmla="*/ 6059397 h 6858002"/>
                  <a:gd name="connsiteX456" fmla="*/ 4527426 w 4572002"/>
                  <a:gd name="connsiteY456" fmla="*/ 6171605 h 6858002"/>
                  <a:gd name="connsiteX457" fmla="*/ 4520568 w 4572002"/>
                  <a:gd name="connsiteY457" fmla="*/ 6242093 h 6858002"/>
                  <a:gd name="connsiteX458" fmla="*/ 4509706 w 4572002"/>
                  <a:gd name="connsiteY458" fmla="*/ 6323058 h 6858002"/>
                  <a:gd name="connsiteX459" fmla="*/ 4502848 w 4572002"/>
                  <a:gd name="connsiteY459" fmla="*/ 6415833 h 6858002"/>
                  <a:gd name="connsiteX460" fmla="*/ 4482084 w 4572002"/>
                  <a:gd name="connsiteY460" fmla="*/ 6584812 h 6858002"/>
                  <a:gd name="connsiteX461" fmla="*/ 4460557 w 4572002"/>
                  <a:gd name="connsiteY461" fmla="*/ 6748458 h 6858002"/>
                  <a:gd name="connsiteX462" fmla="*/ 4441507 w 4572002"/>
                  <a:gd name="connsiteY462" fmla="*/ 6815516 h 6858002"/>
                  <a:gd name="connsiteX463" fmla="*/ 4431806 w 4572002"/>
                  <a:gd name="connsiteY463" fmla="*/ 6858001 h 6858002"/>
                  <a:gd name="connsiteX464" fmla="*/ 4259554 w 4572002"/>
                  <a:gd name="connsiteY464" fmla="*/ 6858001 h 6858002"/>
                  <a:gd name="connsiteX465" fmla="*/ 4259554 w 4572002"/>
                  <a:gd name="connsiteY465" fmla="*/ 6858002 h 6858002"/>
                  <a:gd name="connsiteX466" fmla="*/ 0 w 4572002"/>
                  <a:gd name="connsiteY466" fmla="*/ 6858002 h 6858002"/>
                  <a:gd name="connsiteX467" fmla="*/ 0 w 4572002"/>
                  <a:gd name="connsiteY467" fmla="*/ 2 h 6858002"/>
                  <a:gd name="connsiteX468" fmla="*/ 3766492 w 4572002"/>
                  <a:gd name="connsiteY468" fmla="*/ 1 h 6858002"/>
                  <a:gd name="connsiteX469" fmla="*/ 3769210 w 4572002"/>
                  <a:gd name="connsiteY469" fmla="*/ 21486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Lst>
                <a:rect l="l" t="t" r="r" b="b"/>
                <a:pathLst>
                  <a:path w="4572002" h="6858002">
                    <a:moveTo>
                      <a:pt x="4214994" y="6564620"/>
                    </a:moveTo>
                    <a:lnTo>
                      <a:pt x="4214994" y="6564621"/>
                    </a:lnTo>
                    <a:cubicBezTo>
                      <a:pt x="4225281" y="6575479"/>
                      <a:pt x="4231378" y="6582147"/>
                      <a:pt x="4237474" y="6588626"/>
                    </a:cubicBezTo>
                    <a:lnTo>
                      <a:pt x="4254096" y="6625225"/>
                    </a:lnTo>
                    <a:lnTo>
                      <a:pt x="4247001" y="6662540"/>
                    </a:lnTo>
                    <a:lnTo>
                      <a:pt x="4247000" y="6662541"/>
                    </a:lnTo>
                    <a:lnTo>
                      <a:pt x="4246999" y="6662544"/>
                    </a:lnTo>
                    <a:lnTo>
                      <a:pt x="4235550" y="6683027"/>
                    </a:lnTo>
                    <a:lnTo>
                      <a:pt x="4232403" y="6702976"/>
                    </a:lnTo>
                    <a:lnTo>
                      <a:pt x="4232403" y="6702977"/>
                    </a:lnTo>
                    <a:cubicBezTo>
                      <a:pt x="4232808" y="6716169"/>
                      <a:pt x="4237951" y="6729219"/>
                      <a:pt x="4246238" y="6742553"/>
                    </a:cubicBezTo>
                    <a:lnTo>
                      <a:pt x="4246239" y="6742555"/>
                    </a:lnTo>
                    <a:lnTo>
                      <a:pt x="4265716" y="6812062"/>
                    </a:lnTo>
                    <a:lnTo>
                      <a:pt x="4265717" y="6812064"/>
                    </a:lnTo>
                    <a:lnTo>
                      <a:pt x="4265717" y="6812063"/>
                    </a:lnTo>
                    <a:lnTo>
                      <a:pt x="4265716" y="6812062"/>
                    </a:lnTo>
                    <a:lnTo>
                      <a:pt x="4260942" y="6776800"/>
                    </a:lnTo>
                    <a:lnTo>
                      <a:pt x="4246239" y="6742555"/>
                    </a:lnTo>
                    <a:lnTo>
                      <a:pt x="4246238" y="6742552"/>
                    </a:lnTo>
                    <a:lnTo>
                      <a:pt x="4232403" y="6702976"/>
                    </a:lnTo>
                    <a:lnTo>
                      <a:pt x="4246999" y="6662544"/>
                    </a:lnTo>
                    <a:lnTo>
                      <a:pt x="4247000" y="6662542"/>
                    </a:lnTo>
                    <a:lnTo>
                      <a:pt x="4247001" y="6662540"/>
                    </a:lnTo>
                    <a:lnTo>
                      <a:pt x="4254084" y="6645552"/>
                    </a:lnTo>
                    <a:lnTo>
                      <a:pt x="4254096" y="6625225"/>
                    </a:lnTo>
                    <a:lnTo>
                      <a:pt x="4254096" y="6625224"/>
                    </a:lnTo>
                    <a:cubicBezTo>
                      <a:pt x="4252000" y="6611341"/>
                      <a:pt x="4245951" y="6597578"/>
                      <a:pt x="4237474" y="6588625"/>
                    </a:cubicBezTo>
                    <a:close/>
                    <a:moveTo>
                      <a:pt x="4295315" y="6438981"/>
                    </a:moveTo>
                    <a:lnTo>
                      <a:pt x="4275385" y="6463840"/>
                    </a:lnTo>
                    <a:lnTo>
                      <a:pt x="4275382" y="6463849"/>
                    </a:lnTo>
                    <a:lnTo>
                      <a:pt x="4261587" y="6513012"/>
                    </a:lnTo>
                    <a:lnTo>
                      <a:pt x="4242781" y="6546194"/>
                    </a:lnTo>
                    <a:lnTo>
                      <a:pt x="4242781" y="6546195"/>
                    </a:lnTo>
                    <a:lnTo>
                      <a:pt x="4259120" y="6521804"/>
                    </a:lnTo>
                    <a:lnTo>
                      <a:pt x="4261587" y="6513012"/>
                    </a:lnTo>
                    <a:lnTo>
                      <a:pt x="4264398" y="6508052"/>
                    </a:lnTo>
                    <a:lnTo>
                      <a:pt x="4275382" y="6463849"/>
                    </a:lnTo>
                    <a:lnTo>
                      <a:pt x="4275385" y="6463841"/>
                    </a:lnTo>
                    <a:cubicBezTo>
                      <a:pt x="4278336" y="6451650"/>
                      <a:pt x="4285813" y="6444077"/>
                      <a:pt x="4295315" y="6438981"/>
                    </a:cubicBezTo>
                    <a:close/>
                    <a:moveTo>
                      <a:pt x="4381289" y="6365204"/>
                    </a:moveTo>
                    <a:lnTo>
                      <a:pt x="4380008" y="6387910"/>
                    </a:lnTo>
                    <a:lnTo>
                      <a:pt x="4378243" y="6391549"/>
                    </a:lnTo>
                    <a:lnTo>
                      <a:pt x="4370589" y="6407332"/>
                    </a:lnTo>
                    <a:lnTo>
                      <a:pt x="4370589" y="6407333"/>
                    </a:lnTo>
                    <a:lnTo>
                      <a:pt x="4378243" y="6391549"/>
                    </a:lnTo>
                    <a:lnTo>
                      <a:pt x="4380008" y="6387910"/>
                    </a:lnTo>
                    <a:close/>
                    <a:moveTo>
                      <a:pt x="4142220" y="4221391"/>
                    </a:moveTo>
                    <a:lnTo>
                      <a:pt x="4142220" y="4221392"/>
                    </a:lnTo>
                    <a:cubicBezTo>
                      <a:pt x="4142982" y="4232061"/>
                      <a:pt x="4143172" y="4243873"/>
                      <a:pt x="4147936" y="4253015"/>
                    </a:cubicBezTo>
                    <a:cubicBezTo>
                      <a:pt x="4160129" y="4277402"/>
                      <a:pt x="4175749" y="4300071"/>
                      <a:pt x="4187752" y="4324646"/>
                    </a:cubicBezTo>
                    <a:lnTo>
                      <a:pt x="4196706" y="4363891"/>
                    </a:lnTo>
                    <a:lnTo>
                      <a:pt x="4195944" y="4482004"/>
                    </a:lnTo>
                    <a:cubicBezTo>
                      <a:pt x="4193276" y="4546776"/>
                      <a:pt x="4192704" y="4612500"/>
                      <a:pt x="4135934" y="4659174"/>
                    </a:cubicBezTo>
                    <a:cubicBezTo>
                      <a:pt x="4131362" y="4662986"/>
                      <a:pt x="4128694" y="4671176"/>
                      <a:pt x="4127932" y="4677655"/>
                    </a:cubicBezTo>
                    <a:cubicBezTo>
                      <a:pt x="4124313" y="4707564"/>
                      <a:pt x="4123931" y="4738235"/>
                      <a:pt x="4118025" y="4767764"/>
                    </a:cubicBezTo>
                    <a:cubicBezTo>
                      <a:pt x="4115644" y="4779575"/>
                      <a:pt x="4114835" y="4790387"/>
                      <a:pt x="4116716" y="4800483"/>
                    </a:cubicBezTo>
                    <a:lnTo>
                      <a:pt x="4116716" y="4800484"/>
                    </a:lnTo>
                    <a:cubicBezTo>
                      <a:pt x="4118597" y="4810581"/>
                      <a:pt x="4123170" y="4819964"/>
                      <a:pt x="4131552" y="4828917"/>
                    </a:cubicBezTo>
                    <a:lnTo>
                      <a:pt x="4153733" y="4863343"/>
                    </a:lnTo>
                    <a:lnTo>
                      <a:pt x="4161262" y="4889275"/>
                    </a:lnTo>
                    <a:lnTo>
                      <a:pt x="4159557" y="4912168"/>
                    </a:lnTo>
                    <a:cubicBezTo>
                      <a:pt x="4157842" y="4919978"/>
                      <a:pt x="4157485" y="4927122"/>
                      <a:pt x="4158155" y="4933804"/>
                    </a:cubicBezTo>
                    <a:lnTo>
                      <a:pt x="4158155" y="4933805"/>
                    </a:lnTo>
                    <a:lnTo>
                      <a:pt x="4162914" y="4952673"/>
                    </a:lnTo>
                    <a:lnTo>
                      <a:pt x="4165707" y="4957454"/>
                    </a:lnTo>
                    <a:lnTo>
                      <a:pt x="4166985" y="4961456"/>
                    </a:lnTo>
                    <a:cubicBezTo>
                      <a:pt x="4171496" y="4970097"/>
                      <a:pt x="4177202" y="4978394"/>
                      <a:pt x="4182989" y="4987038"/>
                    </a:cubicBezTo>
                    <a:cubicBezTo>
                      <a:pt x="4194228" y="5003802"/>
                      <a:pt x="4208326" y="5022853"/>
                      <a:pt x="4209468" y="5041522"/>
                    </a:cubicBezTo>
                    <a:cubicBezTo>
                      <a:pt x="4210087" y="5052096"/>
                      <a:pt x="4213005" y="5062300"/>
                      <a:pt x="4216684" y="5072376"/>
                    </a:cubicBezTo>
                    <a:lnTo>
                      <a:pt x="4222587" y="5087441"/>
                    </a:lnTo>
                    <a:lnTo>
                      <a:pt x="4235615" y="5133220"/>
                    </a:lnTo>
                    <a:lnTo>
                      <a:pt x="4235616" y="5133225"/>
                    </a:lnTo>
                    <a:lnTo>
                      <a:pt x="4228901" y="5166113"/>
                    </a:lnTo>
                    <a:lnTo>
                      <a:pt x="4228901" y="5166114"/>
                    </a:lnTo>
                    <a:cubicBezTo>
                      <a:pt x="4228139" y="5167638"/>
                      <a:pt x="4228712" y="5169781"/>
                      <a:pt x="4229593" y="5172091"/>
                    </a:cubicBezTo>
                    <a:lnTo>
                      <a:pt x="4232139" y="5179068"/>
                    </a:lnTo>
                    <a:cubicBezTo>
                      <a:pt x="4235759" y="5196595"/>
                      <a:pt x="4235807" y="5213598"/>
                      <a:pt x="4231973" y="5229434"/>
                    </a:cubicBezTo>
                    <a:lnTo>
                      <a:pt x="4225669" y="5241089"/>
                    </a:lnTo>
                    <a:lnTo>
                      <a:pt x="4208517" y="5272796"/>
                    </a:lnTo>
                    <a:cubicBezTo>
                      <a:pt x="4196871" y="5285441"/>
                      <a:pt x="4189165" y="5298595"/>
                      <a:pt x="4184613" y="5312288"/>
                    </a:cubicBezTo>
                    <a:lnTo>
                      <a:pt x="4183557" y="5321350"/>
                    </a:lnTo>
                    <a:lnTo>
                      <a:pt x="4181083" y="5326163"/>
                    </a:lnTo>
                    <a:lnTo>
                      <a:pt x="4179637" y="5355014"/>
                    </a:lnTo>
                    <a:lnTo>
                      <a:pt x="4179637" y="5355015"/>
                    </a:lnTo>
                    <a:cubicBezTo>
                      <a:pt x="4180286" y="5364883"/>
                      <a:pt x="4181989" y="5375003"/>
                      <a:pt x="4184513" y="5385385"/>
                    </a:cubicBezTo>
                    <a:cubicBezTo>
                      <a:pt x="4187752" y="5398722"/>
                      <a:pt x="4190038" y="5412058"/>
                      <a:pt x="4192704" y="5425583"/>
                    </a:cubicBezTo>
                    <a:cubicBezTo>
                      <a:pt x="4196514" y="5443871"/>
                      <a:pt x="4200516" y="5462352"/>
                      <a:pt x="4204327" y="5480638"/>
                    </a:cubicBezTo>
                    <a:lnTo>
                      <a:pt x="4208850" y="5507668"/>
                    </a:lnTo>
                    <a:lnTo>
                      <a:pt x="4198232" y="5531692"/>
                    </a:lnTo>
                    <a:lnTo>
                      <a:pt x="4198231" y="5531693"/>
                    </a:lnTo>
                    <a:cubicBezTo>
                      <a:pt x="4191181" y="5537600"/>
                      <a:pt x="4187989" y="5542649"/>
                      <a:pt x="4188085" y="5547578"/>
                    </a:cubicBezTo>
                    <a:lnTo>
                      <a:pt x="4188085" y="5547579"/>
                    </a:lnTo>
                    <a:cubicBezTo>
                      <a:pt x="4188180" y="5552508"/>
                      <a:pt x="4191562" y="5557318"/>
                      <a:pt x="4197659" y="5562747"/>
                    </a:cubicBezTo>
                    <a:cubicBezTo>
                      <a:pt x="4240332" y="5600468"/>
                      <a:pt x="4267003" y="5646190"/>
                      <a:pt x="4268907" y="5704484"/>
                    </a:cubicBezTo>
                    <a:cubicBezTo>
                      <a:pt x="4269289" y="5716486"/>
                      <a:pt x="4271954" y="5728679"/>
                      <a:pt x="4274812" y="5740489"/>
                    </a:cubicBezTo>
                    <a:cubicBezTo>
                      <a:pt x="4276527" y="5747729"/>
                      <a:pt x="4278433" y="5756494"/>
                      <a:pt x="4283578" y="5760874"/>
                    </a:cubicBezTo>
                    <a:cubicBezTo>
                      <a:pt x="4322821" y="5794975"/>
                      <a:pt x="4350063" y="5837458"/>
                      <a:pt x="4371973" y="5883752"/>
                    </a:cubicBezTo>
                    <a:lnTo>
                      <a:pt x="4371974" y="5883757"/>
                    </a:lnTo>
                    <a:lnTo>
                      <a:pt x="4389877" y="5935946"/>
                    </a:lnTo>
                    <a:lnTo>
                      <a:pt x="4389878" y="5935950"/>
                    </a:lnTo>
                    <a:lnTo>
                      <a:pt x="4386259" y="5993290"/>
                    </a:lnTo>
                    <a:lnTo>
                      <a:pt x="4386259" y="5993291"/>
                    </a:lnTo>
                    <a:cubicBezTo>
                      <a:pt x="4385116" y="6004531"/>
                      <a:pt x="4385306" y="6017485"/>
                      <a:pt x="4379782" y="6026440"/>
                    </a:cubicBezTo>
                    <a:cubicBezTo>
                      <a:pt x="4362445" y="6054825"/>
                      <a:pt x="4343778" y="6082258"/>
                      <a:pt x="4323583" y="6108738"/>
                    </a:cubicBezTo>
                    <a:cubicBezTo>
                      <a:pt x="4314914" y="6120074"/>
                      <a:pt x="4309961" y="6126884"/>
                      <a:pt x="4309890" y="6133314"/>
                    </a:cubicBezTo>
                    <a:lnTo>
                      <a:pt x="4309890" y="6133315"/>
                    </a:lnTo>
                    <a:lnTo>
                      <a:pt x="4313591" y="6143190"/>
                    </a:lnTo>
                    <a:lnTo>
                      <a:pt x="4325486" y="6155600"/>
                    </a:lnTo>
                    <a:lnTo>
                      <a:pt x="4325488" y="6155603"/>
                    </a:lnTo>
                    <a:cubicBezTo>
                      <a:pt x="4347778" y="6175798"/>
                      <a:pt x="4359398" y="6200945"/>
                      <a:pt x="4364160" y="6228757"/>
                    </a:cubicBezTo>
                    <a:lnTo>
                      <a:pt x="4381497" y="6361540"/>
                    </a:lnTo>
                    <a:lnTo>
                      <a:pt x="4381497" y="6361539"/>
                    </a:lnTo>
                    <a:cubicBezTo>
                      <a:pt x="4377877" y="6317151"/>
                      <a:pt x="4371590" y="6272764"/>
                      <a:pt x="4364160" y="6228756"/>
                    </a:cubicBezTo>
                    <a:cubicBezTo>
                      <a:pt x="4359398" y="6200944"/>
                      <a:pt x="4347778" y="6175797"/>
                      <a:pt x="4325488" y="6155602"/>
                    </a:cubicBezTo>
                    <a:lnTo>
                      <a:pt x="4325486" y="6155600"/>
                    </a:lnTo>
                    <a:lnTo>
                      <a:pt x="4309890" y="6133315"/>
                    </a:lnTo>
                    <a:lnTo>
                      <a:pt x="4323583" y="6108739"/>
                    </a:lnTo>
                    <a:cubicBezTo>
                      <a:pt x="4343778" y="6082259"/>
                      <a:pt x="4362445" y="6054826"/>
                      <a:pt x="4379782" y="6026441"/>
                    </a:cubicBezTo>
                    <a:cubicBezTo>
                      <a:pt x="4385306" y="6017486"/>
                      <a:pt x="4385116" y="6004532"/>
                      <a:pt x="4386259" y="5993292"/>
                    </a:cubicBezTo>
                    <a:lnTo>
                      <a:pt x="4386259" y="5993290"/>
                    </a:lnTo>
                    <a:lnTo>
                      <a:pt x="4389712" y="5964477"/>
                    </a:lnTo>
                    <a:lnTo>
                      <a:pt x="4389878" y="5935950"/>
                    </a:lnTo>
                    <a:lnTo>
                      <a:pt x="4389878" y="5935949"/>
                    </a:lnTo>
                    <a:lnTo>
                      <a:pt x="4389877" y="5935946"/>
                    </a:lnTo>
                    <a:lnTo>
                      <a:pt x="4382997" y="5909351"/>
                    </a:lnTo>
                    <a:lnTo>
                      <a:pt x="4371974" y="5883757"/>
                    </a:lnTo>
                    <a:lnTo>
                      <a:pt x="4371973" y="5883751"/>
                    </a:lnTo>
                    <a:cubicBezTo>
                      <a:pt x="4350063" y="5837457"/>
                      <a:pt x="4322821" y="5794974"/>
                      <a:pt x="4283578" y="5760873"/>
                    </a:cubicBezTo>
                    <a:cubicBezTo>
                      <a:pt x="4278433" y="5756493"/>
                      <a:pt x="4276527" y="5747728"/>
                      <a:pt x="4274812" y="5740488"/>
                    </a:cubicBezTo>
                    <a:cubicBezTo>
                      <a:pt x="4271954" y="5728678"/>
                      <a:pt x="4269289" y="5716485"/>
                      <a:pt x="4268907" y="5704483"/>
                    </a:cubicBezTo>
                    <a:cubicBezTo>
                      <a:pt x="4267003" y="5646189"/>
                      <a:pt x="4240332" y="5600467"/>
                      <a:pt x="4197659" y="5562746"/>
                    </a:cubicBezTo>
                    <a:lnTo>
                      <a:pt x="4188085" y="5547578"/>
                    </a:lnTo>
                    <a:lnTo>
                      <a:pt x="4198231" y="5531694"/>
                    </a:lnTo>
                    <a:lnTo>
                      <a:pt x="4198232" y="5531692"/>
                    </a:lnTo>
                    <a:lnTo>
                      <a:pt x="4206630" y="5520422"/>
                    </a:lnTo>
                    <a:lnTo>
                      <a:pt x="4208850" y="5507668"/>
                    </a:lnTo>
                    <a:lnTo>
                      <a:pt x="4208850" y="5507667"/>
                    </a:lnTo>
                    <a:cubicBezTo>
                      <a:pt x="4208803" y="5498832"/>
                      <a:pt x="4206231" y="5489497"/>
                      <a:pt x="4204327" y="5480637"/>
                    </a:cubicBezTo>
                    <a:cubicBezTo>
                      <a:pt x="4200516" y="5462351"/>
                      <a:pt x="4196514" y="5443870"/>
                      <a:pt x="4192704" y="5425582"/>
                    </a:cubicBezTo>
                    <a:cubicBezTo>
                      <a:pt x="4190038" y="5412057"/>
                      <a:pt x="4187752" y="5398721"/>
                      <a:pt x="4184513" y="5385384"/>
                    </a:cubicBezTo>
                    <a:lnTo>
                      <a:pt x="4179637" y="5355014"/>
                    </a:lnTo>
                    <a:lnTo>
                      <a:pt x="4183557" y="5321350"/>
                    </a:lnTo>
                    <a:lnTo>
                      <a:pt x="4208517" y="5272797"/>
                    </a:lnTo>
                    <a:lnTo>
                      <a:pt x="4225669" y="5241089"/>
                    </a:lnTo>
                    <a:lnTo>
                      <a:pt x="4231973" y="5229433"/>
                    </a:lnTo>
                    <a:lnTo>
                      <a:pt x="4232139" y="5179068"/>
                    </a:lnTo>
                    <a:lnTo>
                      <a:pt x="4232139" y="5179067"/>
                    </a:lnTo>
                    <a:cubicBezTo>
                      <a:pt x="4231663" y="5176876"/>
                      <a:pt x="4230473" y="5174400"/>
                      <a:pt x="4229593" y="5172090"/>
                    </a:cubicBezTo>
                    <a:lnTo>
                      <a:pt x="4228901" y="5166114"/>
                    </a:lnTo>
                    <a:lnTo>
                      <a:pt x="4235616" y="5133225"/>
                    </a:lnTo>
                    <a:lnTo>
                      <a:pt x="4235616" y="5133224"/>
                    </a:lnTo>
                    <a:lnTo>
                      <a:pt x="4235615" y="5133220"/>
                    </a:lnTo>
                    <a:lnTo>
                      <a:pt x="4228473" y="5102461"/>
                    </a:lnTo>
                    <a:lnTo>
                      <a:pt x="4222587" y="5087441"/>
                    </a:lnTo>
                    <a:lnTo>
                      <a:pt x="4222582" y="5087423"/>
                    </a:lnTo>
                    <a:cubicBezTo>
                      <a:pt x="4216496" y="5072411"/>
                      <a:pt x="4210397" y="5057381"/>
                      <a:pt x="4209468" y="5041521"/>
                    </a:cubicBezTo>
                    <a:cubicBezTo>
                      <a:pt x="4208326" y="5022852"/>
                      <a:pt x="4194228" y="5003801"/>
                      <a:pt x="4182989" y="4987037"/>
                    </a:cubicBezTo>
                    <a:lnTo>
                      <a:pt x="4165707" y="4957454"/>
                    </a:lnTo>
                    <a:lnTo>
                      <a:pt x="4158155" y="4933805"/>
                    </a:lnTo>
                    <a:lnTo>
                      <a:pt x="4159557" y="4912169"/>
                    </a:lnTo>
                    <a:cubicBezTo>
                      <a:pt x="4161319" y="4904358"/>
                      <a:pt x="4161831" y="4896714"/>
                      <a:pt x="4161262" y="4889276"/>
                    </a:cubicBezTo>
                    <a:lnTo>
                      <a:pt x="4161262" y="4889275"/>
                    </a:lnTo>
                    <a:lnTo>
                      <a:pt x="4156484" y="4867614"/>
                    </a:lnTo>
                    <a:lnTo>
                      <a:pt x="4153733" y="4863343"/>
                    </a:lnTo>
                    <a:lnTo>
                      <a:pt x="4151983" y="4857317"/>
                    </a:lnTo>
                    <a:cubicBezTo>
                      <a:pt x="4146840" y="4847214"/>
                      <a:pt x="4139839" y="4837703"/>
                      <a:pt x="4131552" y="4828916"/>
                    </a:cubicBezTo>
                    <a:lnTo>
                      <a:pt x="4116716" y="4800483"/>
                    </a:lnTo>
                    <a:lnTo>
                      <a:pt x="4118025" y="4767765"/>
                    </a:lnTo>
                    <a:cubicBezTo>
                      <a:pt x="4123931" y="4738236"/>
                      <a:pt x="4124313" y="4707565"/>
                      <a:pt x="4127932" y="4677656"/>
                    </a:cubicBezTo>
                    <a:cubicBezTo>
                      <a:pt x="4128694" y="4671177"/>
                      <a:pt x="4131362" y="4662987"/>
                      <a:pt x="4135934" y="4659175"/>
                    </a:cubicBezTo>
                    <a:cubicBezTo>
                      <a:pt x="4192704" y="4612501"/>
                      <a:pt x="4193276" y="4546777"/>
                      <a:pt x="4195944" y="4482005"/>
                    </a:cubicBezTo>
                    <a:cubicBezTo>
                      <a:pt x="4197659" y="4442762"/>
                      <a:pt x="4197659" y="4403326"/>
                      <a:pt x="4196706" y="4363891"/>
                    </a:cubicBezTo>
                    <a:lnTo>
                      <a:pt x="4196706" y="4363890"/>
                    </a:lnTo>
                    <a:cubicBezTo>
                      <a:pt x="4196514" y="4350554"/>
                      <a:pt x="4193466" y="4336457"/>
                      <a:pt x="4187752" y="4324645"/>
                    </a:cubicBezTo>
                    <a:cubicBezTo>
                      <a:pt x="4175749" y="4300070"/>
                      <a:pt x="4160129" y="4277401"/>
                      <a:pt x="4147936" y="4253014"/>
                    </a:cubicBezTo>
                    <a:close/>
                    <a:moveTo>
                      <a:pt x="4211111" y="2836172"/>
                    </a:moveTo>
                    <a:lnTo>
                      <a:pt x="4202421" y="2848793"/>
                    </a:lnTo>
                    <a:cubicBezTo>
                      <a:pt x="4197421" y="2865010"/>
                      <a:pt x="4191562" y="2881307"/>
                      <a:pt x="4186816" y="2897785"/>
                    </a:cubicBezTo>
                    <a:lnTo>
                      <a:pt x="4185787" y="2903551"/>
                    </a:lnTo>
                    <a:lnTo>
                      <a:pt x="4182513" y="2914328"/>
                    </a:lnTo>
                    <a:lnTo>
                      <a:pt x="4177882" y="2947858"/>
                    </a:lnTo>
                    <a:lnTo>
                      <a:pt x="4177881" y="2947862"/>
                    </a:lnTo>
                    <a:lnTo>
                      <a:pt x="4177881" y="2947863"/>
                    </a:lnTo>
                    <a:cubicBezTo>
                      <a:pt x="4177512" y="2959157"/>
                      <a:pt x="4178512" y="2970576"/>
                      <a:pt x="4181465" y="2982149"/>
                    </a:cubicBezTo>
                    <a:lnTo>
                      <a:pt x="4193158" y="3077402"/>
                    </a:lnTo>
                    <a:lnTo>
                      <a:pt x="4180703" y="3172654"/>
                    </a:lnTo>
                    <a:cubicBezTo>
                      <a:pt x="4154794" y="3276480"/>
                      <a:pt x="4127362" y="3380305"/>
                      <a:pt x="4133076" y="3489467"/>
                    </a:cubicBezTo>
                    <a:cubicBezTo>
                      <a:pt x="4134028" y="3507563"/>
                      <a:pt x="4122407" y="3529090"/>
                      <a:pt x="4110977" y="3544713"/>
                    </a:cubicBezTo>
                    <a:cubicBezTo>
                      <a:pt x="4100119" y="3559668"/>
                      <a:pt x="4094260" y="3566812"/>
                      <a:pt x="4093355" y="3574408"/>
                    </a:cubicBezTo>
                    <a:lnTo>
                      <a:pt x="4093355" y="3574409"/>
                    </a:lnTo>
                    <a:cubicBezTo>
                      <a:pt x="4092450" y="3582005"/>
                      <a:pt x="4096499" y="3590054"/>
                      <a:pt x="4105453" y="3606818"/>
                    </a:cubicBezTo>
                    <a:cubicBezTo>
                      <a:pt x="4109835" y="3614820"/>
                      <a:pt x="4112501" y="3624726"/>
                      <a:pt x="4118979" y="3630633"/>
                    </a:cubicBezTo>
                    <a:lnTo>
                      <a:pt x="4136708" y="3654416"/>
                    </a:lnTo>
                    <a:lnTo>
                      <a:pt x="4140382" y="3668940"/>
                    </a:lnTo>
                    <a:lnTo>
                      <a:pt x="4143220" y="3680164"/>
                    </a:lnTo>
                    <a:lnTo>
                      <a:pt x="4139172" y="3734837"/>
                    </a:lnTo>
                    <a:lnTo>
                      <a:pt x="4139172" y="3734838"/>
                    </a:lnTo>
                    <a:cubicBezTo>
                      <a:pt x="4138220" y="3741316"/>
                      <a:pt x="4136886" y="3749126"/>
                      <a:pt x="4139554" y="3754653"/>
                    </a:cubicBezTo>
                    <a:lnTo>
                      <a:pt x="4145911" y="3789776"/>
                    </a:lnTo>
                    <a:lnTo>
                      <a:pt x="4130980" y="3822472"/>
                    </a:lnTo>
                    <a:cubicBezTo>
                      <a:pt x="4123932" y="3831902"/>
                      <a:pt x="4118312" y="3842046"/>
                      <a:pt x="4116645" y="3852619"/>
                    </a:cubicBezTo>
                    <a:lnTo>
                      <a:pt x="4116645" y="3852620"/>
                    </a:lnTo>
                    <a:lnTo>
                      <a:pt x="4117425" y="3868764"/>
                    </a:lnTo>
                    <a:lnTo>
                      <a:pt x="4126028" y="3885337"/>
                    </a:lnTo>
                    <a:lnTo>
                      <a:pt x="4126028" y="3885339"/>
                    </a:lnTo>
                    <a:cubicBezTo>
                      <a:pt x="4135744" y="3897722"/>
                      <a:pt x="4143150" y="3910319"/>
                      <a:pt x="4148409" y="3923125"/>
                    </a:cubicBezTo>
                    <a:lnTo>
                      <a:pt x="4157913" y="3962160"/>
                    </a:lnTo>
                    <a:lnTo>
                      <a:pt x="4142221" y="4043838"/>
                    </a:lnTo>
                    <a:lnTo>
                      <a:pt x="4142220" y="4043839"/>
                    </a:lnTo>
                    <a:cubicBezTo>
                      <a:pt x="4133457" y="4063842"/>
                      <a:pt x="4128075" y="4083702"/>
                      <a:pt x="4127099" y="4103825"/>
                    </a:cubicBezTo>
                    <a:lnTo>
                      <a:pt x="4127099" y="4103826"/>
                    </a:lnTo>
                    <a:lnTo>
                      <a:pt x="4129066" y="4134256"/>
                    </a:lnTo>
                    <a:lnTo>
                      <a:pt x="4138410" y="4165382"/>
                    </a:lnTo>
                    <a:lnTo>
                      <a:pt x="4138410" y="4165384"/>
                    </a:lnTo>
                    <a:lnTo>
                      <a:pt x="4142315" y="4192388"/>
                    </a:lnTo>
                    <a:lnTo>
                      <a:pt x="4142315" y="4192387"/>
                    </a:lnTo>
                    <a:cubicBezTo>
                      <a:pt x="4142411" y="4182767"/>
                      <a:pt x="4141839" y="4173480"/>
                      <a:pt x="4138410" y="4165383"/>
                    </a:cubicBezTo>
                    <a:lnTo>
                      <a:pt x="4138410" y="4165382"/>
                    </a:lnTo>
                    <a:lnTo>
                      <a:pt x="4127099" y="4103826"/>
                    </a:lnTo>
                    <a:lnTo>
                      <a:pt x="4142220" y="4043840"/>
                    </a:lnTo>
                    <a:lnTo>
                      <a:pt x="4142221" y="4043838"/>
                    </a:lnTo>
                    <a:lnTo>
                      <a:pt x="4155523" y="4002410"/>
                    </a:lnTo>
                    <a:lnTo>
                      <a:pt x="4157913" y="3962160"/>
                    </a:lnTo>
                    <a:lnTo>
                      <a:pt x="4157913" y="3962159"/>
                    </a:lnTo>
                    <a:cubicBezTo>
                      <a:pt x="4155651" y="3935727"/>
                      <a:pt x="4145460" y="3910104"/>
                      <a:pt x="4126028" y="3885338"/>
                    </a:cubicBezTo>
                    <a:lnTo>
                      <a:pt x="4126028" y="3885337"/>
                    </a:lnTo>
                    <a:lnTo>
                      <a:pt x="4116645" y="3852620"/>
                    </a:lnTo>
                    <a:lnTo>
                      <a:pt x="4130980" y="3822473"/>
                    </a:lnTo>
                    <a:cubicBezTo>
                      <a:pt x="4139172" y="3811614"/>
                      <a:pt x="4144316" y="3800897"/>
                      <a:pt x="4145911" y="3789777"/>
                    </a:cubicBezTo>
                    <a:lnTo>
                      <a:pt x="4145911" y="3789776"/>
                    </a:lnTo>
                    <a:cubicBezTo>
                      <a:pt x="4147507" y="3778655"/>
                      <a:pt x="4145554" y="3767130"/>
                      <a:pt x="4139554" y="3754652"/>
                    </a:cubicBezTo>
                    <a:lnTo>
                      <a:pt x="4139172" y="3734838"/>
                    </a:lnTo>
                    <a:lnTo>
                      <a:pt x="4143220" y="3680164"/>
                    </a:lnTo>
                    <a:lnTo>
                      <a:pt x="4143220" y="3680163"/>
                    </a:lnTo>
                    <a:lnTo>
                      <a:pt x="4140382" y="3668940"/>
                    </a:lnTo>
                    <a:lnTo>
                      <a:pt x="4136708" y="3654416"/>
                    </a:lnTo>
                    <a:lnTo>
                      <a:pt x="4136708" y="3654416"/>
                    </a:lnTo>
                    <a:lnTo>
                      <a:pt x="4136708" y="3654415"/>
                    </a:lnTo>
                    <a:cubicBezTo>
                      <a:pt x="4132898" y="3646123"/>
                      <a:pt x="4127219" y="3638157"/>
                      <a:pt x="4118979" y="3630632"/>
                    </a:cubicBezTo>
                    <a:cubicBezTo>
                      <a:pt x="4112501" y="3624725"/>
                      <a:pt x="4109835" y="3614819"/>
                      <a:pt x="4105453" y="3606817"/>
                    </a:cubicBezTo>
                    <a:cubicBezTo>
                      <a:pt x="4100976" y="3598435"/>
                      <a:pt x="4097725" y="3592232"/>
                      <a:pt x="4095707" y="3587174"/>
                    </a:cubicBezTo>
                    <a:lnTo>
                      <a:pt x="4093355" y="3574408"/>
                    </a:lnTo>
                    <a:lnTo>
                      <a:pt x="4098434" y="3562321"/>
                    </a:lnTo>
                    <a:cubicBezTo>
                      <a:pt x="4101369" y="3557716"/>
                      <a:pt x="4105548" y="3552191"/>
                      <a:pt x="4110977" y="3544714"/>
                    </a:cubicBezTo>
                    <a:cubicBezTo>
                      <a:pt x="4122407" y="3529091"/>
                      <a:pt x="4134028" y="3507564"/>
                      <a:pt x="4133076" y="3489468"/>
                    </a:cubicBezTo>
                    <a:cubicBezTo>
                      <a:pt x="4127362" y="3380306"/>
                      <a:pt x="4154794" y="3276481"/>
                      <a:pt x="4180703" y="3172655"/>
                    </a:cubicBezTo>
                    <a:cubicBezTo>
                      <a:pt x="4188705" y="3140650"/>
                      <a:pt x="4192943" y="3109026"/>
                      <a:pt x="4193158" y="3077402"/>
                    </a:cubicBezTo>
                    <a:lnTo>
                      <a:pt x="4193158" y="3077401"/>
                    </a:lnTo>
                    <a:cubicBezTo>
                      <a:pt x="4193372" y="3045777"/>
                      <a:pt x="4189562" y="3014153"/>
                      <a:pt x="4181465" y="2982148"/>
                    </a:cubicBezTo>
                    <a:lnTo>
                      <a:pt x="4177881" y="2947863"/>
                    </a:lnTo>
                    <a:lnTo>
                      <a:pt x="4177882" y="2947858"/>
                    </a:lnTo>
                    <a:lnTo>
                      <a:pt x="4185787" y="2903551"/>
                    </a:lnTo>
                    <a:lnTo>
                      <a:pt x="4202421" y="2848794"/>
                    </a:lnTo>
                    <a:cubicBezTo>
                      <a:pt x="4203754" y="2844317"/>
                      <a:pt x="4207040" y="2839983"/>
                      <a:pt x="4211111" y="2836173"/>
                    </a:cubicBezTo>
                    <a:close/>
                    <a:moveTo>
                      <a:pt x="3726625" y="1508458"/>
                    </a:moveTo>
                    <a:lnTo>
                      <a:pt x="3698531" y="1596214"/>
                    </a:lnTo>
                    <a:cubicBezTo>
                      <a:pt x="3696054" y="1604979"/>
                      <a:pt x="3697579" y="1615837"/>
                      <a:pt x="3700436" y="1624981"/>
                    </a:cubicBezTo>
                    <a:cubicBezTo>
                      <a:pt x="3710152" y="1656224"/>
                      <a:pt x="3734537" y="1676037"/>
                      <a:pt x="3757017" y="1697754"/>
                    </a:cubicBezTo>
                    <a:cubicBezTo>
                      <a:pt x="3766924" y="1707280"/>
                      <a:pt x="3773972" y="1720424"/>
                      <a:pt x="3779686" y="1733189"/>
                    </a:cubicBezTo>
                    <a:cubicBezTo>
                      <a:pt x="3794357" y="1766336"/>
                      <a:pt x="3807501" y="1800247"/>
                      <a:pt x="3821407" y="1833776"/>
                    </a:cubicBezTo>
                    <a:cubicBezTo>
                      <a:pt x="3822741" y="1837014"/>
                      <a:pt x="3826170" y="1839680"/>
                      <a:pt x="3829028" y="1842159"/>
                    </a:cubicBezTo>
                    <a:cubicBezTo>
                      <a:pt x="3859129" y="1866923"/>
                      <a:pt x="3889418" y="1891498"/>
                      <a:pt x="3919519" y="1916455"/>
                    </a:cubicBezTo>
                    <a:cubicBezTo>
                      <a:pt x="3925233" y="1921217"/>
                      <a:pt x="3929425" y="1928077"/>
                      <a:pt x="3934949" y="1933220"/>
                    </a:cubicBezTo>
                    <a:cubicBezTo>
                      <a:pt x="3942569" y="1940460"/>
                      <a:pt x="3949810" y="1949604"/>
                      <a:pt x="3958954" y="1953414"/>
                    </a:cubicBezTo>
                    <a:cubicBezTo>
                      <a:pt x="3987719" y="1965225"/>
                      <a:pt x="4000103" y="1987895"/>
                      <a:pt x="4005437" y="2016470"/>
                    </a:cubicBezTo>
                    <a:cubicBezTo>
                      <a:pt x="4010390" y="2042571"/>
                      <a:pt x="4014582" y="2068670"/>
                      <a:pt x="4020296" y="2094579"/>
                    </a:cubicBezTo>
                    <a:cubicBezTo>
                      <a:pt x="4027154" y="2126202"/>
                      <a:pt x="4034584" y="2157637"/>
                      <a:pt x="4042967" y="2188880"/>
                    </a:cubicBezTo>
                    <a:cubicBezTo>
                      <a:pt x="4046587" y="2202405"/>
                      <a:pt x="4050777" y="2216693"/>
                      <a:pt x="4058207" y="2228315"/>
                    </a:cubicBezTo>
                    <a:cubicBezTo>
                      <a:pt x="4078782" y="2260891"/>
                      <a:pt x="4092688" y="2295754"/>
                      <a:pt x="4087164" y="2334045"/>
                    </a:cubicBezTo>
                    <a:cubicBezTo>
                      <a:pt x="4082782" y="2364716"/>
                      <a:pt x="4094022" y="2390435"/>
                      <a:pt x="4111549" y="2409486"/>
                    </a:cubicBezTo>
                    <a:cubicBezTo>
                      <a:pt x="4119503" y="2418155"/>
                      <a:pt x="4125016" y="2426977"/>
                      <a:pt x="4128650" y="2435913"/>
                    </a:cubicBezTo>
                    <a:lnTo>
                      <a:pt x="4134481" y="2463018"/>
                    </a:lnTo>
                    <a:lnTo>
                      <a:pt x="4125839" y="2518262"/>
                    </a:lnTo>
                    <a:lnTo>
                      <a:pt x="4125838" y="2518264"/>
                    </a:lnTo>
                    <a:cubicBezTo>
                      <a:pt x="4123171" y="2527790"/>
                      <a:pt x="4122027" y="2536457"/>
                      <a:pt x="4122194" y="2545006"/>
                    </a:cubicBezTo>
                    <a:lnTo>
                      <a:pt x="4122194" y="2545007"/>
                    </a:lnTo>
                    <a:cubicBezTo>
                      <a:pt x="4122360" y="2553556"/>
                      <a:pt x="4123837" y="2561986"/>
                      <a:pt x="4126408" y="2571035"/>
                    </a:cubicBezTo>
                    <a:cubicBezTo>
                      <a:pt x="4138410" y="2612946"/>
                      <a:pt x="4170987" y="2640951"/>
                      <a:pt x="4199563" y="2668002"/>
                    </a:cubicBezTo>
                    <a:cubicBezTo>
                      <a:pt x="4223947" y="2691055"/>
                      <a:pt x="4237663" y="2716964"/>
                      <a:pt x="4247953" y="2745349"/>
                    </a:cubicBezTo>
                    <a:lnTo>
                      <a:pt x="4247954" y="2745352"/>
                    </a:lnTo>
                    <a:lnTo>
                      <a:pt x="4253873" y="2778006"/>
                    </a:lnTo>
                    <a:lnTo>
                      <a:pt x="4253453" y="2785440"/>
                    </a:lnTo>
                    <a:lnTo>
                      <a:pt x="4243374" y="2811780"/>
                    </a:lnTo>
                    <a:lnTo>
                      <a:pt x="4243371" y="2811787"/>
                    </a:lnTo>
                    <a:lnTo>
                      <a:pt x="4243372" y="2811787"/>
                    </a:lnTo>
                    <a:lnTo>
                      <a:pt x="4243374" y="2811780"/>
                    </a:lnTo>
                    <a:lnTo>
                      <a:pt x="4253025" y="2793023"/>
                    </a:lnTo>
                    <a:lnTo>
                      <a:pt x="4253453" y="2785440"/>
                    </a:lnTo>
                    <a:lnTo>
                      <a:pt x="4254654" y="2782305"/>
                    </a:lnTo>
                    <a:lnTo>
                      <a:pt x="4253873" y="2778006"/>
                    </a:lnTo>
                    <a:lnTo>
                      <a:pt x="4254284" y="2770758"/>
                    </a:lnTo>
                    <a:lnTo>
                      <a:pt x="4247954" y="2745352"/>
                    </a:lnTo>
                    <a:lnTo>
                      <a:pt x="4247953" y="2745348"/>
                    </a:lnTo>
                    <a:cubicBezTo>
                      <a:pt x="4237663" y="2716963"/>
                      <a:pt x="4223947" y="2691054"/>
                      <a:pt x="4199563" y="2668001"/>
                    </a:cubicBezTo>
                    <a:cubicBezTo>
                      <a:pt x="4170987" y="2640950"/>
                      <a:pt x="4138410" y="2612945"/>
                      <a:pt x="4126408" y="2571034"/>
                    </a:cubicBezTo>
                    <a:lnTo>
                      <a:pt x="4122194" y="2545007"/>
                    </a:lnTo>
                    <a:lnTo>
                      <a:pt x="4125838" y="2518265"/>
                    </a:lnTo>
                    <a:lnTo>
                      <a:pt x="4125839" y="2518262"/>
                    </a:lnTo>
                    <a:lnTo>
                      <a:pt x="4132419" y="2490551"/>
                    </a:lnTo>
                    <a:lnTo>
                      <a:pt x="4134481" y="2463018"/>
                    </a:lnTo>
                    <a:lnTo>
                      <a:pt x="4134481" y="2463017"/>
                    </a:lnTo>
                    <a:cubicBezTo>
                      <a:pt x="4133600" y="2444777"/>
                      <a:pt x="4127457" y="2426822"/>
                      <a:pt x="4111549" y="2409485"/>
                    </a:cubicBezTo>
                    <a:cubicBezTo>
                      <a:pt x="4094022" y="2390434"/>
                      <a:pt x="4082782" y="2364715"/>
                      <a:pt x="4087164" y="2334044"/>
                    </a:cubicBezTo>
                    <a:cubicBezTo>
                      <a:pt x="4092688" y="2295753"/>
                      <a:pt x="4078782" y="2260890"/>
                      <a:pt x="4058207" y="2228314"/>
                    </a:cubicBezTo>
                    <a:cubicBezTo>
                      <a:pt x="4050777" y="2216692"/>
                      <a:pt x="4046587" y="2202404"/>
                      <a:pt x="4042967" y="2188879"/>
                    </a:cubicBezTo>
                    <a:cubicBezTo>
                      <a:pt x="4034584" y="2157636"/>
                      <a:pt x="4027154" y="2126201"/>
                      <a:pt x="4020296" y="2094578"/>
                    </a:cubicBezTo>
                    <a:cubicBezTo>
                      <a:pt x="4014582" y="2068669"/>
                      <a:pt x="4010390" y="2042570"/>
                      <a:pt x="4005437" y="2016469"/>
                    </a:cubicBezTo>
                    <a:cubicBezTo>
                      <a:pt x="4000103" y="1987894"/>
                      <a:pt x="3987719" y="1965224"/>
                      <a:pt x="3958954" y="1953413"/>
                    </a:cubicBezTo>
                    <a:cubicBezTo>
                      <a:pt x="3949810" y="1949603"/>
                      <a:pt x="3942569" y="1940459"/>
                      <a:pt x="3934949" y="1933219"/>
                    </a:cubicBezTo>
                    <a:cubicBezTo>
                      <a:pt x="3929425" y="1928076"/>
                      <a:pt x="3925233" y="1921216"/>
                      <a:pt x="3919519" y="1916454"/>
                    </a:cubicBezTo>
                    <a:cubicBezTo>
                      <a:pt x="3889418" y="1891497"/>
                      <a:pt x="3859129" y="1866922"/>
                      <a:pt x="3829028" y="1842158"/>
                    </a:cubicBezTo>
                    <a:cubicBezTo>
                      <a:pt x="3826170" y="1839679"/>
                      <a:pt x="3822741" y="1837013"/>
                      <a:pt x="3821407" y="1833775"/>
                    </a:cubicBezTo>
                    <a:cubicBezTo>
                      <a:pt x="3807501" y="1800246"/>
                      <a:pt x="3794358" y="1766335"/>
                      <a:pt x="3779686" y="1733188"/>
                    </a:cubicBezTo>
                    <a:cubicBezTo>
                      <a:pt x="3773972" y="1720423"/>
                      <a:pt x="3766924" y="1707279"/>
                      <a:pt x="3757018" y="1697753"/>
                    </a:cubicBezTo>
                    <a:cubicBezTo>
                      <a:pt x="3734538" y="1676036"/>
                      <a:pt x="3710152" y="1656223"/>
                      <a:pt x="3700436" y="1624980"/>
                    </a:cubicBezTo>
                    <a:cubicBezTo>
                      <a:pt x="3697580" y="1615836"/>
                      <a:pt x="3696055" y="1604978"/>
                      <a:pt x="3698532" y="1596213"/>
                    </a:cubicBezTo>
                    <a:close/>
                    <a:moveTo>
                      <a:pt x="3745230" y="1459073"/>
                    </a:moveTo>
                    <a:lnTo>
                      <a:pt x="3745229" y="1459074"/>
                    </a:lnTo>
                    <a:lnTo>
                      <a:pt x="3736012" y="1481572"/>
                    </a:lnTo>
                    <a:close/>
                    <a:moveTo>
                      <a:pt x="3764423" y="1268758"/>
                    </a:moveTo>
                    <a:cubicBezTo>
                      <a:pt x="3764875" y="1275402"/>
                      <a:pt x="3766447" y="1281689"/>
                      <a:pt x="3769590" y="1286070"/>
                    </a:cubicBezTo>
                    <a:cubicBezTo>
                      <a:pt x="3784163" y="1306930"/>
                      <a:pt x="3790403" y="1328553"/>
                      <a:pt x="3791927" y="1350628"/>
                    </a:cubicBezTo>
                    <a:lnTo>
                      <a:pt x="3786333" y="1413840"/>
                    </a:lnTo>
                    <a:lnTo>
                      <a:pt x="3791928" y="1350627"/>
                    </a:lnTo>
                    <a:cubicBezTo>
                      <a:pt x="3790403" y="1328552"/>
                      <a:pt x="3784164" y="1306930"/>
                      <a:pt x="3769590" y="1286069"/>
                    </a:cubicBezTo>
                    <a:close/>
                    <a:moveTo>
                      <a:pt x="3706152" y="773035"/>
                    </a:moveTo>
                    <a:lnTo>
                      <a:pt x="3706152" y="773036"/>
                    </a:lnTo>
                    <a:cubicBezTo>
                      <a:pt x="3708438" y="800277"/>
                      <a:pt x="3711676" y="827330"/>
                      <a:pt x="3714152" y="854380"/>
                    </a:cubicBezTo>
                    <a:cubicBezTo>
                      <a:pt x="3716438" y="878957"/>
                      <a:pt x="3717200" y="903723"/>
                      <a:pt x="3745205" y="915344"/>
                    </a:cubicBezTo>
                    <a:cubicBezTo>
                      <a:pt x="3749587" y="917060"/>
                      <a:pt x="3752825" y="922774"/>
                      <a:pt x="3755683" y="927156"/>
                    </a:cubicBezTo>
                    <a:cubicBezTo>
                      <a:pt x="3799691" y="994786"/>
                      <a:pt x="3798547" y="1030981"/>
                      <a:pt x="3752063" y="1097088"/>
                    </a:cubicBezTo>
                    <a:cubicBezTo>
                      <a:pt x="3747301" y="1103946"/>
                      <a:pt x="3743871" y="1118614"/>
                      <a:pt x="3747681" y="1123186"/>
                    </a:cubicBezTo>
                    <a:cubicBezTo>
                      <a:pt x="3763493" y="1142618"/>
                      <a:pt x="3770542" y="1162954"/>
                      <a:pt x="3772400" y="1184029"/>
                    </a:cubicBezTo>
                    <a:cubicBezTo>
                      <a:pt x="3770542" y="1162954"/>
                      <a:pt x="3763494" y="1142617"/>
                      <a:pt x="3747682" y="1123185"/>
                    </a:cubicBezTo>
                    <a:cubicBezTo>
                      <a:pt x="3743872" y="1118613"/>
                      <a:pt x="3747302" y="1103945"/>
                      <a:pt x="3752064" y="1097087"/>
                    </a:cubicBezTo>
                    <a:cubicBezTo>
                      <a:pt x="3798548" y="1030980"/>
                      <a:pt x="3799692" y="994785"/>
                      <a:pt x="3755684" y="927155"/>
                    </a:cubicBezTo>
                    <a:cubicBezTo>
                      <a:pt x="3752826" y="922773"/>
                      <a:pt x="3749588" y="917059"/>
                      <a:pt x="3745206" y="915343"/>
                    </a:cubicBezTo>
                    <a:cubicBezTo>
                      <a:pt x="3717200" y="903722"/>
                      <a:pt x="3716438" y="878956"/>
                      <a:pt x="3714152" y="854379"/>
                    </a:cubicBezTo>
                    <a:close/>
                    <a:moveTo>
                      <a:pt x="3761553" y="517851"/>
                    </a:moveTo>
                    <a:lnTo>
                      <a:pt x="3752635" y="556048"/>
                    </a:lnTo>
                    <a:cubicBezTo>
                      <a:pt x="3750539" y="564049"/>
                      <a:pt x="3745015" y="572623"/>
                      <a:pt x="3746157" y="580051"/>
                    </a:cubicBezTo>
                    <a:cubicBezTo>
                      <a:pt x="3749491" y="601579"/>
                      <a:pt x="3747062" y="622201"/>
                      <a:pt x="3742776" y="642538"/>
                    </a:cubicBezTo>
                    <a:lnTo>
                      <a:pt x="3730253" y="694928"/>
                    </a:lnTo>
                    <a:lnTo>
                      <a:pt x="3742777" y="642537"/>
                    </a:lnTo>
                    <a:cubicBezTo>
                      <a:pt x="3747063" y="622201"/>
                      <a:pt x="3749492" y="601578"/>
                      <a:pt x="3746158" y="580050"/>
                    </a:cubicBezTo>
                    <a:cubicBezTo>
                      <a:pt x="3745016" y="572622"/>
                      <a:pt x="3750540" y="564048"/>
                      <a:pt x="3752636" y="556047"/>
                    </a:cubicBezTo>
                    <a:close/>
                    <a:moveTo>
                      <a:pt x="3774848" y="298169"/>
                    </a:moveTo>
                    <a:lnTo>
                      <a:pt x="3760065" y="313534"/>
                    </a:lnTo>
                    <a:cubicBezTo>
                      <a:pt x="3755873" y="316390"/>
                      <a:pt x="3758159" y="330299"/>
                      <a:pt x="3759493" y="338871"/>
                    </a:cubicBezTo>
                    <a:lnTo>
                      <a:pt x="3759500" y="338900"/>
                    </a:lnTo>
                    <a:lnTo>
                      <a:pt x="3769400" y="395640"/>
                    </a:lnTo>
                    <a:lnTo>
                      <a:pt x="3765590" y="367328"/>
                    </a:lnTo>
                    <a:lnTo>
                      <a:pt x="3759500" y="338900"/>
                    </a:lnTo>
                    <a:lnTo>
                      <a:pt x="3759494" y="338870"/>
                    </a:lnTo>
                    <a:cubicBezTo>
                      <a:pt x="3758160" y="330298"/>
                      <a:pt x="3755874" y="316389"/>
                      <a:pt x="3760066" y="313533"/>
                    </a:cubicBezTo>
                    <a:close/>
                    <a:moveTo>
                      <a:pt x="3782393" y="281568"/>
                    </a:moveTo>
                    <a:lnTo>
                      <a:pt x="3777498" y="295415"/>
                    </a:lnTo>
                    <a:lnTo>
                      <a:pt x="3777499" y="295415"/>
                    </a:lnTo>
                    <a:close/>
                    <a:moveTo>
                      <a:pt x="3769073" y="24486"/>
                    </a:moveTo>
                    <a:lnTo>
                      <a:pt x="3766810" y="74129"/>
                    </a:lnTo>
                    <a:cubicBezTo>
                      <a:pt x="3767733" y="91492"/>
                      <a:pt x="3770043" y="108703"/>
                      <a:pt x="3772734" y="125861"/>
                    </a:cubicBezTo>
                    <a:lnTo>
                      <a:pt x="3777129" y="153387"/>
                    </a:lnTo>
                    <a:lnTo>
                      <a:pt x="3785402" y="228944"/>
                    </a:lnTo>
                    <a:lnTo>
                      <a:pt x="3780943" y="177271"/>
                    </a:lnTo>
                    <a:lnTo>
                      <a:pt x="3777129" y="153387"/>
                    </a:lnTo>
                    <a:lnTo>
                      <a:pt x="3776930" y="151569"/>
                    </a:lnTo>
                    <a:cubicBezTo>
                      <a:pt x="3772700" y="125876"/>
                      <a:pt x="3768195" y="100174"/>
                      <a:pt x="3766811" y="74129"/>
                    </a:cubicBezTo>
                    <a:close/>
                    <a:moveTo>
                      <a:pt x="3766492" y="0"/>
                    </a:moveTo>
                    <a:lnTo>
                      <a:pt x="4230600" y="0"/>
                    </a:lnTo>
                    <a:lnTo>
                      <a:pt x="4229473" y="2817"/>
                    </a:lnTo>
                    <a:cubicBezTo>
                      <a:pt x="4221092" y="21486"/>
                      <a:pt x="4218423" y="43012"/>
                      <a:pt x="4215375" y="63587"/>
                    </a:cubicBezTo>
                    <a:cubicBezTo>
                      <a:pt x="4209851" y="101308"/>
                      <a:pt x="4206421" y="139219"/>
                      <a:pt x="4201468" y="176939"/>
                    </a:cubicBezTo>
                    <a:cubicBezTo>
                      <a:pt x="4200325" y="184941"/>
                      <a:pt x="4198231" y="194085"/>
                      <a:pt x="4193466" y="200182"/>
                    </a:cubicBezTo>
                    <a:cubicBezTo>
                      <a:pt x="4161461" y="241901"/>
                      <a:pt x="4152508" y="292579"/>
                      <a:pt x="4155554" y="340774"/>
                    </a:cubicBezTo>
                    <a:cubicBezTo>
                      <a:pt x="4157843" y="378686"/>
                      <a:pt x="4159557" y="415835"/>
                      <a:pt x="4156319" y="453364"/>
                    </a:cubicBezTo>
                    <a:cubicBezTo>
                      <a:pt x="4156127" y="456222"/>
                      <a:pt x="4156509" y="460032"/>
                      <a:pt x="4158033" y="462126"/>
                    </a:cubicBezTo>
                    <a:cubicBezTo>
                      <a:pt x="4168129" y="475081"/>
                      <a:pt x="4168891" y="488607"/>
                      <a:pt x="4170605" y="505182"/>
                    </a:cubicBezTo>
                    <a:cubicBezTo>
                      <a:pt x="4173083" y="528615"/>
                      <a:pt x="4171367" y="550141"/>
                      <a:pt x="4167177" y="571860"/>
                    </a:cubicBezTo>
                    <a:cubicBezTo>
                      <a:pt x="4164129" y="587672"/>
                      <a:pt x="4157843" y="603673"/>
                      <a:pt x="4149840" y="617772"/>
                    </a:cubicBezTo>
                    <a:cubicBezTo>
                      <a:pt x="4138600" y="637392"/>
                      <a:pt x="4134220" y="656255"/>
                      <a:pt x="4149078" y="674923"/>
                    </a:cubicBezTo>
                    <a:cubicBezTo>
                      <a:pt x="4164891" y="695116"/>
                      <a:pt x="4159367" y="717977"/>
                      <a:pt x="4159937" y="740268"/>
                    </a:cubicBezTo>
                    <a:cubicBezTo>
                      <a:pt x="4160129" y="749982"/>
                      <a:pt x="4159747" y="760270"/>
                      <a:pt x="4162223" y="769605"/>
                    </a:cubicBezTo>
                    <a:cubicBezTo>
                      <a:pt x="4169273" y="796655"/>
                      <a:pt x="4179941" y="822756"/>
                      <a:pt x="4184703" y="850189"/>
                    </a:cubicBezTo>
                    <a:cubicBezTo>
                      <a:pt x="4187370" y="865430"/>
                      <a:pt x="4182607" y="882384"/>
                      <a:pt x="4179179" y="898198"/>
                    </a:cubicBezTo>
                    <a:cubicBezTo>
                      <a:pt x="4175559" y="914200"/>
                      <a:pt x="4170035" y="930011"/>
                      <a:pt x="4164319" y="945444"/>
                    </a:cubicBezTo>
                    <a:cubicBezTo>
                      <a:pt x="4160509" y="955920"/>
                      <a:pt x="4156889" y="967350"/>
                      <a:pt x="4150030" y="975733"/>
                    </a:cubicBezTo>
                    <a:cubicBezTo>
                      <a:pt x="4134410" y="994785"/>
                      <a:pt x="4131742" y="1014406"/>
                      <a:pt x="4139934" y="1036887"/>
                    </a:cubicBezTo>
                    <a:cubicBezTo>
                      <a:pt x="4141268" y="1040315"/>
                      <a:pt x="4141268" y="1044315"/>
                      <a:pt x="4141458" y="1048125"/>
                    </a:cubicBezTo>
                    <a:cubicBezTo>
                      <a:pt x="4145458" y="1109091"/>
                      <a:pt x="4147936" y="1170051"/>
                      <a:pt x="4154032" y="1230633"/>
                    </a:cubicBezTo>
                    <a:cubicBezTo>
                      <a:pt x="4156509" y="1255206"/>
                      <a:pt x="4167367" y="1278829"/>
                      <a:pt x="4174225" y="1303024"/>
                    </a:cubicBezTo>
                    <a:cubicBezTo>
                      <a:pt x="4175559" y="1307978"/>
                      <a:pt x="4177655" y="1313504"/>
                      <a:pt x="4176701" y="1318456"/>
                    </a:cubicBezTo>
                    <a:cubicBezTo>
                      <a:pt x="4167177" y="1372368"/>
                      <a:pt x="4181083" y="1422854"/>
                      <a:pt x="4199372" y="1472575"/>
                    </a:cubicBezTo>
                    <a:cubicBezTo>
                      <a:pt x="4201278" y="1477717"/>
                      <a:pt x="4200706" y="1484004"/>
                      <a:pt x="4200325" y="1489720"/>
                    </a:cubicBezTo>
                    <a:cubicBezTo>
                      <a:pt x="4198993" y="1505724"/>
                      <a:pt x="4192324" y="1523059"/>
                      <a:pt x="4196324" y="1537537"/>
                    </a:cubicBezTo>
                    <a:cubicBezTo>
                      <a:pt x="4207374" y="1576019"/>
                      <a:pt x="4220709" y="1614120"/>
                      <a:pt x="4237474" y="1650317"/>
                    </a:cubicBezTo>
                    <a:cubicBezTo>
                      <a:pt x="4254428" y="1687086"/>
                      <a:pt x="4268716" y="1721185"/>
                      <a:pt x="4251572" y="1763287"/>
                    </a:cubicBezTo>
                    <a:cubicBezTo>
                      <a:pt x="4244332" y="1781194"/>
                      <a:pt x="4249476" y="1804816"/>
                      <a:pt x="4251380" y="1825393"/>
                    </a:cubicBezTo>
                    <a:cubicBezTo>
                      <a:pt x="4252904" y="1840441"/>
                      <a:pt x="4261478" y="1854920"/>
                      <a:pt x="4261478" y="1869780"/>
                    </a:cubicBezTo>
                    <a:cubicBezTo>
                      <a:pt x="4261478" y="1909408"/>
                      <a:pt x="4271574" y="1944649"/>
                      <a:pt x="4292149" y="1978940"/>
                    </a:cubicBezTo>
                    <a:cubicBezTo>
                      <a:pt x="4300150" y="1992279"/>
                      <a:pt x="4294815" y="2013043"/>
                      <a:pt x="4296911" y="2030378"/>
                    </a:cubicBezTo>
                    <a:cubicBezTo>
                      <a:pt x="4299388" y="2048668"/>
                      <a:pt x="4301673" y="2067525"/>
                      <a:pt x="4307201" y="2085054"/>
                    </a:cubicBezTo>
                    <a:cubicBezTo>
                      <a:pt x="4321679" y="2130393"/>
                      <a:pt x="4338062" y="2175163"/>
                      <a:pt x="4353302" y="2220312"/>
                    </a:cubicBezTo>
                    <a:cubicBezTo>
                      <a:pt x="4365877" y="2257459"/>
                      <a:pt x="4355970" y="2294039"/>
                      <a:pt x="4350636" y="2330806"/>
                    </a:cubicBezTo>
                    <a:cubicBezTo>
                      <a:pt x="4347205" y="2353859"/>
                      <a:pt x="4339013" y="2375383"/>
                      <a:pt x="4351206" y="2401292"/>
                    </a:cubicBezTo>
                    <a:cubicBezTo>
                      <a:pt x="4362828" y="2426059"/>
                      <a:pt x="4360160" y="2457492"/>
                      <a:pt x="4366446" y="2485307"/>
                    </a:cubicBezTo>
                    <a:cubicBezTo>
                      <a:pt x="4371781" y="2508742"/>
                      <a:pt x="4380354" y="2531409"/>
                      <a:pt x="4388736" y="2554079"/>
                    </a:cubicBezTo>
                    <a:cubicBezTo>
                      <a:pt x="4400168" y="2584942"/>
                      <a:pt x="4412167" y="2615421"/>
                      <a:pt x="4406453" y="2649143"/>
                    </a:cubicBezTo>
                    <a:cubicBezTo>
                      <a:pt x="4399976" y="2687436"/>
                      <a:pt x="4424359" y="2713723"/>
                      <a:pt x="4440554" y="2743826"/>
                    </a:cubicBezTo>
                    <a:cubicBezTo>
                      <a:pt x="4451603" y="2764590"/>
                      <a:pt x="4459795" y="2787259"/>
                      <a:pt x="4466653" y="2809930"/>
                    </a:cubicBezTo>
                    <a:cubicBezTo>
                      <a:pt x="4475607" y="2840219"/>
                      <a:pt x="4480941" y="2871462"/>
                      <a:pt x="4489705" y="2901943"/>
                    </a:cubicBezTo>
                    <a:cubicBezTo>
                      <a:pt x="4502848" y="2948047"/>
                      <a:pt x="4513137" y="2994722"/>
                      <a:pt x="4505897" y="3042728"/>
                    </a:cubicBezTo>
                    <a:cubicBezTo>
                      <a:pt x="4502659" y="3064827"/>
                      <a:pt x="4502848" y="3085403"/>
                      <a:pt x="4507613" y="3107500"/>
                    </a:cubicBezTo>
                    <a:cubicBezTo>
                      <a:pt x="4515422" y="3143695"/>
                      <a:pt x="4516376" y="3180844"/>
                      <a:pt x="4545521" y="3209993"/>
                    </a:cubicBezTo>
                    <a:cubicBezTo>
                      <a:pt x="4555811" y="3220280"/>
                      <a:pt x="4558477" y="3238758"/>
                      <a:pt x="4563811" y="3253809"/>
                    </a:cubicBezTo>
                    <a:cubicBezTo>
                      <a:pt x="4570099" y="3271145"/>
                      <a:pt x="4566858" y="3283908"/>
                      <a:pt x="4548570" y="3293244"/>
                    </a:cubicBezTo>
                    <a:cubicBezTo>
                      <a:pt x="4540379" y="3297434"/>
                      <a:pt x="4532378" y="3309437"/>
                      <a:pt x="4531043" y="3318771"/>
                    </a:cubicBezTo>
                    <a:cubicBezTo>
                      <a:pt x="4527043" y="3346776"/>
                      <a:pt x="4532950" y="3372495"/>
                      <a:pt x="4545904" y="3399546"/>
                    </a:cubicBezTo>
                    <a:cubicBezTo>
                      <a:pt x="4558096" y="3424883"/>
                      <a:pt x="4556762" y="3456508"/>
                      <a:pt x="4561524" y="3485275"/>
                    </a:cubicBezTo>
                    <a:cubicBezTo>
                      <a:pt x="4564954" y="3505657"/>
                      <a:pt x="4572002" y="3526042"/>
                      <a:pt x="4572002" y="3546617"/>
                    </a:cubicBezTo>
                    <a:cubicBezTo>
                      <a:pt x="4572002" y="3572146"/>
                      <a:pt x="4565907" y="3597482"/>
                      <a:pt x="4563620" y="3623201"/>
                    </a:cubicBezTo>
                    <a:cubicBezTo>
                      <a:pt x="4561716" y="3643204"/>
                      <a:pt x="4562478" y="3663589"/>
                      <a:pt x="4560192" y="3683591"/>
                    </a:cubicBezTo>
                    <a:cubicBezTo>
                      <a:pt x="4558477" y="3699976"/>
                      <a:pt x="4554096" y="3716168"/>
                      <a:pt x="4550476" y="3732361"/>
                    </a:cubicBezTo>
                    <a:cubicBezTo>
                      <a:pt x="4549142" y="3738267"/>
                      <a:pt x="4543998" y="3744173"/>
                      <a:pt x="4544759" y="3749506"/>
                    </a:cubicBezTo>
                    <a:cubicBezTo>
                      <a:pt x="4552953" y="3802467"/>
                      <a:pt x="4516376" y="3840569"/>
                      <a:pt x="4500182" y="3885338"/>
                    </a:cubicBezTo>
                    <a:cubicBezTo>
                      <a:pt x="4483035" y="3932394"/>
                      <a:pt x="4456748" y="3977925"/>
                      <a:pt x="4464557" y="4030503"/>
                    </a:cubicBezTo>
                    <a:cubicBezTo>
                      <a:pt x="4469319" y="4062318"/>
                      <a:pt x="4480369" y="4092989"/>
                      <a:pt x="4487039" y="4124614"/>
                    </a:cubicBezTo>
                    <a:cubicBezTo>
                      <a:pt x="4489324" y="4135854"/>
                      <a:pt x="4488943" y="4148427"/>
                      <a:pt x="4486656" y="4159667"/>
                    </a:cubicBezTo>
                    <a:cubicBezTo>
                      <a:pt x="4476177" y="4213961"/>
                      <a:pt x="4474653" y="4267493"/>
                      <a:pt x="4491801" y="4320837"/>
                    </a:cubicBezTo>
                    <a:cubicBezTo>
                      <a:pt x="4494659" y="4329979"/>
                      <a:pt x="4497325" y="4339695"/>
                      <a:pt x="4497325" y="4349222"/>
                    </a:cubicBezTo>
                    <a:cubicBezTo>
                      <a:pt x="4497325" y="4401419"/>
                      <a:pt x="4493324" y="4452665"/>
                      <a:pt x="4474653" y="4502579"/>
                    </a:cubicBezTo>
                    <a:cubicBezTo>
                      <a:pt x="4468368" y="4519343"/>
                      <a:pt x="4472368" y="4539728"/>
                      <a:pt x="4470844" y="4558207"/>
                    </a:cubicBezTo>
                    <a:cubicBezTo>
                      <a:pt x="4469511" y="4575351"/>
                      <a:pt x="4468940" y="4592878"/>
                      <a:pt x="4464557" y="4609452"/>
                    </a:cubicBezTo>
                    <a:cubicBezTo>
                      <a:pt x="4458082" y="4633647"/>
                      <a:pt x="4457320" y="4656126"/>
                      <a:pt x="4463033" y="4681083"/>
                    </a:cubicBezTo>
                    <a:cubicBezTo>
                      <a:pt x="4468368" y="4704895"/>
                      <a:pt x="4465702" y="4730614"/>
                      <a:pt x="4465891" y="4755381"/>
                    </a:cubicBezTo>
                    <a:cubicBezTo>
                      <a:pt x="4466082" y="4783004"/>
                      <a:pt x="4466272" y="4810627"/>
                      <a:pt x="4465319" y="4838250"/>
                    </a:cubicBezTo>
                    <a:cubicBezTo>
                      <a:pt x="4464940" y="4849300"/>
                      <a:pt x="4457320" y="4861873"/>
                      <a:pt x="4460367" y="4871019"/>
                    </a:cubicBezTo>
                    <a:cubicBezTo>
                      <a:pt x="4470653" y="4900546"/>
                      <a:pt x="4458271" y="4930075"/>
                      <a:pt x="4463795" y="4959602"/>
                    </a:cubicBezTo>
                    <a:cubicBezTo>
                      <a:pt x="4466653" y="4974082"/>
                      <a:pt x="4458844" y="4990465"/>
                      <a:pt x="4458082" y="5006086"/>
                    </a:cubicBezTo>
                    <a:cubicBezTo>
                      <a:pt x="4456748" y="5031614"/>
                      <a:pt x="4457320" y="5057141"/>
                      <a:pt x="4456937" y="5082670"/>
                    </a:cubicBezTo>
                    <a:cubicBezTo>
                      <a:pt x="4456748" y="5091052"/>
                      <a:pt x="4455986" y="5099245"/>
                      <a:pt x="4455603" y="5107627"/>
                    </a:cubicBezTo>
                    <a:cubicBezTo>
                      <a:pt x="4455223" y="5115057"/>
                      <a:pt x="4453508" y="5122867"/>
                      <a:pt x="4454840" y="5129916"/>
                    </a:cubicBezTo>
                    <a:cubicBezTo>
                      <a:pt x="4459605" y="5155445"/>
                      <a:pt x="4467415" y="5180591"/>
                      <a:pt x="4470464" y="5206308"/>
                    </a:cubicBezTo>
                    <a:cubicBezTo>
                      <a:pt x="4473130" y="5228597"/>
                      <a:pt x="4469511" y="5251650"/>
                      <a:pt x="4471415" y="5274129"/>
                    </a:cubicBezTo>
                    <a:cubicBezTo>
                      <a:pt x="4474653" y="5313754"/>
                      <a:pt x="4480369" y="5353379"/>
                      <a:pt x="4483990" y="5393005"/>
                    </a:cubicBezTo>
                    <a:cubicBezTo>
                      <a:pt x="4484752" y="5401579"/>
                      <a:pt x="4479988" y="5410531"/>
                      <a:pt x="4479607" y="5419295"/>
                    </a:cubicBezTo>
                    <a:cubicBezTo>
                      <a:pt x="4478656" y="5446728"/>
                      <a:pt x="4478464" y="5474161"/>
                      <a:pt x="4477894" y="5501594"/>
                    </a:cubicBezTo>
                    <a:cubicBezTo>
                      <a:pt x="4477702" y="5517215"/>
                      <a:pt x="4478273" y="5533027"/>
                      <a:pt x="4476560" y="5548460"/>
                    </a:cubicBezTo>
                    <a:cubicBezTo>
                      <a:pt x="4474273" y="5568842"/>
                      <a:pt x="4470844" y="5587321"/>
                      <a:pt x="4485703" y="5606372"/>
                    </a:cubicBezTo>
                    <a:cubicBezTo>
                      <a:pt x="4508755" y="5635711"/>
                      <a:pt x="4499801" y="5673050"/>
                      <a:pt x="4505134" y="5706959"/>
                    </a:cubicBezTo>
                    <a:cubicBezTo>
                      <a:pt x="4506468" y="5715723"/>
                      <a:pt x="4506659" y="5724678"/>
                      <a:pt x="4508183" y="5733440"/>
                    </a:cubicBezTo>
                    <a:cubicBezTo>
                      <a:pt x="4511041" y="5749634"/>
                      <a:pt x="4514279" y="5765635"/>
                      <a:pt x="4517519" y="5781830"/>
                    </a:cubicBezTo>
                    <a:cubicBezTo>
                      <a:pt x="4518089" y="5784686"/>
                      <a:pt x="4518281" y="5787924"/>
                      <a:pt x="4519234" y="5790592"/>
                    </a:cubicBezTo>
                    <a:cubicBezTo>
                      <a:pt x="4527233" y="5815169"/>
                      <a:pt x="4536378" y="5839361"/>
                      <a:pt x="4542855" y="5864318"/>
                    </a:cubicBezTo>
                    <a:cubicBezTo>
                      <a:pt x="4546095" y="5876511"/>
                      <a:pt x="4546476" y="5890037"/>
                      <a:pt x="4544759" y="5902610"/>
                    </a:cubicBezTo>
                    <a:cubicBezTo>
                      <a:pt x="4539808" y="5939377"/>
                      <a:pt x="4537712" y="5975764"/>
                      <a:pt x="4544951" y="6012723"/>
                    </a:cubicBezTo>
                    <a:cubicBezTo>
                      <a:pt x="4547808" y="6027392"/>
                      <a:pt x="4543045" y="6043776"/>
                      <a:pt x="4541332" y="6059397"/>
                    </a:cubicBezTo>
                    <a:cubicBezTo>
                      <a:pt x="4536759" y="6096736"/>
                      <a:pt x="4531805" y="6134075"/>
                      <a:pt x="4527426" y="6171605"/>
                    </a:cubicBezTo>
                    <a:cubicBezTo>
                      <a:pt x="4524758" y="6195037"/>
                      <a:pt x="4523234" y="6218660"/>
                      <a:pt x="4520568" y="6242093"/>
                    </a:cubicBezTo>
                    <a:cubicBezTo>
                      <a:pt x="4517327" y="6269144"/>
                      <a:pt x="4512375" y="6296005"/>
                      <a:pt x="4509706" y="6323058"/>
                    </a:cubicBezTo>
                    <a:cubicBezTo>
                      <a:pt x="4506659" y="6353919"/>
                      <a:pt x="4506089" y="6384972"/>
                      <a:pt x="4502848" y="6415833"/>
                    </a:cubicBezTo>
                    <a:cubicBezTo>
                      <a:pt x="4496563" y="6472225"/>
                      <a:pt x="4489132" y="6528424"/>
                      <a:pt x="4482084" y="6584812"/>
                    </a:cubicBezTo>
                    <a:cubicBezTo>
                      <a:pt x="4475226" y="6639488"/>
                      <a:pt x="4469129" y="6694164"/>
                      <a:pt x="4460557" y="6748458"/>
                    </a:cubicBezTo>
                    <a:cubicBezTo>
                      <a:pt x="4456937" y="6771319"/>
                      <a:pt x="4447030" y="6793035"/>
                      <a:pt x="4441507" y="6815516"/>
                    </a:cubicBezTo>
                    <a:lnTo>
                      <a:pt x="4431806" y="6858001"/>
                    </a:lnTo>
                    <a:lnTo>
                      <a:pt x="4259554" y="6858001"/>
                    </a:lnTo>
                    <a:lnTo>
                      <a:pt x="4259554" y="6858002"/>
                    </a:lnTo>
                    <a:lnTo>
                      <a:pt x="0" y="6858002"/>
                    </a:lnTo>
                    <a:lnTo>
                      <a:pt x="0" y="2"/>
                    </a:lnTo>
                    <a:lnTo>
                      <a:pt x="3766492" y="1"/>
                    </a:lnTo>
                    <a:lnTo>
                      <a:pt x="3769210" y="21486"/>
                    </a:lnTo>
                    <a:close/>
                  </a:path>
                </a:pathLst>
              </a:custGeom>
              <a:solidFill>
                <a:schemeClr val="bg1">
                  <a:alpha val="86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2" name="Group 11">
              <a:extLst>
                <a:ext uri="{FF2B5EF4-FFF2-40B4-BE49-F238E27FC236}">
                  <a16:creationId xmlns:a16="http://schemas.microsoft.com/office/drawing/2014/main" id="{CEDE579A-0A12-4A10-85D4-A8DA1663B89B}"/>
                </a:ext>
                <a:ext uri="{C183D7F6-B498-43B3-948B-1728B52AA6E4}">
                  <adec:decorative xmlns:adec="http://schemas.microsoft.com/office/drawing/2017/decorative" val="1"/>
                </a:ext>
              </a:extLst>
            </p:cNvPr>
            <p:cNvGrpSpPr/>
            <p:nvPr>
              <p:extLst>
                <p:ext uri="{386F3935-93C4-4BCD-93E2-E3B085C9AB24}">
                  <p16:designElem xmlns:p16="http://schemas.microsoft.com/office/powerpoint/2015/main" val="1"/>
                </p:ext>
              </p:extLst>
            </p:nvPr>
          </p:nvGrpSpPr>
          <p:grpSpPr>
            <a:xfrm>
              <a:off x="3697284" y="-1"/>
              <a:ext cx="884241" cy="6858002"/>
              <a:chOff x="3697284" y="-1"/>
              <a:chExt cx="884241" cy="6858002"/>
            </a:xfrm>
          </p:grpSpPr>
          <p:grpSp>
            <p:nvGrpSpPr>
              <p:cNvPr id="13" name="Group 12">
                <a:extLst>
                  <a:ext uri="{FF2B5EF4-FFF2-40B4-BE49-F238E27FC236}">
                    <a16:creationId xmlns:a16="http://schemas.microsoft.com/office/drawing/2014/main" id="{15CA79E3-BA58-419A-8541-7498AC2633F2}"/>
                  </a:ext>
                  <a:ext uri="{C183D7F6-B498-43B3-948B-1728B52AA6E4}">
                    <adec:decorative xmlns:adec="http://schemas.microsoft.com/office/drawing/2017/decorative" val="1"/>
                  </a:ext>
                </a:extLst>
              </p:cNvPr>
              <p:cNvGrpSpPr/>
              <p:nvPr>
                <p:extLst>
                  <p:ext uri="{386F3935-93C4-4BCD-93E2-E3B085C9AB24}">
                    <p16:designElem xmlns:p16="http://schemas.microsoft.com/office/powerpoint/2015/main" val="1"/>
                  </p:ext>
                </p:extLst>
              </p:nvPr>
            </p:nvGrpSpPr>
            <p:grpSpPr>
              <a:xfrm>
                <a:off x="3697284" y="-1"/>
                <a:ext cx="884241" cy="6858001"/>
                <a:chOff x="3697284" y="-1"/>
                <a:chExt cx="884241" cy="6858001"/>
              </a:xfrm>
              <a:solidFill>
                <a:srgbClr val="FFFFFF"/>
              </a:solidFill>
              <a:effectLst/>
            </p:grpSpPr>
            <p:sp>
              <p:nvSpPr>
                <p:cNvPr id="17" name="Freeform: Shape 16">
                  <a:extLst>
                    <a:ext uri="{FF2B5EF4-FFF2-40B4-BE49-F238E27FC236}">
                      <a16:creationId xmlns:a16="http://schemas.microsoft.com/office/drawing/2014/main" id="{2348C622-BC44-4959-B64E-427015FD1F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705641" y="2991642"/>
                  <a:ext cx="6858001" cy="874716"/>
                </a:xfrm>
                <a:custGeom>
                  <a:avLst/>
                  <a:gdLst>
                    <a:gd name="connsiteX0" fmla="*/ 0 w 6858001"/>
                    <a:gd name="connsiteY0" fmla="*/ 533314 h 874716"/>
                    <a:gd name="connsiteX1" fmla="*/ 0 w 6858001"/>
                    <a:gd name="connsiteY1" fmla="*/ 69206 h 874716"/>
                    <a:gd name="connsiteX2" fmla="*/ 21486 w 6858001"/>
                    <a:gd name="connsiteY2" fmla="*/ 71924 h 874716"/>
                    <a:gd name="connsiteX3" fmla="*/ 228948 w 6858001"/>
                    <a:gd name="connsiteY3" fmla="*/ 88116 h 874716"/>
                    <a:gd name="connsiteX4" fmla="*/ 313533 w 6858001"/>
                    <a:gd name="connsiteY4" fmla="*/ 62779 h 874716"/>
                    <a:gd name="connsiteX5" fmla="*/ 338870 w 6858001"/>
                    <a:gd name="connsiteY5" fmla="*/ 62207 h 874716"/>
                    <a:gd name="connsiteX6" fmla="*/ 395640 w 6858001"/>
                    <a:gd name="connsiteY6" fmla="*/ 72114 h 874716"/>
                    <a:gd name="connsiteX7" fmla="*/ 512802 w 6858001"/>
                    <a:gd name="connsiteY7" fmla="*/ 65446 h 874716"/>
                    <a:gd name="connsiteX8" fmla="*/ 556047 w 6858001"/>
                    <a:gd name="connsiteY8" fmla="*/ 55349 h 874716"/>
                    <a:gd name="connsiteX9" fmla="*/ 580050 w 6858001"/>
                    <a:gd name="connsiteY9" fmla="*/ 48871 h 874716"/>
                    <a:gd name="connsiteX10" fmla="*/ 703308 w 6858001"/>
                    <a:gd name="connsiteY10" fmla="*/ 30964 h 874716"/>
                    <a:gd name="connsiteX11" fmla="*/ 758174 w 6858001"/>
                    <a:gd name="connsiteY11" fmla="*/ 11724 h 874716"/>
                    <a:gd name="connsiteX12" fmla="*/ 773035 w 6858001"/>
                    <a:gd name="connsiteY12" fmla="*/ 8866 h 874716"/>
                    <a:gd name="connsiteX13" fmla="*/ 854379 w 6858001"/>
                    <a:gd name="connsiteY13" fmla="*/ 16866 h 874716"/>
                    <a:gd name="connsiteX14" fmla="*/ 915343 w 6858001"/>
                    <a:gd name="connsiteY14" fmla="*/ 47919 h 874716"/>
                    <a:gd name="connsiteX15" fmla="*/ 927155 w 6858001"/>
                    <a:gd name="connsiteY15" fmla="*/ 58397 h 874716"/>
                    <a:gd name="connsiteX16" fmla="*/ 1097087 w 6858001"/>
                    <a:gd name="connsiteY16" fmla="*/ 54777 h 874716"/>
                    <a:gd name="connsiteX17" fmla="*/ 1123185 w 6858001"/>
                    <a:gd name="connsiteY17" fmla="*/ 50395 h 874716"/>
                    <a:gd name="connsiteX18" fmla="*/ 1249302 w 6858001"/>
                    <a:gd name="connsiteY18" fmla="*/ 68684 h 874716"/>
                    <a:gd name="connsiteX19" fmla="*/ 1286069 w 6858001"/>
                    <a:gd name="connsiteY19" fmla="*/ 72304 h 874716"/>
                    <a:gd name="connsiteX20" fmla="*/ 1417899 w 6858001"/>
                    <a:gd name="connsiteY20" fmla="*/ 88688 h 874716"/>
                    <a:gd name="connsiteX21" fmla="*/ 1436568 w 6858001"/>
                    <a:gd name="connsiteY21" fmla="*/ 73448 h 874716"/>
                    <a:gd name="connsiteX22" fmla="*/ 1490292 w 6858001"/>
                    <a:gd name="connsiteY22" fmla="*/ 35154 h 874716"/>
                    <a:gd name="connsiteX23" fmla="*/ 1596213 w 6858001"/>
                    <a:gd name="connsiteY23" fmla="*/ 1245 h 874716"/>
                    <a:gd name="connsiteX24" fmla="*/ 1624980 w 6858001"/>
                    <a:gd name="connsiteY24" fmla="*/ 3150 h 874716"/>
                    <a:gd name="connsiteX25" fmla="*/ 1697753 w 6858001"/>
                    <a:gd name="connsiteY25" fmla="*/ 59731 h 874716"/>
                    <a:gd name="connsiteX26" fmla="*/ 1733188 w 6858001"/>
                    <a:gd name="connsiteY26" fmla="*/ 82400 h 874716"/>
                    <a:gd name="connsiteX27" fmla="*/ 1833775 w 6858001"/>
                    <a:gd name="connsiteY27" fmla="*/ 124121 h 874716"/>
                    <a:gd name="connsiteX28" fmla="*/ 1842158 w 6858001"/>
                    <a:gd name="connsiteY28" fmla="*/ 131742 h 874716"/>
                    <a:gd name="connsiteX29" fmla="*/ 1916454 w 6858001"/>
                    <a:gd name="connsiteY29" fmla="*/ 222233 h 874716"/>
                    <a:gd name="connsiteX30" fmla="*/ 1933219 w 6858001"/>
                    <a:gd name="connsiteY30" fmla="*/ 237663 h 874716"/>
                    <a:gd name="connsiteX31" fmla="*/ 1953413 w 6858001"/>
                    <a:gd name="connsiteY31" fmla="*/ 261668 h 874716"/>
                    <a:gd name="connsiteX32" fmla="*/ 2016469 w 6858001"/>
                    <a:gd name="connsiteY32" fmla="*/ 308151 h 874716"/>
                    <a:gd name="connsiteX33" fmla="*/ 2094578 w 6858001"/>
                    <a:gd name="connsiteY33" fmla="*/ 323010 h 874716"/>
                    <a:gd name="connsiteX34" fmla="*/ 2188879 w 6858001"/>
                    <a:gd name="connsiteY34" fmla="*/ 345681 h 874716"/>
                    <a:gd name="connsiteX35" fmla="*/ 2228314 w 6858001"/>
                    <a:gd name="connsiteY35" fmla="*/ 360921 h 874716"/>
                    <a:gd name="connsiteX36" fmla="*/ 2334044 w 6858001"/>
                    <a:gd name="connsiteY36" fmla="*/ 389878 h 874716"/>
                    <a:gd name="connsiteX37" fmla="*/ 2409485 w 6858001"/>
                    <a:gd name="connsiteY37" fmla="*/ 414263 h 874716"/>
                    <a:gd name="connsiteX38" fmla="*/ 2518264 w 6858001"/>
                    <a:gd name="connsiteY38" fmla="*/ 428552 h 874716"/>
                    <a:gd name="connsiteX39" fmla="*/ 2571034 w 6858001"/>
                    <a:gd name="connsiteY39" fmla="*/ 429122 h 874716"/>
                    <a:gd name="connsiteX40" fmla="*/ 2668001 w 6858001"/>
                    <a:gd name="connsiteY40" fmla="*/ 502276 h 874716"/>
                    <a:gd name="connsiteX41" fmla="*/ 2745348 w 6858001"/>
                    <a:gd name="connsiteY41" fmla="*/ 550666 h 874716"/>
                    <a:gd name="connsiteX42" fmla="*/ 2826694 w 6858001"/>
                    <a:gd name="connsiteY42" fmla="*/ 527233 h 874716"/>
                    <a:gd name="connsiteX43" fmla="*/ 2848793 w 6858001"/>
                    <a:gd name="connsiteY43" fmla="*/ 505134 h 874716"/>
                    <a:gd name="connsiteX44" fmla="*/ 2982148 w 6858001"/>
                    <a:gd name="connsiteY44" fmla="*/ 484179 h 874716"/>
                    <a:gd name="connsiteX45" fmla="*/ 3172654 w 6858001"/>
                    <a:gd name="connsiteY45" fmla="*/ 483417 h 874716"/>
                    <a:gd name="connsiteX46" fmla="*/ 3489467 w 6858001"/>
                    <a:gd name="connsiteY46" fmla="*/ 435790 h 874716"/>
                    <a:gd name="connsiteX47" fmla="*/ 3544713 w 6858001"/>
                    <a:gd name="connsiteY47" fmla="*/ 413691 h 874716"/>
                    <a:gd name="connsiteX48" fmla="*/ 3606817 w 6858001"/>
                    <a:gd name="connsiteY48" fmla="*/ 408167 h 874716"/>
                    <a:gd name="connsiteX49" fmla="*/ 3630632 w 6858001"/>
                    <a:gd name="connsiteY49" fmla="*/ 421693 h 874716"/>
                    <a:gd name="connsiteX50" fmla="*/ 3734837 w 6858001"/>
                    <a:gd name="connsiteY50" fmla="*/ 441886 h 874716"/>
                    <a:gd name="connsiteX51" fmla="*/ 3754652 w 6858001"/>
                    <a:gd name="connsiteY51" fmla="*/ 442268 h 874716"/>
                    <a:gd name="connsiteX52" fmla="*/ 3822472 w 6858001"/>
                    <a:gd name="connsiteY52" fmla="*/ 433694 h 874716"/>
                    <a:gd name="connsiteX53" fmla="*/ 3885338 w 6858001"/>
                    <a:gd name="connsiteY53" fmla="*/ 428742 h 874716"/>
                    <a:gd name="connsiteX54" fmla="*/ 4043839 w 6858001"/>
                    <a:gd name="connsiteY54" fmla="*/ 444934 h 874716"/>
                    <a:gd name="connsiteX55" fmla="*/ 4165383 w 6858001"/>
                    <a:gd name="connsiteY55" fmla="*/ 441124 h 874716"/>
                    <a:gd name="connsiteX56" fmla="*/ 4221391 w 6858001"/>
                    <a:gd name="connsiteY56" fmla="*/ 444934 h 874716"/>
                    <a:gd name="connsiteX57" fmla="*/ 4253014 w 6858001"/>
                    <a:gd name="connsiteY57" fmla="*/ 450650 h 874716"/>
                    <a:gd name="connsiteX58" fmla="*/ 4324645 w 6858001"/>
                    <a:gd name="connsiteY58" fmla="*/ 490466 h 874716"/>
                    <a:gd name="connsiteX59" fmla="*/ 4363890 w 6858001"/>
                    <a:gd name="connsiteY59" fmla="*/ 499420 h 874716"/>
                    <a:gd name="connsiteX60" fmla="*/ 4482004 w 6858001"/>
                    <a:gd name="connsiteY60" fmla="*/ 498658 h 874716"/>
                    <a:gd name="connsiteX61" fmla="*/ 4659174 w 6858001"/>
                    <a:gd name="connsiteY61" fmla="*/ 438648 h 874716"/>
                    <a:gd name="connsiteX62" fmla="*/ 4677655 w 6858001"/>
                    <a:gd name="connsiteY62" fmla="*/ 430646 h 874716"/>
                    <a:gd name="connsiteX63" fmla="*/ 4767764 w 6858001"/>
                    <a:gd name="connsiteY63" fmla="*/ 420739 h 874716"/>
                    <a:gd name="connsiteX64" fmla="*/ 4828916 w 6858001"/>
                    <a:gd name="connsiteY64" fmla="*/ 434266 h 874716"/>
                    <a:gd name="connsiteX65" fmla="*/ 4912168 w 6858001"/>
                    <a:gd name="connsiteY65" fmla="*/ 462271 h 874716"/>
                    <a:gd name="connsiteX66" fmla="*/ 4987037 w 6858001"/>
                    <a:gd name="connsiteY66" fmla="*/ 485703 h 874716"/>
                    <a:gd name="connsiteX67" fmla="*/ 5041521 w 6858001"/>
                    <a:gd name="connsiteY67" fmla="*/ 512182 h 874716"/>
                    <a:gd name="connsiteX68" fmla="*/ 5166113 w 6858001"/>
                    <a:gd name="connsiteY68" fmla="*/ 531615 h 874716"/>
                    <a:gd name="connsiteX69" fmla="*/ 5179067 w 6858001"/>
                    <a:gd name="connsiteY69" fmla="*/ 534853 h 874716"/>
                    <a:gd name="connsiteX70" fmla="*/ 5272796 w 6858001"/>
                    <a:gd name="connsiteY70" fmla="*/ 511230 h 874716"/>
                    <a:gd name="connsiteX71" fmla="*/ 5385384 w 6858001"/>
                    <a:gd name="connsiteY71" fmla="*/ 487227 h 874716"/>
                    <a:gd name="connsiteX72" fmla="*/ 5425582 w 6858001"/>
                    <a:gd name="connsiteY72" fmla="*/ 495418 h 874716"/>
                    <a:gd name="connsiteX73" fmla="*/ 5480637 w 6858001"/>
                    <a:gd name="connsiteY73" fmla="*/ 507040 h 874716"/>
                    <a:gd name="connsiteX74" fmla="*/ 5531693 w 6858001"/>
                    <a:gd name="connsiteY74" fmla="*/ 500944 h 874716"/>
                    <a:gd name="connsiteX75" fmla="*/ 5562746 w 6858001"/>
                    <a:gd name="connsiteY75" fmla="*/ 500372 h 874716"/>
                    <a:gd name="connsiteX76" fmla="*/ 5704483 w 6858001"/>
                    <a:gd name="connsiteY76" fmla="*/ 571620 h 874716"/>
                    <a:gd name="connsiteX77" fmla="*/ 5740488 w 6858001"/>
                    <a:gd name="connsiteY77" fmla="*/ 577526 h 874716"/>
                    <a:gd name="connsiteX78" fmla="*/ 5760873 w 6858001"/>
                    <a:gd name="connsiteY78" fmla="*/ 586291 h 874716"/>
                    <a:gd name="connsiteX79" fmla="*/ 5883751 w 6858001"/>
                    <a:gd name="connsiteY79" fmla="*/ 674686 h 874716"/>
                    <a:gd name="connsiteX80" fmla="*/ 5935949 w 6858001"/>
                    <a:gd name="connsiteY80" fmla="*/ 692592 h 874716"/>
                    <a:gd name="connsiteX81" fmla="*/ 5993291 w 6858001"/>
                    <a:gd name="connsiteY81" fmla="*/ 688972 h 874716"/>
                    <a:gd name="connsiteX82" fmla="*/ 6026440 w 6858001"/>
                    <a:gd name="connsiteY82" fmla="*/ 682496 h 874716"/>
                    <a:gd name="connsiteX83" fmla="*/ 6108738 w 6858001"/>
                    <a:gd name="connsiteY83" fmla="*/ 626296 h 874716"/>
                    <a:gd name="connsiteX84" fmla="*/ 6155602 w 6858001"/>
                    <a:gd name="connsiteY84" fmla="*/ 628202 h 874716"/>
                    <a:gd name="connsiteX85" fmla="*/ 6228756 w 6858001"/>
                    <a:gd name="connsiteY85" fmla="*/ 666873 h 874716"/>
                    <a:gd name="connsiteX86" fmla="*/ 6361539 w 6858001"/>
                    <a:gd name="connsiteY86" fmla="*/ 684210 h 874716"/>
                    <a:gd name="connsiteX87" fmla="*/ 6428979 w 6858001"/>
                    <a:gd name="connsiteY87" fmla="*/ 630106 h 874716"/>
                    <a:gd name="connsiteX88" fmla="*/ 6463840 w 6858001"/>
                    <a:gd name="connsiteY88" fmla="*/ 578098 h 874716"/>
                    <a:gd name="connsiteX89" fmla="*/ 6564620 w 6858001"/>
                    <a:gd name="connsiteY89" fmla="*/ 517708 h 874716"/>
                    <a:gd name="connsiteX90" fmla="*/ 6588625 w 6858001"/>
                    <a:gd name="connsiteY90" fmla="*/ 540187 h 874716"/>
                    <a:gd name="connsiteX91" fmla="*/ 6662541 w 6858001"/>
                    <a:gd name="connsiteY91" fmla="*/ 549714 h 874716"/>
                    <a:gd name="connsiteX92" fmla="*/ 6742552 w 6858001"/>
                    <a:gd name="connsiteY92" fmla="*/ 548952 h 874716"/>
                    <a:gd name="connsiteX93" fmla="*/ 6812063 w 6858001"/>
                    <a:gd name="connsiteY93" fmla="*/ 568430 h 874716"/>
                    <a:gd name="connsiteX94" fmla="*/ 6858001 w 6858001"/>
                    <a:gd name="connsiteY94" fmla="*/ 562267 h 874716"/>
                    <a:gd name="connsiteX95" fmla="*/ 6858001 w 6858001"/>
                    <a:gd name="connsiteY95" fmla="*/ 734520 h 874716"/>
                    <a:gd name="connsiteX96" fmla="*/ 6815516 w 6858001"/>
                    <a:gd name="connsiteY96" fmla="*/ 744220 h 874716"/>
                    <a:gd name="connsiteX97" fmla="*/ 6748458 w 6858001"/>
                    <a:gd name="connsiteY97" fmla="*/ 763271 h 874716"/>
                    <a:gd name="connsiteX98" fmla="*/ 6584812 w 6858001"/>
                    <a:gd name="connsiteY98" fmla="*/ 784797 h 874716"/>
                    <a:gd name="connsiteX99" fmla="*/ 6415833 w 6858001"/>
                    <a:gd name="connsiteY99" fmla="*/ 805562 h 874716"/>
                    <a:gd name="connsiteX100" fmla="*/ 6323058 w 6858001"/>
                    <a:gd name="connsiteY100" fmla="*/ 812420 h 874716"/>
                    <a:gd name="connsiteX101" fmla="*/ 6242093 w 6858001"/>
                    <a:gd name="connsiteY101" fmla="*/ 823281 h 874716"/>
                    <a:gd name="connsiteX102" fmla="*/ 6171605 w 6858001"/>
                    <a:gd name="connsiteY102" fmla="*/ 830139 h 874716"/>
                    <a:gd name="connsiteX103" fmla="*/ 6059397 w 6858001"/>
                    <a:gd name="connsiteY103" fmla="*/ 844045 h 874716"/>
                    <a:gd name="connsiteX104" fmla="*/ 6012723 w 6858001"/>
                    <a:gd name="connsiteY104" fmla="*/ 847665 h 874716"/>
                    <a:gd name="connsiteX105" fmla="*/ 5902610 w 6858001"/>
                    <a:gd name="connsiteY105" fmla="*/ 847473 h 874716"/>
                    <a:gd name="connsiteX106" fmla="*/ 5864318 w 6858001"/>
                    <a:gd name="connsiteY106" fmla="*/ 845569 h 874716"/>
                    <a:gd name="connsiteX107" fmla="*/ 5790592 w 6858001"/>
                    <a:gd name="connsiteY107" fmla="*/ 821947 h 874716"/>
                    <a:gd name="connsiteX108" fmla="*/ 5781830 w 6858001"/>
                    <a:gd name="connsiteY108" fmla="*/ 820233 h 874716"/>
                    <a:gd name="connsiteX109" fmla="*/ 5733440 w 6858001"/>
                    <a:gd name="connsiteY109" fmla="*/ 810896 h 874716"/>
                    <a:gd name="connsiteX110" fmla="*/ 5706959 w 6858001"/>
                    <a:gd name="connsiteY110" fmla="*/ 807848 h 874716"/>
                    <a:gd name="connsiteX111" fmla="*/ 5606372 w 6858001"/>
                    <a:gd name="connsiteY111" fmla="*/ 788417 h 874716"/>
                    <a:gd name="connsiteX112" fmla="*/ 5548460 w 6858001"/>
                    <a:gd name="connsiteY112" fmla="*/ 779273 h 874716"/>
                    <a:gd name="connsiteX113" fmla="*/ 5501594 w 6858001"/>
                    <a:gd name="connsiteY113" fmla="*/ 780607 h 874716"/>
                    <a:gd name="connsiteX114" fmla="*/ 5419295 w 6858001"/>
                    <a:gd name="connsiteY114" fmla="*/ 782321 h 874716"/>
                    <a:gd name="connsiteX115" fmla="*/ 5393005 w 6858001"/>
                    <a:gd name="connsiteY115" fmla="*/ 786703 h 874716"/>
                    <a:gd name="connsiteX116" fmla="*/ 5274129 w 6858001"/>
                    <a:gd name="connsiteY116" fmla="*/ 774129 h 874716"/>
                    <a:gd name="connsiteX117" fmla="*/ 5206308 w 6858001"/>
                    <a:gd name="connsiteY117" fmla="*/ 773177 h 874716"/>
                    <a:gd name="connsiteX118" fmla="*/ 5129916 w 6858001"/>
                    <a:gd name="connsiteY118" fmla="*/ 757554 h 874716"/>
                    <a:gd name="connsiteX119" fmla="*/ 5107627 w 6858001"/>
                    <a:gd name="connsiteY119" fmla="*/ 758316 h 874716"/>
                    <a:gd name="connsiteX120" fmla="*/ 5082670 w 6858001"/>
                    <a:gd name="connsiteY120" fmla="*/ 759651 h 874716"/>
                    <a:gd name="connsiteX121" fmla="*/ 5006086 w 6858001"/>
                    <a:gd name="connsiteY121" fmla="*/ 760795 h 874716"/>
                    <a:gd name="connsiteX122" fmla="*/ 4959602 w 6858001"/>
                    <a:gd name="connsiteY122" fmla="*/ 766509 h 874716"/>
                    <a:gd name="connsiteX123" fmla="*/ 4871019 w 6858001"/>
                    <a:gd name="connsiteY123" fmla="*/ 763081 h 874716"/>
                    <a:gd name="connsiteX124" fmla="*/ 4838250 w 6858001"/>
                    <a:gd name="connsiteY124" fmla="*/ 768033 h 874716"/>
                    <a:gd name="connsiteX125" fmla="*/ 4755381 w 6858001"/>
                    <a:gd name="connsiteY125" fmla="*/ 768605 h 874716"/>
                    <a:gd name="connsiteX126" fmla="*/ 4681083 w 6858001"/>
                    <a:gd name="connsiteY126" fmla="*/ 765747 h 874716"/>
                    <a:gd name="connsiteX127" fmla="*/ 4609452 w 6858001"/>
                    <a:gd name="connsiteY127" fmla="*/ 767271 h 874716"/>
                    <a:gd name="connsiteX128" fmla="*/ 4558207 w 6858001"/>
                    <a:gd name="connsiteY128" fmla="*/ 773557 h 874716"/>
                    <a:gd name="connsiteX129" fmla="*/ 4502579 w 6858001"/>
                    <a:gd name="connsiteY129" fmla="*/ 777367 h 874716"/>
                    <a:gd name="connsiteX130" fmla="*/ 4349222 w 6858001"/>
                    <a:gd name="connsiteY130" fmla="*/ 800038 h 874716"/>
                    <a:gd name="connsiteX131" fmla="*/ 4320837 w 6858001"/>
                    <a:gd name="connsiteY131" fmla="*/ 794514 h 874716"/>
                    <a:gd name="connsiteX132" fmla="*/ 4159667 w 6858001"/>
                    <a:gd name="connsiteY132" fmla="*/ 789370 h 874716"/>
                    <a:gd name="connsiteX133" fmla="*/ 4124614 w 6858001"/>
                    <a:gd name="connsiteY133" fmla="*/ 789752 h 874716"/>
                    <a:gd name="connsiteX134" fmla="*/ 4030503 w 6858001"/>
                    <a:gd name="connsiteY134" fmla="*/ 767271 h 874716"/>
                    <a:gd name="connsiteX135" fmla="*/ 3885338 w 6858001"/>
                    <a:gd name="connsiteY135" fmla="*/ 802896 h 874716"/>
                    <a:gd name="connsiteX136" fmla="*/ 3749506 w 6858001"/>
                    <a:gd name="connsiteY136" fmla="*/ 847473 h 874716"/>
                    <a:gd name="connsiteX137" fmla="*/ 3732361 w 6858001"/>
                    <a:gd name="connsiteY137" fmla="*/ 853190 h 874716"/>
                    <a:gd name="connsiteX138" fmla="*/ 3683591 w 6858001"/>
                    <a:gd name="connsiteY138" fmla="*/ 862906 h 874716"/>
                    <a:gd name="connsiteX139" fmla="*/ 3623201 w 6858001"/>
                    <a:gd name="connsiteY139" fmla="*/ 866334 h 874716"/>
                    <a:gd name="connsiteX140" fmla="*/ 3546617 w 6858001"/>
                    <a:gd name="connsiteY140" fmla="*/ 874716 h 874716"/>
                    <a:gd name="connsiteX141" fmla="*/ 3485275 w 6858001"/>
                    <a:gd name="connsiteY141" fmla="*/ 864238 h 874716"/>
                    <a:gd name="connsiteX142" fmla="*/ 3399546 w 6858001"/>
                    <a:gd name="connsiteY142" fmla="*/ 848618 h 874716"/>
                    <a:gd name="connsiteX143" fmla="*/ 3318771 w 6858001"/>
                    <a:gd name="connsiteY143" fmla="*/ 833757 h 874716"/>
                    <a:gd name="connsiteX144" fmla="*/ 3293244 w 6858001"/>
                    <a:gd name="connsiteY144" fmla="*/ 851284 h 874716"/>
                    <a:gd name="connsiteX145" fmla="*/ 3253809 w 6858001"/>
                    <a:gd name="connsiteY145" fmla="*/ 866524 h 874716"/>
                    <a:gd name="connsiteX146" fmla="*/ 3209993 w 6858001"/>
                    <a:gd name="connsiteY146" fmla="*/ 848235 h 874716"/>
                    <a:gd name="connsiteX147" fmla="*/ 3107500 w 6858001"/>
                    <a:gd name="connsiteY147" fmla="*/ 810326 h 874716"/>
                    <a:gd name="connsiteX148" fmla="*/ 3042728 w 6858001"/>
                    <a:gd name="connsiteY148" fmla="*/ 808610 h 874716"/>
                    <a:gd name="connsiteX149" fmla="*/ 2901943 w 6858001"/>
                    <a:gd name="connsiteY149" fmla="*/ 792418 h 874716"/>
                    <a:gd name="connsiteX150" fmla="*/ 2809930 w 6858001"/>
                    <a:gd name="connsiteY150" fmla="*/ 769367 h 874716"/>
                    <a:gd name="connsiteX151" fmla="*/ 2743826 w 6858001"/>
                    <a:gd name="connsiteY151" fmla="*/ 743268 h 874716"/>
                    <a:gd name="connsiteX152" fmla="*/ 2649143 w 6858001"/>
                    <a:gd name="connsiteY152" fmla="*/ 709167 h 874716"/>
                    <a:gd name="connsiteX153" fmla="*/ 2554079 w 6858001"/>
                    <a:gd name="connsiteY153" fmla="*/ 691450 h 874716"/>
                    <a:gd name="connsiteX154" fmla="*/ 2485307 w 6858001"/>
                    <a:gd name="connsiteY154" fmla="*/ 669160 h 874716"/>
                    <a:gd name="connsiteX155" fmla="*/ 2401292 w 6858001"/>
                    <a:gd name="connsiteY155" fmla="*/ 653919 h 874716"/>
                    <a:gd name="connsiteX156" fmla="*/ 2330806 w 6858001"/>
                    <a:gd name="connsiteY156" fmla="*/ 653349 h 874716"/>
                    <a:gd name="connsiteX157" fmla="*/ 2220312 w 6858001"/>
                    <a:gd name="connsiteY157" fmla="*/ 656015 h 874716"/>
                    <a:gd name="connsiteX158" fmla="*/ 2085054 w 6858001"/>
                    <a:gd name="connsiteY158" fmla="*/ 609914 h 874716"/>
                    <a:gd name="connsiteX159" fmla="*/ 2030378 w 6858001"/>
                    <a:gd name="connsiteY159" fmla="*/ 599625 h 874716"/>
                    <a:gd name="connsiteX160" fmla="*/ 1978940 w 6858001"/>
                    <a:gd name="connsiteY160" fmla="*/ 594863 h 874716"/>
                    <a:gd name="connsiteX161" fmla="*/ 1869780 w 6858001"/>
                    <a:gd name="connsiteY161" fmla="*/ 564192 h 874716"/>
                    <a:gd name="connsiteX162" fmla="*/ 1825393 w 6858001"/>
                    <a:gd name="connsiteY162" fmla="*/ 554094 h 874716"/>
                    <a:gd name="connsiteX163" fmla="*/ 1763287 w 6858001"/>
                    <a:gd name="connsiteY163" fmla="*/ 554286 h 874716"/>
                    <a:gd name="connsiteX164" fmla="*/ 1650317 w 6858001"/>
                    <a:gd name="connsiteY164" fmla="*/ 540187 h 874716"/>
                    <a:gd name="connsiteX165" fmla="*/ 1537537 w 6858001"/>
                    <a:gd name="connsiteY165" fmla="*/ 499038 h 874716"/>
                    <a:gd name="connsiteX166" fmla="*/ 1489720 w 6858001"/>
                    <a:gd name="connsiteY166" fmla="*/ 503038 h 874716"/>
                    <a:gd name="connsiteX167" fmla="*/ 1472575 w 6858001"/>
                    <a:gd name="connsiteY167" fmla="*/ 502086 h 874716"/>
                    <a:gd name="connsiteX168" fmla="*/ 1318456 w 6858001"/>
                    <a:gd name="connsiteY168" fmla="*/ 479415 h 874716"/>
                    <a:gd name="connsiteX169" fmla="*/ 1303024 w 6858001"/>
                    <a:gd name="connsiteY169" fmla="*/ 476939 h 874716"/>
                    <a:gd name="connsiteX170" fmla="*/ 1230633 w 6858001"/>
                    <a:gd name="connsiteY170" fmla="*/ 456746 h 874716"/>
                    <a:gd name="connsiteX171" fmla="*/ 1048125 w 6858001"/>
                    <a:gd name="connsiteY171" fmla="*/ 444172 h 874716"/>
                    <a:gd name="connsiteX172" fmla="*/ 1036887 w 6858001"/>
                    <a:gd name="connsiteY172" fmla="*/ 442648 h 874716"/>
                    <a:gd name="connsiteX173" fmla="*/ 975733 w 6858001"/>
                    <a:gd name="connsiteY173" fmla="*/ 452744 h 874716"/>
                    <a:gd name="connsiteX174" fmla="*/ 945444 w 6858001"/>
                    <a:gd name="connsiteY174" fmla="*/ 467033 h 874716"/>
                    <a:gd name="connsiteX175" fmla="*/ 898198 w 6858001"/>
                    <a:gd name="connsiteY175" fmla="*/ 481893 h 874716"/>
                    <a:gd name="connsiteX176" fmla="*/ 850189 w 6858001"/>
                    <a:gd name="connsiteY176" fmla="*/ 487417 h 874716"/>
                    <a:gd name="connsiteX177" fmla="*/ 769605 w 6858001"/>
                    <a:gd name="connsiteY177" fmla="*/ 464937 h 874716"/>
                    <a:gd name="connsiteX178" fmla="*/ 740268 w 6858001"/>
                    <a:gd name="connsiteY178" fmla="*/ 462651 h 874716"/>
                    <a:gd name="connsiteX179" fmla="*/ 674923 w 6858001"/>
                    <a:gd name="connsiteY179" fmla="*/ 451792 h 874716"/>
                    <a:gd name="connsiteX180" fmla="*/ 617772 w 6858001"/>
                    <a:gd name="connsiteY180" fmla="*/ 452554 h 874716"/>
                    <a:gd name="connsiteX181" fmla="*/ 571860 w 6858001"/>
                    <a:gd name="connsiteY181" fmla="*/ 469891 h 874716"/>
                    <a:gd name="connsiteX182" fmla="*/ 505182 w 6858001"/>
                    <a:gd name="connsiteY182" fmla="*/ 473319 h 874716"/>
                    <a:gd name="connsiteX183" fmla="*/ 462126 w 6858001"/>
                    <a:gd name="connsiteY183" fmla="*/ 460747 h 874716"/>
                    <a:gd name="connsiteX184" fmla="*/ 453364 w 6858001"/>
                    <a:gd name="connsiteY184" fmla="*/ 459033 h 874716"/>
                    <a:gd name="connsiteX185" fmla="*/ 340774 w 6858001"/>
                    <a:gd name="connsiteY185" fmla="*/ 458268 h 874716"/>
                    <a:gd name="connsiteX186" fmla="*/ 200182 w 6858001"/>
                    <a:gd name="connsiteY186" fmla="*/ 496180 h 874716"/>
                    <a:gd name="connsiteX187" fmla="*/ 176939 w 6858001"/>
                    <a:gd name="connsiteY187" fmla="*/ 504182 h 874716"/>
                    <a:gd name="connsiteX188" fmla="*/ 63587 w 6858001"/>
                    <a:gd name="connsiteY188" fmla="*/ 518088 h 874716"/>
                    <a:gd name="connsiteX189" fmla="*/ 2817 w 6858001"/>
                    <a:gd name="connsiteY189" fmla="*/ 532187 h 874716"/>
                    <a:gd name="connsiteX190" fmla="*/ 0 w 6858001"/>
                    <a:gd name="connsiteY190" fmla="*/ 533314 h 87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6858001" h="874716">
                      <a:moveTo>
                        <a:pt x="0" y="533314"/>
                      </a:moveTo>
                      <a:lnTo>
                        <a:pt x="0" y="69206"/>
                      </a:lnTo>
                      <a:lnTo>
                        <a:pt x="21486" y="71924"/>
                      </a:lnTo>
                      <a:cubicBezTo>
                        <a:pt x="92546" y="60493"/>
                        <a:pt x="159604" y="87354"/>
                        <a:pt x="228948" y="88116"/>
                      </a:cubicBezTo>
                      <a:cubicBezTo>
                        <a:pt x="260382" y="88496"/>
                        <a:pt x="291435" y="94592"/>
                        <a:pt x="313533" y="62779"/>
                      </a:cubicBezTo>
                      <a:cubicBezTo>
                        <a:pt x="316389" y="58587"/>
                        <a:pt x="330298" y="60873"/>
                        <a:pt x="338870" y="62207"/>
                      </a:cubicBezTo>
                      <a:cubicBezTo>
                        <a:pt x="357921" y="65066"/>
                        <a:pt x="376781" y="72304"/>
                        <a:pt x="395640" y="72114"/>
                      </a:cubicBezTo>
                      <a:cubicBezTo>
                        <a:pt x="434695" y="71924"/>
                        <a:pt x="473939" y="68876"/>
                        <a:pt x="512802" y="65446"/>
                      </a:cubicBezTo>
                      <a:cubicBezTo>
                        <a:pt x="527470" y="64112"/>
                        <a:pt x="541569" y="58969"/>
                        <a:pt x="556047" y="55349"/>
                      </a:cubicBezTo>
                      <a:cubicBezTo>
                        <a:pt x="564048" y="53253"/>
                        <a:pt x="572622" y="47729"/>
                        <a:pt x="580050" y="48871"/>
                      </a:cubicBezTo>
                      <a:cubicBezTo>
                        <a:pt x="623106" y="55539"/>
                        <a:pt x="662541" y="39157"/>
                        <a:pt x="703308" y="30964"/>
                      </a:cubicBezTo>
                      <a:cubicBezTo>
                        <a:pt x="722169" y="27154"/>
                        <a:pt x="739886" y="18010"/>
                        <a:pt x="758174" y="11724"/>
                      </a:cubicBezTo>
                      <a:cubicBezTo>
                        <a:pt x="762936" y="10008"/>
                        <a:pt x="768271" y="8484"/>
                        <a:pt x="773035" y="8866"/>
                      </a:cubicBezTo>
                      <a:cubicBezTo>
                        <a:pt x="800276" y="11152"/>
                        <a:pt x="827329" y="14390"/>
                        <a:pt x="854379" y="16866"/>
                      </a:cubicBezTo>
                      <a:cubicBezTo>
                        <a:pt x="878956" y="19152"/>
                        <a:pt x="903722" y="19914"/>
                        <a:pt x="915343" y="47919"/>
                      </a:cubicBezTo>
                      <a:cubicBezTo>
                        <a:pt x="917059" y="52301"/>
                        <a:pt x="922773" y="55539"/>
                        <a:pt x="927155" y="58397"/>
                      </a:cubicBezTo>
                      <a:cubicBezTo>
                        <a:pt x="994785" y="102405"/>
                        <a:pt x="1030980" y="101261"/>
                        <a:pt x="1097087" y="54777"/>
                      </a:cubicBezTo>
                      <a:cubicBezTo>
                        <a:pt x="1103945" y="50015"/>
                        <a:pt x="1118613" y="46585"/>
                        <a:pt x="1123185" y="50395"/>
                      </a:cubicBezTo>
                      <a:cubicBezTo>
                        <a:pt x="1162049" y="82020"/>
                        <a:pt x="1204532" y="78590"/>
                        <a:pt x="1249302" y="68684"/>
                      </a:cubicBezTo>
                      <a:cubicBezTo>
                        <a:pt x="1260922" y="66018"/>
                        <a:pt x="1277307" y="66018"/>
                        <a:pt x="1286069" y="72304"/>
                      </a:cubicBezTo>
                      <a:cubicBezTo>
                        <a:pt x="1327790" y="101451"/>
                        <a:pt x="1372560" y="97261"/>
                        <a:pt x="1417899" y="88688"/>
                      </a:cubicBezTo>
                      <a:cubicBezTo>
                        <a:pt x="1424948" y="87354"/>
                        <a:pt x="1433522" y="80114"/>
                        <a:pt x="1436568" y="73448"/>
                      </a:cubicBezTo>
                      <a:cubicBezTo>
                        <a:pt x="1447428" y="49825"/>
                        <a:pt x="1467813" y="41823"/>
                        <a:pt x="1490292" y="35154"/>
                      </a:cubicBezTo>
                      <a:cubicBezTo>
                        <a:pt x="1525727" y="24296"/>
                        <a:pt x="1560588" y="11532"/>
                        <a:pt x="1596213" y="1245"/>
                      </a:cubicBezTo>
                      <a:cubicBezTo>
                        <a:pt x="1604978" y="-1231"/>
                        <a:pt x="1615836" y="293"/>
                        <a:pt x="1624980" y="3150"/>
                      </a:cubicBezTo>
                      <a:cubicBezTo>
                        <a:pt x="1656223" y="12866"/>
                        <a:pt x="1676036" y="37251"/>
                        <a:pt x="1697753" y="59731"/>
                      </a:cubicBezTo>
                      <a:cubicBezTo>
                        <a:pt x="1707279" y="69638"/>
                        <a:pt x="1720423" y="76686"/>
                        <a:pt x="1733188" y="82400"/>
                      </a:cubicBezTo>
                      <a:cubicBezTo>
                        <a:pt x="1766335" y="97071"/>
                        <a:pt x="1800246" y="110215"/>
                        <a:pt x="1833775" y="124121"/>
                      </a:cubicBezTo>
                      <a:cubicBezTo>
                        <a:pt x="1837013" y="125455"/>
                        <a:pt x="1839679" y="128884"/>
                        <a:pt x="1842158" y="131742"/>
                      </a:cubicBezTo>
                      <a:cubicBezTo>
                        <a:pt x="1866922" y="161843"/>
                        <a:pt x="1891497" y="192132"/>
                        <a:pt x="1916454" y="222233"/>
                      </a:cubicBezTo>
                      <a:cubicBezTo>
                        <a:pt x="1921216" y="227947"/>
                        <a:pt x="1928076" y="232139"/>
                        <a:pt x="1933219" y="237663"/>
                      </a:cubicBezTo>
                      <a:cubicBezTo>
                        <a:pt x="1940459" y="245283"/>
                        <a:pt x="1949603" y="252524"/>
                        <a:pt x="1953413" y="261668"/>
                      </a:cubicBezTo>
                      <a:cubicBezTo>
                        <a:pt x="1965224" y="290433"/>
                        <a:pt x="1987894" y="302817"/>
                        <a:pt x="2016469" y="308151"/>
                      </a:cubicBezTo>
                      <a:cubicBezTo>
                        <a:pt x="2042570" y="313104"/>
                        <a:pt x="2068669" y="317296"/>
                        <a:pt x="2094578" y="323010"/>
                      </a:cubicBezTo>
                      <a:cubicBezTo>
                        <a:pt x="2126201" y="329868"/>
                        <a:pt x="2157636" y="337298"/>
                        <a:pt x="2188879" y="345681"/>
                      </a:cubicBezTo>
                      <a:cubicBezTo>
                        <a:pt x="2202404" y="349301"/>
                        <a:pt x="2216692" y="353491"/>
                        <a:pt x="2228314" y="360921"/>
                      </a:cubicBezTo>
                      <a:cubicBezTo>
                        <a:pt x="2260890" y="381496"/>
                        <a:pt x="2295753" y="395402"/>
                        <a:pt x="2334044" y="389878"/>
                      </a:cubicBezTo>
                      <a:cubicBezTo>
                        <a:pt x="2364715" y="385496"/>
                        <a:pt x="2390434" y="396736"/>
                        <a:pt x="2409485" y="414263"/>
                      </a:cubicBezTo>
                      <a:cubicBezTo>
                        <a:pt x="2444158" y="446078"/>
                        <a:pt x="2481305" y="438838"/>
                        <a:pt x="2518264" y="428552"/>
                      </a:cubicBezTo>
                      <a:cubicBezTo>
                        <a:pt x="2537315" y="423217"/>
                        <a:pt x="2552935" y="423979"/>
                        <a:pt x="2571034" y="429122"/>
                      </a:cubicBezTo>
                      <a:cubicBezTo>
                        <a:pt x="2612945" y="441124"/>
                        <a:pt x="2640950" y="473701"/>
                        <a:pt x="2668001" y="502276"/>
                      </a:cubicBezTo>
                      <a:cubicBezTo>
                        <a:pt x="2691054" y="526661"/>
                        <a:pt x="2716963" y="540377"/>
                        <a:pt x="2745348" y="550666"/>
                      </a:cubicBezTo>
                      <a:cubicBezTo>
                        <a:pt x="2781163" y="563810"/>
                        <a:pt x="2809548" y="558858"/>
                        <a:pt x="2826694" y="527233"/>
                      </a:cubicBezTo>
                      <a:cubicBezTo>
                        <a:pt x="2831457" y="518278"/>
                        <a:pt x="2839839" y="507800"/>
                        <a:pt x="2848793" y="505134"/>
                      </a:cubicBezTo>
                      <a:cubicBezTo>
                        <a:pt x="2892037" y="491800"/>
                        <a:pt x="2935854" y="472367"/>
                        <a:pt x="2982148" y="484179"/>
                      </a:cubicBezTo>
                      <a:cubicBezTo>
                        <a:pt x="3046158" y="500372"/>
                        <a:pt x="3108644" y="499420"/>
                        <a:pt x="3172654" y="483417"/>
                      </a:cubicBezTo>
                      <a:cubicBezTo>
                        <a:pt x="3276480" y="457508"/>
                        <a:pt x="3380305" y="430076"/>
                        <a:pt x="3489467" y="435790"/>
                      </a:cubicBezTo>
                      <a:cubicBezTo>
                        <a:pt x="3507563" y="436742"/>
                        <a:pt x="3529090" y="425121"/>
                        <a:pt x="3544713" y="413691"/>
                      </a:cubicBezTo>
                      <a:cubicBezTo>
                        <a:pt x="3574622" y="391974"/>
                        <a:pt x="3573288" y="390258"/>
                        <a:pt x="3606817" y="408167"/>
                      </a:cubicBezTo>
                      <a:cubicBezTo>
                        <a:pt x="3614819" y="412549"/>
                        <a:pt x="3624725" y="415215"/>
                        <a:pt x="3630632" y="421693"/>
                      </a:cubicBezTo>
                      <a:cubicBezTo>
                        <a:pt x="3660731" y="454650"/>
                        <a:pt x="3697880" y="446648"/>
                        <a:pt x="3734837" y="441886"/>
                      </a:cubicBezTo>
                      <a:cubicBezTo>
                        <a:pt x="3741315" y="440934"/>
                        <a:pt x="3749125" y="439600"/>
                        <a:pt x="3754652" y="442268"/>
                      </a:cubicBezTo>
                      <a:cubicBezTo>
                        <a:pt x="3779607" y="454268"/>
                        <a:pt x="3800753" y="450078"/>
                        <a:pt x="3822472" y="433694"/>
                      </a:cubicBezTo>
                      <a:cubicBezTo>
                        <a:pt x="3841331" y="419597"/>
                        <a:pt x="3863049" y="411215"/>
                        <a:pt x="3885338" y="428742"/>
                      </a:cubicBezTo>
                      <a:cubicBezTo>
                        <a:pt x="3934870" y="467605"/>
                        <a:pt x="3987829" y="469509"/>
                        <a:pt x="4043839" y="444934"/>
                      </a:cubicBezTo>
                      <a:cubicBezTo>
                        <a:pt x="4083845" y="427407"/>
                        <a:pt x="4123280" y="423407"/>
                        <a:pt x="4165383" y="441124"/>
                      </a:cubicBezTo>
                      <a:cubicBezTo>
                        <a:pt x="4181576" y="447982"/>
                        <a:pt x="4202531" y="443410"/>
                        <a:pt x="4221391" y="444934"/>
                      </a:cubicBezTo>
                      <a:cubicBezTo>
                        <a:pt x="4232060" y="445696"/>
                        <a:pt x="4243872" y="445886"/>
                        <a:pt x="4253014" y="450650"/>
                      </a:cubicBezTo>
                      <a:cubicBezTo>
                        <a:pt x="4277401" y="462843"/>
                        <a:pt x="4300070" y="478463"/>
                        <a:pt x="4324645" y="490466"/>
                      </a:cubicBezTo>
                      <a:cubicBezTo>
                        <a:pt x="4336457" y="496180"/>
                        <a:pt x="4350554" y="499228"/>
                        <a:pt x="4363890" y="499420"/>
                      </a:cubicBezTo>
                      <a:cubicBezTo>
                        <a:pt x="4403325" y="500372"/>
                        <a:pt x="4442761" y="500372"/>
                        <a:pt x="4482004" y="498658"/>
                      </a:cubicBezTo>
                      <a:cubicBezTo>
                        <a:pt x="4546776" y="495990"/>
                        <a:pt x="4612500" y="495418"/>
                        <a:pt x="4659174" y="438648"/>
                      </a:cubicBezTo>
                      <a:cubicBezTo>
                        <a:pt x="4662986" y="434076"/>
                        <a:pt x="4671176" y="431408"/>
                        <a:pt x="4677655" y="430646"/>
                      </a:cubicBezTo>
                      <a:cubicBezTo>
                        <a:pt x="4707564" y="427027"/>
                        <a:pt x="4738235" y="426645"/>
                        <a:pt x="4767764" y="420739"/>
                      </a:cubicBezTo>
                      <a:cubicBezTo>
                        <a:pt x="4791386" y="415977"/>
                        <a:pt x="4811009" y="417501"/>
                        <a:pt x="4828916" y="434266"/>
                      </a:cubicBezTo>
                      <a:cubicBezTo>
                        <a:pt x="4852348" y="456364"/>
                        <a:pt x="4880925" y="469319"/>
                        <a:pt x="4912168" y="462271"/>
                      </a:cubicBezTo>
                      <a:cubicBezTo>
                        <a:pt x="4943409" y="455412"/>
                        <a:pt x="4963984" y="470271"/>
                        <a:pt x="4987037" y="485703"/>
                      </a:cubicBezTo>
                      <a:cubicBezTo>
                        <a:pt x="5003801" y="496942"/>
                        <a:pt x="5022852" y="511040"/>
                        <a:pt x="5041521" y="512182"/>
                      </a:cubicBezTo>
                      <a:cubicBezTo>
                        <a:pt x="5083814" y="514658"/>
                        <a:pt x="5120201" y="553904"/>
                        <a:pt x="5166113" y="531615"/>
                      </a:cubicBezTo>
                      <a:cubicBezTo>
                        <a:pt x="5169161" y="530091"/>
                        <a:pt x="5174685" y="533901"/>
                        <a:pt x="5179067" y="534853"/>
                      </a:cubicBezTo>
                      <a:cubicBezTo>
                        <a:pt x="5214121" y="542093"/>
                        <a:pt x="5247078" y="535043"/>
                        <a:pt x="5272796" y="511230"/>
                      </a:cubicBezTo>
                      <a:cubicBezTo>
                        <a:pt x="5306516" y="480177"/>
                        <a:pt x="5343855" y="477129"/>
                        <a:pt x="5385384" y="487227"/>
                      </a:cubicBezTo>
                      <a:cubicBezTo>
                        <a:pt x="5398721" y="490466"/>
                        <a:pt x="5412057" y="492752"/>
                        <a:pt x="5425582" y="495418"/>
                      </a:cubicBezTo>
                      <a:cubicBezTo>
                        <a:pt x="5443870" y="499228"/>
                        <a:pt x="5462351" y="503230"/>
                        <a:pt x="5480637" y="507040"/>
                      </a:cubicBezTo>
                      <a:cubicBezTo>
                        <a:pt x="5498356" y="510850"/>
                        <a:pt x="5517979" y="517326"/>
                        <a:pt x="5531693" y="500944"/>
                      </a:cubicBezTo>
                      <a:cubicBezTo>
                        <a:pt x="5543506" y="486845"/>
                        <a:pt x="5551888" y="488179"/>
                        <a:pt x="5562746" y="500372"/>
                      </a:cubicBezTo>
                      <a:cubicBezTo>
                        <a:pt x="5600467" y="543045"/>
                        <a:pt x="5646189" y="569716"/>
                        <a:pt x="5704483" y="571620"/>
                      </a:cubicBezTo>
                      <a:cubicBezTo>
                        <a:pt x="5716485" y="572002"/>
                        <a:pt x="5728678" y="574668"/>
                        <a:pt x="5740488" y="577526"/>
                      </a:cubicBezTo>
                      <a:cubicBezTo>
                        <a:pt x="5747728" y="579241"/>
                        <a:pt x="5756493" y="581147"/>
                        <a:pt x="5760873" y="586291"/>
                      </a:cubicBezTo>
                      <a:cubicBezTo>
                        <a:pt x="5794974" y="625534"/>
                        <a:pt x="5837457" y="652777"/>
                        <a:pt x="5883751" y="674686"/>
                      </a:cubicBezTo>
                      <a:cubicBezTo>
                        <a:pt x="5900323" y="682496"/>
                        <a:pt x="5918042" y="690306"/>
                        <a:pt x="5935949" y="692592"/>
                      </a:cubicBezTo>
                      <a:cubicBezTo>
                        <a:pt x="5954617" y="694878"/>
                        <a:pt x="5974240" y="691068"/>
                        <a:pt x="5993291" y="688972"/>
                      </a:cubicBezTo>
                      <a:cubicBezTo>
                        <a:pt x="6004531" y="687830"/>
                        <a:pt x="6017485" y="688020"/>
                        <a:pt x="6026440" y="682496"/>
                      </a:cubicBezTo>
                      <a:cubicBezTo>
                        <a:pt x="6054825" y="665159"/>
                        <a:pt x="6082258" y="646491"/>
                        <a:pt x="6108738" y="626296"/>
                      </a:cubicBezTo>
                      <a:cubicBezTo>
                        <a:pt x="6131409" y="608960"/>
                        <a:pt x="6135981" y="606483"/>
                        <a:pt x="6155602" y="628202"/>
                      </a:cubicBezTo>
                      <a:cubicBezTo>
                        <a:pt x="6175797" y="650491"/>
                        <a:pt x="6200944" y="662111"/>
                        <a:pt x="6228756" y="666873"/>
                      </a:cubicBezTo>
                      <a:cubicBezTo>
                        <a:pt x="6272764" y="674304"/>
                        <a:pt x="6317151" y="680590"/>
                        <a:pt x="6361539" y="684210"/>
                      </a:cubicBezTo>
                      <a:cubicBezTo>
                        <a:pt x="6401736" y="687448"/>
                        <a:pt x="6420977" y="669922"/>
                        <a:pt x="6428979" y="630106"/>
                      </a:cubicBezTo>
                      <a:cubicBezTo>
                        <a:pt x="6433551" y="608007"/>
                        <a:pt x="6439458" y="584003"/>
                        <a:pt x="6463840" y="578098"/>
                      </a:cubicBezTo>
                      <a:cubicBezTo>
                        <a:pt x="6503658" y="568572"/>
                        <a:pt x="6544997" y="564382"/>
                        <a:pt x="6564620" y="517708"/>
                      </a:cubicBezTo>
                      <a:cubicBezTo>
                        <a:pt x="6575478" y="527995"/>
                        <a:pt x="6582146" y="534091"/>
                        <a:pt x="6588625" y="540187"/>
                      </a:cubicBezTo>
                      <a:cubicBezTo>
                        <a:pt x="6606531" y="557142"/>
                        <a:pt x="6643678" y="564382"/>
                        <a:pt x="6662541" y="549714"/>
                      </a:cubicBezTo>
                      <a:cubicBezTo>
                        <a:pt x="6690354" y="528377"/>
                        <a:pt x="6715883" y="532377"/>
                        <a:pt x="6742552" y="548952"/>
                      </a:cubicBezTo>
                      <a:cubicBezTo>
                        <a:pt x="6764841" y="562668"/>
                        <a:pt x="6788417" y="567954"/>
                        <a:pt x="6812063" y="568430"/>
                      </a:cubicBezTo>
                      <a:lnTo>
                        <a:pt x="6858001" y="562267"/>
                      </a:lnTo>
                      <a:lnTo>
                        <a:pt x="6858001" y="734520"/>
                      </a:lnTo>
                      <a:lnTo>
                        <a:pt x="6815516" y="744220"/>
                      </a:lnTo>
                      <a:cubicBezTo>
                        <a:pt x="6793035" y="749744"/>
                        <a:pt x="6771319" y="759651"/>
                        <a:pt x="6748458" y="763271"/>
                      </a:cubicBezTo>
                      <a:cubicBezTo>
                        <a:pt x="6694164" y="771843"/>
                        <a:pt x="6639488" y="777939"/>
                        <a:pt x="6584812" y="784797"/>
                      </a:cubicBezTo>
                      <a:cubicBezTo>
                        <a:pt x="6528424" y="791846"/>
                        <a:pt x="6472225" y="799276"/>
                        <a:pt x="6415833" y="805562"/>
                      </a:cubicBezTo>
                      <a:cubicBezTo>
                        <a:pt x="6384972" y="808802"/>
                        <a:pt x="6353919" y="809372"/>
                        <a:pt x="6323058" y="812420"/>
                      </a:cubicBezTo>
                      <a:cubicBezTo>
                        <a:pt x="6296005" y="815088"/>
                        <a:pt x="6269144" y="820041"/>
                        <a:pt x="6242093" y="823281"/>
                      </a:cubicBezTo>
                      <a:cubicBezTo>
                        <a:pt x="6218660" y="825947"/>
                        <a:pt x="6195037" y="827471"/>
                        <a:pt x="6171605" y="830139"/>
                      </a:cubicBezTo>
                      <a:cubicBezTo>
                        <a:pt x="6134075" y="834519"/>
                        <a:pt x="6096736" y="839473"/>
                        <a:pt x="6059397" y="844045"/>
                      </a:cubicBezTo>
                      <a:cubicBezTo>
                        <a:pt x="6043776" y="845759"/>
                        <a:pt x="6027392" y="850522"/>
                        <a:pt x="6012723" y="847665"/>
                      </a:cubicBezTo>
                      <a:cubicBezTo>
                        <a:pt x="5975764" y="840425"/>
                        <a:pt x="5939377" y="842521"/>
                        <a:pt x="5902610" y="847473"/>
                      </a:cubicBezTo>
                      <a:cubicBezTo>
                        <a:pt x="5890037" y="849190"/>
                        <a:pt x="5876511" y="848808"/>
                        <a:pt x="5864318" y="845569"/>
                      </a:cubicBezTo>
                      <a:cubicBezTo>
                        <a:pt x="5839361" y="839091"/>
                        <a:pt x="5815169" y="829947"/>
                        <a:pt x="5790592" y="821947"/>
                      </a:cubicBezTo>
                      <a:cubicBezTo>
                        <a:pt x="5787924" y="820995"/>
                        <a:pt x="5784686" y="820803"/>
                        <a:pt x="5781830" y="820233"/>
                      </a:cubicBezTo>
                      <a:cubicBezTo>
                        <a:pt x="5765635" y="816992"/>
                        <a:pt x="5749634" y="813754"/>
                        <a:pt x="5733440" y="810896"/>
                      </a:cubicBezTo>
                      <a:cubicBezTo>
                        <a:pt x="5724678" y="809372"/>
                        <a:pt x="5715723" y="809182"/>
                        <a:pt x="5706959" y="807848"/>
                      </a:cubicBezTo>
                      <a:cubicBezTo>
                        <a:pt x="5673050" y="802514"/>
                        <a:pt x="5635711" y="811468"/>
                        <a:pt x="5606372" y="788417"/>
                      </a:cubicBezTo>
                      <a:cubicBezTo>
                        <a:pt x="5587321" y="773557"/>
                        <a:pt x="5568842" y="776987"/>
                        <a:pt x="5548460" y="779273"/>
                      </a:cubicBezTo>
                      <a:cubicBezTo>
                        <a:pt x="5533027" y="780987"/>
                        <a:pt x="5517215" y="780415"/>
                        <a:pt x="5501594" y="780607"/>
                      </a:cubicBezTo>
                      <a:cubicBezTo>
                        <a:pt x="5474161" y="781177"/>
                        <a:pt x="5446728" y="781369"/>
                        <a:pt x="5419295" y="782321"/>
                      </a:cubicBezTo>
                      <a:cubicBezTo>
                        <a:pt x="5410531" y="782701"/>
                        <a:pt x="5401579" y="787465"/>
                        <a:pt x="5393005" y="786703"/>
                      </a:cubicBezTo>
                      <a:cubicBezTo>
                        <a:pt x="5353379" y="783083"/>
                        <a:pt x="5313754" y="777367"/>
                        <a:pt x="5274129" y="774129"/>
                      </a:cubicBezTo>
                      <a:cubicBezTo>
                        <a:pt x="5251650" y="772225"/>
                        <a:pt x="5228597" y="775843"/>
                        <a:pt x="5206308" y="773177"/>
                      </a:cubicBezTo>
                      <a:cubicBezTo>
                        <a:pt x="5180591" y="770129"/>
                        <a:pt x="5155445" y="762319"/>
                        <a:pt x="5129916" y="757554"/>
                      </a:cubicBezTo>
                      <a:cubicBezTo>
                        <a:pt x="5122867" y="756222"/>
                        <a:pt x="5115057" y="757936"/>
                        <a:pt x="5107627" y="758316"/>
                      </a:cubicBezTo>
                      <a:cubicBezTo>
                        <a:pt x="5099245" y="758699"/>
                        <a:pt x="5091052" y="759461"/>
                        <a:pt x="5082670" y="759651"/>
                      </a:cubicBezTo>
                      <a:cubicBezTo>
                        <a:pt x="5057141" y="760033"/>
                        <a:pt x="5031614" y="759461"/>
                        <a:pt x="5006086" y="760795"/>
                      </a:cubicBezTo>
                      <a:cubicBezTo>
                        <a:pt x="4990465" y="761557"/>
                        <a:pt x="4974082" y="769367"/>
                        <a:pt x="4959602" y="766509"/>
                      </a:cubicBezTo>
                      <a:cubicBezTo>
                        <a:pt x="4930075" y="760985"/>
                        <a:pt x="4900546" y="773367"/>
                        <a:pt x="4871019" y="763081"/>
                      </a:cubicBezTo>
                      <a:cubicBezTo>
                        <a:pt x="4861873" y="760033"/>
                        <a:pt x="4849300" y="767653"/>
                        <a:pt x="4838250" y="768033"/>
                      </a:cubicBezTo>
                      <a:cubicBezTo>
                        <a:pt x="4810627" y="768985"/>
                        <a:pt x="4783004" y="768795"/>
                        <a:pt x="4755381" y="768605"/>
                      </a:cubicBezTo>
                      <a:cubicBezTo>
                        <a:pt x="4730614" y="768415"/>
                        <a:pt x="4704895" y="771081"/>
                        <a:pt x="4681083" y="765747"/>
                      </a:cubicBezTo>
                      <a:cubicBezTo>
                        <a:pt x="4656126" y="760033"/>
                        <a:pt x="4633647" y="760795"/>
                        <a:pt x="4609452" y="767271"/>
                      </a:cubicBezTo>
                      <a:cubicBezTo>
                        <a:pt x="4592878" y="771653"/>
                        <a:pt x="4575351" y="772225"/>
                        <a:pt x="4558207" y="773557"/>
                      </a:cubicBezTo>
                      <a:cubicBezTo>
                        <a:pt x="4539728" y="775081"/>
                        <a:pt x="4519343" y="771081"/>
                        <a:pt x="4502579" y="777367"/>
                      </a:cubicBezTo>
                      <a:cubicBezTo>
                        <a:pt x="4452665" y="796038"/>
                        <a:pt x="4401419" y="800038"/>
                        <a:pt x="4349222" y="800038"/>
                      </a:cubicBezTo>
                      <a:cubicBezTo>
                        <a:pt x="4339695" y="800038"/>
                        <a:pt x="4329979" y="797372"/>
                        <a:pt x="4320837" y="794514"/>
                      </a:cubicBezTo>
                      <a:cubicBezTo>
                        <a:pt x="4267493" y="777367"/>
                        <a:pt x="4213961" y="778891"/>
                        <a:pt x="4159667" y="789370"/>
                      </a:cubicBezTo>
                      <a:cubicBezTo>
                        <a:pt x="4148427" y="791656"/>
                        <a:pt x="4135854" y="792038"/>
                        <a:pt x="4124614" y="789752"/>
                      </a:cubicBezTo>
                      <a:cubicBezTo>
                        <a:pt x="4092989" y="783083"/>
                        <a:pt x="4062318" y="772033"/>
                        <a:pt x="4030503" y="767271"/>
                      </a:cubicBezTo>
                      <a:cubicBezTo>
                        <a:pt x="3977925" y="759461"/>
                        <a:pt x="3932394" y="785749"/>
                        <a:pt x="3885338" y="802896"/>
                      </a:cubicBezTo>
                      <a:cubicBezTo>
                        <a:pt x="3840569" y="819089"/>
                        <a:pt x="3802467" y="855666"/>
                        <a:pt x="3749506" y="847473"/>
                      </a:cubicBezTo>
                      <a:cubicBezTo>
                        <a:pt x="3744173" y="846711"/>
                        <a:pt x="3738267" y="851856"/>
                        <a:pt x="3732361" y="853190"/>
                      </a:cubicBezTo>
                      <a:cubicBezTo>
                        <a:pt x="3716168" y="856810"/>
                        <a:pt x="3699976" y="861190"/>
                        <a:pt x="3683591" y="862906"/>
                      </a:cubicBezTo>
                      <a:cubicBezTo>
                        <a:pt x="3663589" y="865192"/>
                        <a:pt x="3643204" y="864430"/>
                        <a:pt x="3623201" y="866334"/>
                      </a:cubicBezTo>
                      <a:cubicBezTo>
                        <a:pt x="3597482" y="868620"/>
                        <a:pt x="3572146" y="874716"/>
                        <a:pt x="3546617" y="874716"/>
                      </a:cubicBezTo>
                      <a:cubicBezTo>
                        <a:pt x="3526042" y="874716"/>
                        <a:pt x="3505657" y="867668"/>
                        <a:pt x="3485275" y="864238"/>
                      </a:cubicBezTo>
                      <a:cubicBezTo>
                        <a:pt x="3456508" y="859476"/>
                        <a:pt x="3424883" y="860810"/>
                        <a:pt x="3399546" y="848618"/>
                      </a:cubicBezTo>
                      <a:cubicBezTo>
                        <a:pt x="3372495" y="835663"/>
                        <a:pt x="3346776" y="829757"/>
                        <a:pt x="3318771" y="833757"/>
                      </a:cubicBezTo>
                      <a:cubicBezTo>
                        <a:pt x="3309437" y="835091"/>
                        <a:pt x="3297434" y="843093"/>
                        <a:pt x="3293244" y="851284"/>
                      </a:cubicBezTo>
                      <a:cubicBezTo>
                        <a:pt x="3283908" y="869572"/>
                        <a:pt x="3271145" y="872812"/>
                        <a:pt x="3253809" y="866524"/>
                      </a:cubicBezTo>
                      <a:cubicBezTo>
                        <a:pt x="3238758" y="861190"/>
                        <a:pt x="3220280" y="858524"/>
                        <a:pt x="3209993" y="848235"/>
                      </a:cubicBezTo>
                      <a:cubicBezTo>
                        <a:pt x="3180844" y="819089"/>
                        <a:pt x="3143695" y="818136"/>
                        <a:pt x="3107500" y="810326"/>
                      </a:cubicBezTo>
                      <a:cubicBezTo>
                        <a:pt x="3085403" y="805562"/>
                        <a:pt x="3064827" y="805372"/>
                        <a:pt x="3042728" y="808610"/>
                      </a:cubicBezTo>
                      <a:cubicBezTo>
                        <a:pt x="2994722" y="815850"/>
                        <a:pt x="2948047" y="805562"/>
                        <a:pt x="2901943" y="792418"/>
                      </a:cubicBezTo>
                      <a:cubicBezTo>
                        <a:pt x="2871462" y="783655"/>
                        <a:pt x="2840219" y="778321"/>
                        <a:pt x="2809930" y="769367"/>
                      </a:cubicBezTo>
                      <a:cubicBezTo>
                        <a:pt x="2787259" y="762509"/>
                        <a:pt x="2764590" y="754316"/>
                        <a:pt x="2743826" y="743268"/>
                      </a:cubicBezTo>
                      <a:cubicBezTo>
                        <a:pt x="2713723" y="727073"/>
                        <a:pt x="2687436" y="702689"/>
                        <a:pt x="2649143" y="709167"/>
                      </a:cubicBezTo>
                      <a:cubicBezTo>
                        <a:pt x="2615421" y="714881"/>
                        <a:pt x="2584942" y="702881"/>
                        <a:pt x="2554079" y="691450"/>
                      </a:cubicBezTo>
                      <a:cubicBezTo>
                        <a:pt x="2531409" y="683068"/>
                        <a:pt x="2508742" y="674494"/>
                        <a:pt x="2485307" y="669160"/>
                      </a:cubicBezTo>
                      <a:cubicBezTo>
                        <a:pt x="2457492" y="662873"/>
                        <a:pt x="2426059" y="665541"/>
                        <a:pt x="2401292" y="653919"/>
                      </a:cubicBezTo>
                      <a:cubicBezTo>
                        <a:pt x="2375383" y="641727"/>
                        <a:pt x="2353859" y="649919"/>
                        <a:pt x="2330806" y="653349"/>
                      </a:cubicBezTo>
                      <a:cubicBezTo>
                        <a:pt x="2294039" y="658683"/>
                        <a:pt x="2257459" y="668590"/>
                        <a:pt x="2220312" y="656015"/>
                      </a:cubicBezTo>
                      <a:cubicBezTo>
                        <a:pt x="2175163" y="640775"/>
                        <a:pt x="2130393" y="624392"/>
                        <a:pt x="2085054" y="609914"/>
                      </a:cubicBezTo>
                      <a:cubicBezTo>
                        <a:pt x="2067525" y="604387"/>
                        <a:pt x="2048668" y="602101"/>
                        <a:pt x="2030378" y="599625"/>
                      </a:cubicBezTo>
                      <a:cubicBezTo>
                        <a:pt x="2013043" y="597529"/>
                        <a:pt x="1992279" y="602863"/>
                        <a:pt x="1978940" y="594863"/>
                      </a:cubicBezTo>
                      <a:cubicBezTo>
                        <a:pt x="1944649" y="574288"/>
                        <a:pt x="1909408" y="564192"/>
                        <a:pt x="1869780" y="564192"/>
                      </a:cubicBezTo>
                      <a:cubicBezTo>
                        <a:pt x="1854920" y="564192"/>
                        <a:pt x="1840441" y="555618"/>
                        <a:pt x="1825393" y="554094"/>
                      </a:cubicBezTo>
                      <a:cubicBezTo>
                        <a:pt x="1804816" y="552190"/>
                        <a:pt x="1781194" y="547045"/>
                        <a:pt x="1763287" y="554286"/>
                      </a:cubicBezTo>
                      <a:cubicBezTo>
                        <a:pt x="1721185" y="571430"/>
                        <a:pt x="1687086" y="557142"/>
                        <a:pt x="1650317" y="540187"/>
                      </a:cubicBezTo>
                      <a:cubicBezTo>
                        <a:pt x="1614120" y="523423"/>
                        <a:pt x="1576019" y="510088"/>
                        <a:pt x="1537537" y="499038"/>
                      </a:cubicBezTo>
                      <a:cubicBezTo>
                        <a:pt x="1523059" y="495038"/>
                        <a:pt x="1505724" y="501706"/>
                        <a:pt x="1489720" y="503038"/>
                      </a:cubicBezTo>
                      <a:cubicBezTo>
                        <a:pt x="1484004" y="503420"/>
                        <a:pt x="1477717" y="503992"/>
                        <a:pt x="1472575" y="502086"/>
                      </a:cubicBezTo>
                      <a:cubicBezTo>
                        <a:pt x="1422854" y="483797"/>
                        <a:pt x="1372368" y="469891"/>
                        <a:pt x="1318456" y="479415"/>
                      </a:cubicBezTo>
                      <a:cubicBezTo>
                        <a:pt x="1313504" y="480369"/>
                        <a:pt x="1307978" y="478273"/>
                        <a:pt x="1303024" y="476939"/>
                      </a:cubicBezTo>
                      <a:cubicBezTo>
                        <a:pt x="1278829" y="470081"/>
                        <a:pt x="1255206" y="459223"/>
                        <a:pt x="1230633" y="456746"/>
                      </a:cubicBezTo>
                      <a:cubicBezTo>
                        <a:pt x="1170051" y="450650"/>
                        <a:pt x="1109091" y="448172"/>
                        <a:pt x="1048125" y="444172"/>
                      </a:cubicBezTo>
                      <a:cubicBezTo>
                        <a:pt x="1044315" y="443982"/>
                        <a:pt x="1040315" y="443982"/>
                        <a:pt x="1036887" y="442648"/>
                      </a:cubicBezTo>
                      <a:cubicBezTo>
                        <a:pt x="1014406" y="434456"/>
                        <a:pt x="994785" y="437124"/>
                        <a:pt x="975733" y="452744"/>
                      </a:cubicBezTo>
                      <a:cubicBezTo>
                        <a:pt x="967350" y="459603"/>
                        <a:pt x="955920" y="463223"/>
                        <a:pt x="945444" y="467033"/>
                      </a:cubicBezTo>
                      <a:cubicBezTo>
                        <a:pt x="930011" y="472749"/>
                        <a:pt x="914200" y="478273"/>
                        <a:pt x="898198" y="481893"/>
                      </a:cubicBezTo>
                      <a:cubicBezTo>
                        <a:pt x="882384" y="485321"/>
                        <a:pt x="865430" y="490084"/>
                        <a:pt x="850189" y="487417"/>
                      </a:cubicBezTo>
                      <a:cubicBezTo>
                        <a:pt x="822756" y="482655"/>
                        <a:pt x="796655" y="471987"/>
                        <a:pt x="769605" y="464937"/>
                      </a:cubicBezTo>
                      <a:cubicBezTo>
                        <a:pt x="760270" y="462461"/>
                        <a:pt x="749982" y="462843"/>
                        <a:pt x="740268" y="462651"/>
                      </a:cubicBezTo>
                      <a:cubicBezTo>
                        <a:pt x="717977" y="462081"/>
                        <a:pt x="695116" y="467605"/>
                        <a:pt x="674923" y="451792"/>
                      </a:cubicBezTo>
                      <a:cubicBezTo>
                        <a:pt x="656255" y="436934"/>
                        <a:pt x="637392" y="441314"/>
                        <a:pt x="617772" y="452554"/>
                      </a:cubicBezTo>
                      <a:cubicBezTo>
                        <a:pt x="603673" y="460557"/>
                        <a:pt x="587672" y="466843"/>
                        <a:pt x="571860" y="469891"/>
                      </a:cubicBezTo>
                      <a:cubicBezTo>
                        <a:pt x="550141" y="474081"/>
                        <a:pt x="528615" y="475797"/>
                        <a:pt x="505182" y="473319"/>
                      </a:cubicBezTo>
                      <a:cubicBezTo>
                        <a:pt x="488607" y="471605"/>
                        <a:pt x="475081" y="470843"/>
                        <a:pt x="462126" y="460747"/>
                      </a:cubicBezTo>
                      <a:cubicBezTo>
                        <a:pt x="460032" y="459223"/>
                        <a:pt x="456222" y="458841"/>
                        <a:pt x="453364" y="459033"/>
                      </a:cubicBezTo>
                      <a:cubicBezTo>
                        <a:pt x="415835" y="462271"/>
                        <a:pt x="378686" y="460557"/>
                        <a:pt x="340774" y="458268"/>
                      </a:cubicBezTo>
                      <a:cubicBezTo>
                        <a:pt x="292579" y="455222"/>
                        <a:pt x="241901" y="464175"/>
                        <a:pt x="200182" y="496180"/>
                      </a:cubicBezTo>
                      <a:cubicBezTo>
                        <a:pt x="194085" y="500944"/>
                        <a:pt x="184941" y="503038"/>
                        <a:pt x="176939" y="504182"/>
                      </a:cubicBezTo>
                      <a:cubicBezTo>
                        <a:pt x="139219" y="509134"/>
                        <a:pt x="101308" y="512564"/>
                        <a:pt x="63587" y="518088"/>
                      </a:cubicBezTo>
                      <a:cubicBezTo>
                        <a:pt x="43012" y="521137"/>
                        <a:pt x="21486" y="523805"/>
                        <a:pt x="2817" y="532187"/>
                      </a:cubicBezTo>
                      <a:lnTo>
                        <a:pt x="0" y="533314"/>
                      </a:lnTo>
                      <a:close/>
                    </a:path>
                  </a:pathLst>
                </a:custGeom>
                <a:grp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8" name="Freeform: Shape 17">
                  <a:extLst>
                    <a:ext uri="{FF2B5EF4-FFF2-40B4-BE49-F238E27FC236}">
                      <a16:creationId xmlns:a16="http://schemas.microsoft.com/office/drawing/2014/main" id="{F8841A98-AA1D-4F65-A368-EF31110B07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715166" y="2991642"/>
                  <a:ext cx="6858001" cy="874716"/>
                </a:xfrm>
                <a:custGeom>
                  <a:avLst/>
                  <a:gdLst>
                    <a:gd name="connsiteX0" fmla="*/ 0 w 6858001"/>
                    <a:gd name="connsiteY0" fmla="*/ 533314 h 874716"/>
                    <a:gd name="connsiteX1" fmla="*/ 0 w 6858001"/>
                    <a:gd name="connsiteY1" fmla="*/ 69206 h 874716"/>
                    <a:gd name="connsiteX2" fmla="*/ 21486 w 6858001"/>
                    <a:gd name="connsiteY2" fmla="*/ 71924 h 874716"/>
                    <a:gd name="connsiteX3" fmla="*/ 228948 w 6858001"/>
                    <a:gd name="connsiteY3" fmla="*/ 88116 h 874716"/>
                    <a:gd name="connsiteX4" fmla="*/ 313533 w 6858001"/>
                    <a:gd name="connsiteY4" fmla="*/ 62779 h 874716"/>
                    <a:gd name="connsiteX5" fmla="*/ 338870 w 6858001"/>
                    <a:gd name="connsiteY5" fmla="*/ 62207 h 874716"/>
                    <a:gd name="connsiteX6" fmla="*/ 395640 w 6858001"/>
                    <a:gd name="connsiteY6" fmla="*/ 72114 h 874716"/>
                    <a:gd name="connsiteX7" fmla="*/ 512802 w 6858001"/>
                    <a:gd name="connsiteY7" fmla="*/ 65446 h 874716"/>
                    <a:gd name="connsiteX8" fmla="*/ 556047 w 6858001"/>
                    <a:gd name="connsiteY8" fmla="*/ 55349 h 874716"/>
                    <a:gd name="connsiteX9" fmla="*/ 580050 w 6858001"/>
                    <a:gd name="connsiteY9" fmla="*/ 48871 h 874716"/>
                    <a:gd name="connsiteX10" fmla="*/ 703308 w 6858001"/>
                    <a:gd name="connsiteY10" fmla="*/ 30964 h 874716"/>
                    <a:gd name="connsiteX11" fmla="*/ 758174 w 6858001"/>
                    <a:gd name="connsiteY11" fmla="*/ 11724 h 874716"/>
                    <a:gd name="connsiteX12" fmla="*/ 773035 w 6858001"/>
                    <a:gd name="connsiteY12" fmla="*/ 8866 h 874716"/>
                    <a:gd name="connsiteX13" fmla="*/ 854379 w 6858001"/>
                    <a:gd name="connsiteY13" fmla="*/ 16866 h 874716"/>
                    <a:gd name="connsiteX14" fmla="*/ 915343 w 6858001"/>
                    <a:gd name="connsiteY14" fmla="*/ 47919 h 874716"/>
                    <a:gd name="connsiteX15" fmla="*/ 927155 w 6858001"/>
                    <a:gd name="connsiteY15" fmla="*/ 58397 h 874716"/>
                    <a:gd name="connsiteX16" fmla="*/ 1097087 w 6858001"/>
                    <a:gd name="connsiteY16" fmla="*/ 54777 h 874716"/>
                    <a:gd name="connsiteX17" fmla="*/ 1123185 w 6858001"/>
                    <a:gd name="connsiteY17" fmla="*/ 50395 h 874716"/>
                    <a:gd name="connsiteX18" fmla="*/ 1249302 w 6858001"/>
                    <a:gd name="connsiteY18" fmla="*/ 68684 h 874716"/>
                    <a:gd name="connsiteX19" fmla="*/ 1286069 w 6858001"/>
                    <a:gd name="connsiteY19" fmla="*/ 72304 h 874716"/>
                    <a:gd name="connsiteX20" fmla="*/ 1417899 w 6858001"/>
                    <a:gd name="connsiteY20" fmla="*/ 88688 h 874716"/>
                    <a:gd name="connsiteX21" fmla="*/ 1436568 w 6858001"/>
                    <a:gd name="connsiteY21" fmla="*/ 73448 h 874716"/>
                    <a:gd name="connsiteX22" fmla="*/ 1490292 w 6858001"/>
                    <a:gd name="connsiteY22" fmla="*/ 35154 h 874716"/>
                    <a:gd name="connsiteX23" fmla="*/ 1596213 w 6858001"/>
                    <a:gd name="connsiteY23" fmla="*/ 1245 h 874716"/>
                    <a:gd name="connsiteX24" fmla="*/ 1624980 w 6858001"/>
                    <a:gd name="connsiteY24" fmla="*/ 3150 h 874716"/>
                    <a:gd name="connsiteX25" fmla="*/ 1697753 w 6858001"/>
                    <a:gd name="connsiteY25" fmla="*/ 59731 h 874716"/>
                    <a:gd name="connsiteX26" fmla="*/ 1733188 w 6858001"/>
                    <a:gd name="connsiteY26" fmla="*/ 82400 h 874716"/>
                    <a:gd name="connsiteX27" fmla="*/ 1833775 w 6858001"/>
                    <a:gd name="connsiteY27" fmla="*/ 124121 h 874716"/>
                    <a:gd name="connsiteX28" fmla="*/ 1842158 w 6858001"/>
                    <a:gd name="connsiteY28" fmla="*/ 131742 h 874716"/>
                    <a:gd name="connsiteX29" fmla="*/ 1916454 w 6858001"/>
                    <a:gd name="connsiteY29" fmla="*/ 222233 h 874716"/>
                    <a:gd name="connsiteX30" fmla="*/ 1933219 w 6858001"/>
                    <a:gd name="connsiteY30" fmla="*/ 237663 h 874716"/>
                    <a:gd name="connsiteX31" fmla="*/ 1953413 w 6858001"/>
                    <a:gd name="connsiteY31" fmla="*/ 261668 h 874716"/>
                    <a:gd name="connsiteX32" fmla="*/ 2016469 w 6858001"/>
                    <a:gd name="connsiteY32" fmla="*/ 308151 h 874716"/>
                    <a:gd name="connsiteX33" fmla="*/ 2094578 w 6858001"/>
                    <a:gd name="connsiteY33" fmla="*/ 323010 h 874716"/>
                    <a:gd name="connsiteX34" fmla="*/ 2188879 w 6858001"/>
                    <a:gd name="connsiteY34" fmla="*/ 345681 h 874716"/>
                    <a:gd name="connsiteX35" fmla="*/ 2228314 w 6858001"/>
                    <a:gd name="connsiteY35" fmla="*/ 360921 h 874716"/>
                    <a:gd name="connsiteX36" fmla="*/ 2334044 w 6858001"/>
                    <a:gd name="connsiteY36" fmla="*/ 389878 h 874716"/>
                    <a:gd name="connsiteX37" fmla="*/ 2409485 w 6858001"/>
                    <a:gd name="connsiteY37" fmla="*/ 414263 h 874716"/>
                    <a:gd name="connsiteX38" fmla="*/ 2518264 w 6858001"/>
                    <a:gd name="connsiteY38" fmla="*/ 428552 h 874716"/>
                    <a:gd name="connsiteX39" fmla="*/ 2571034 w 6858001"/>
                    <a:gd name="connsiteY39" fmla="*/ 429122 h 874716"/>
                    <a:gd name="connsiteX40" fmla="*/ 2668001 w 6858001"/>
                    <a:gd name="connsiteY40" fmla="*/ 502276 h 874716"/>
                    <a:gd name="connsiteX41" fmla="*/ 2745348 w 6858001"/>
                    <a:gd name="connsiteY41" fmla="*/ 550666 h 874716"/>
                    <a:gd name="connsiteX42" fmla="*/ 2826694 w 6858001"/>
                    <a:gd name="connsiteY42" fmla="*/ 527233 h 874716"/>
                    <a:gd name="connsiteX43" fmla="*/ 2848793 w 6858001"/>
                    <a:gd name="connsiteY43" fmla="*/ 505134 h 874716"/>
                    <a:gd name="connsiteX44" fmla="*/ 2982148 w 6858001"/>
                    <a:gd name="connsiteY44" fmla="*/ 484179 h 874716"/>
                    <a:gd name="connsiteX45" fmla="*/ 3172654 w 6858001"/>
                    <a:gd name="connsiteY45" fmla="*/ 483417 h 874716"/>
                    <a:gd name="connsiteX46" fmla="*/ 3489467 w 6858001"/>
                    <a:gd name="connsiteY46" fmla="*/ 435790 h 874716"/>
                    <a:gd name="connsiteX47" fmla="*/ 3544713 w 6858001"/>
                    <a:gd name="connsiteY47" fmla="*/ 413691 h 874716"/>
                    <a:gd name="connsiteX48" fmla="*/ 3606817 w 6858001"/>
                    <a:gd name="connsiteY48" fmla="*/ 408167 h 874716"/>
                    <a:gd name="connsiteX49" fmla="*/ 3630632 w 6858001"/>
                    <a:gd name="connsiteY49" fmla="*/ 421693 h 874716"/>
                    <a:gd name="connsiteX50" fmla="*/ 3734837 w 6858001"/>
                    <a:gd name="connsiteY50" fmla="*/ 441886 h 874716"/>
                    <a:gd name="connsiteX51" fmla="*/ 3754652 w 6858001"/>
                    <a:gd name="connsiteY51" fmla="*/ 442268 h 874716"/>
                    <a:gd name="connsiteX52" fmla="*/ 3822472 w 6858001"/>
                    <a:gd name="connsiteY52" fmla="*/ 433694 h 874716"/>
                    <a:gd name="connsiteX53" fmla="*/ 3885338 w 6858001"/>
                    <a:gd name="connsiteY53" fmla="*/ 428742 h 874716"/>
                    <a:gd name="connsiteX54" fmla="*/ 4043839 w 6858001"/>
                    <a:gd name="connsiteY54" fmla="*/ 444934 h 874716"/>
                    <a:gd name="connsiteX55" fmla="*/ 4165383 w 6858001"/>
                    <a:gd name="connsiteY55" fmla="*/ 441124 h 874716"/>
                    <a:gd name="connsiteX56" fmla="*/ 4221391 w 6858001"/>
                    <a:gd name="connsiteY56" fmla="*/ 444934 h 874716"/>
                    <a:gd name="connsiteX57" fmla="*/ 4253014 w 6858001"/>
                    <a:gd name="connsiteY57" fmla="*/ 450650 h 874716"/>
                    <a:gd name="connsiteX58" fmla="*/ 4324645 w 6858001"/>
                    <a:gd name="connsiteY58" fmla="*/ 490466 h 874716"/>
                    <a:gd name="connsiteX59" fmla="*/ 4363890 w 6858001"/>
                    <a:gd name="connsiteY59" fmla="*/ 499420 h 874716"/>
                    <a:gd name="connsiteX60" fmla="*/ 4482004 w 6858001"/>
                    <a:gd name="connsiteY60" fmla="*/ 498658 h 874716"/>
                    <a:gd name="connsiteX61" fmla="*/ 4659174 w 6858001"/>
                    <a:gd name="connsiteY61" fmla="*/ 438648 h 874716"/>
                    <a:gd name="connsiteX62" fmla="*/ 4677655 w 6858001"/>
                    <a:gd name="connsiteY62" fmla="*/ 430646 h 874716"/>
                    <a:gd name="connsiteX63" fmla="*/ 4767764 w 6858001"/>
                    <a:gd name="connsiteY63" fmla="*/ 420739 h 874716"/>
                    <a:gd name="connsiteX64" fmla="*/ 4828916 w 6858001"/>
                    <a:gd name="connsiteY64" fmla="*/ 434266 h 874716"/>
                    <a:gd name="connsiteX65" fmla="*/ 4912168 w 6858001"/>
                    <a:gd name="connsiteY65" fmla="*/ 462271 h 874716"/>
                    <a:gd name="connsiteX66" fmla="*/ 4987037 w 6858001"/>
                    <a:gd name="connsiteY66" fmla="*/ 485703 h 874716"/>
                    <a:gd name="connsiteX67" fmla="*/ 5041521 w 6858001"/>
                    <a:gd name="connsiteY67" fmla="*/ 512182 h 874716"/>
                    <a:gd name="connsiteX68" fmla="*/ 5166113 w 6858001"/>
                    <a:gd name="connsiteY68" fmla="*/ 531615 h 874716"/>
                    <a:gd name="connsiteX69" fmla="*/ 5179067 w 6858001"/>
                    <a:gd name="connsiteY69" fmla="*/ 534853 h 874716"/>
                    <a:gd name="connsiteX70" fmla="*/ 5272796 w 6858001"/>
                    <a:gd name="connsiteY70" fmla="*/ 511230 h 874716"/>
                    <a:gd name="connsiteX71" fmla="*/ 5385384 w 6858001"/>
                    <a:gd name="connsiteY71" fmla="*/ 487227 h 874716"/>
                    <a:gd name="connsiteX72" fmla="*/ 5425582 w 6858001"/>
                    <a:gd name="connsiteY72" fmla="*/ 495418 h 874716"/>
                    <a:gd name="connsiteX73" fmla="*/ 5480637 w 6858001"/>
                    <a:gd name="connsiteY73" fmla="*/ 507040 h 874716"/>
                    <a:gd name="connsiteX74" fmla="*/ 5531693 w 6858001"/>
                    <a:gd name="connsiteY74" fmla="*/ 500944 h 874716"/>
                    <a:gd name="connsiteX75" fmla="*/ 5562746 w 6858001"/>
                    <a:gd name="connsiteY75" fmla="*/ 500372 h 874716"/>
                    <a:gd name="connsiteX76" fmla="*/ 5704483 w 6858001"/>
                    <a:gd name="connsiteY76" fmla="*/ 571620 h 874716"/>
                    <a:gd name="connsiteX77" fmla="*/ 5740488 w 6858001"/>
                    <a:gd name="connsiteY77" fmla="*/ 577526 h 874716"/>
                    <a:gd name="connsiteX78" fmla="*/ 5760873 w 6858001"/>
                    <a:gd name="connsiteY78" fmla="*/ 586291 h 874716"/>
                    <a:gd name="connsiteX79" fmla="*/ 5883751 w 6858001"/>
                    <a:gd name="connsiteY79" fmla="*/ 674686 h 874716"/>
                    <a:gd name="connsiteX80" fmla="*/ 5935949 w 6858001"/>
                    <a:gd name="connsiteY80" fmla="*/ 692592 h 874716"/>
                    <a:gd name="connsiteX81" fmla="*/ 5993291 w 6858001"/>
                    <a:gd name="connsiteY81" fmla="*/ 688972 h 874716"/>
                    <a:gd name="connsiteX82" fmla="*/ 6026440 w 6858001"/>
                    <a:gd name="connsiteY82" fmla="*/ 682496 h 874716"/>
                    <a:gd name="connsiteX83" fmla="*/ 6108738 w 6858001"/>
                    <a:gd name="connsiteY83" fmla="*/ 626296 h 874716"/>
                    <a:gd name="connsiteX84" fmla="*/ 6155602 w 6858001"/>
                    <a:gd name="connsiteY84" fmla="*/ 628202 h 874716"/>
                    <a:gd name="connsiteX85" fmla="*/ 6228756 w 6858001"/>
                    <a:gd name="connsiteY85" fmla="*/ 666873 h 874716"/>
                    <a:gd name="connsiteX86" fmla="*/ 6361539 w 6858001"/>
                    <a:gd name="connsiteY86" fmla="*/ 684210 h 874716"/>
                    <a:gd name="connsiteX87" fmla="*/ 6428979 w 6858001"/>
                    <a:gd name="connsiteY87" fmla="*/ 630106 h 874716"/>
                    <a:gd name="connsiteX88" fmla="*/ 6463840 w 6858001"/>
                    <a:gd name="connsiteY88" fmla="*/ 578098 h 874716"/>
                    <a:gd name="connsiteX89" fmla="*/ 6564620 w 6858001"/>
                    <a:gd name="connsiteY89" fmla="*/ 517708 h 874716"/>
                    <a:gd name="connsiteX90" fmla="*/ 6588625 w 6858001"/>
                    <a:gd name="connsiteY90" fmla="*/ 540187 h 874716"/>
                    <a:gd name="connsiteX91" fmla="*/ 6662541 w 6858001"/>
                    <a:gd name="connsiteY91" fmla="*/ 549714 h 874716"/>
                    <a:gd name="connsiteX92" fmla="*/ 6742552 w 6858001"/>
                    <a:gd name="connsiteY92" fmla="*/ 548952 h 874716"/>
                    <a:gd name="connsiteX93" fmla="*/ 6812063 w 6858001"/>
                    <a:gd name="connsiteY93" fmla="*/ 568430 h 874716"/>
                    <a:gd name="connsiteX94" fmla="*/ 6858001 w 6858001"/>
                    <a:gd name="connsiteY94" fmla="*/ 562267 h 874716"/>
                    <a:gd name="connsiteX95" fmla="*/ 6858001 w 6858001"/>
                    <a:gd name="connsiteY95" fmla="*/ 734520 h 874716"/>
                    <a:gd name="connsiteX96" fmla="*/ 6815516 w 6858001"/>
                    <a:gd name="connsiteY96" fmla="*/ 744220 h 874716"/>
                    <a:gd name="connsiteX97" fmla="*/ 6748458 w 6858001"/>
                    <a:gd name="connsiteY97" fmla="*/ 763271 h 874716"/>
                    <a:gd name="connsiteX98" fmla="*/ 6584812 w 6858001"/>
                    <a:gd name="connsiteY98" fmla="*/ 784797 h 874716"/>
                    <a:gd name="connsiteX99" fmla="*/ 6415833 w 6858001"/>
                    <a:gd name="connsiteY99" fmla="*/ 805562 h 874716"/>
                    <a:gd name="connsiteX100" fmla="*/ 6323058 w 6858001"/>
                    <a:gd name="connsiteY100" fmla="*/ 812420 h 874716"/>
                    <a:gd name="connsiteX101" fmla="*/ 6242093 w 6858001"/>
                    <a:gd name="connsiteY101" fmla="*/ 823281 h 874716"/>
                    <a:gd name="connsiteX102" fmla="*/ 6171605 w 6858001"/>
                    <a:gd name="connsiteY102" fmla="*/ 830139 h 874716"/>
                    <a:gd name="connsiteX103" fmla="*/ 6059397 w 6858001"/>
                    <a:gd name="connsiteY103" fmla="*/ 844045 h 874716"/>
                    <a:gd name="connsiteX104" fmla="*/ 6012723 w 6858001"/>
                    <a:gd name="connsiteY104" fmla="*/ 847665 h 874716"/>
                    <a:gd name="connsiteX105" fmla="*/ 5902610 w 6858001"/>
                    <a:gd name="connsiteY105" fmla="*/ 847473 h 874716"/>
                    <a:gd name="connsiteX106" fmla="*/ 5864318 w 6858001"/>
                    <a:gd name="connsiteY106" fmla="*/ 845569 h 874716"/>
                    <a:gd name="connsiteX107" fmla="*/ 5790592 w 6858001"/>
                    <a:gd name="connsiteY107" fmla="*/ 821947 h 874716"/>
                    <a:gd name="connsiteX108" fmla="*/ 5781830 w 6858001"/>
                    <a:gd name="connsiteY108" fmla="*/ 820233 h 874716"/>
                    <a:gd name="connsiteX109" fmla="*/ 5733440 w 6858001"/>
                    <a:gd name="connsiteY109" fmla="*/ 810896 h 874716"/>
                    <a:gd name="connsiteX110" fmla="*/ 5706959 w 6858001"/>
                    <a:gd name="connsiteY110" fmla="*/ 807848 h 874716"/>
                    <a:gd name="connsiteX111" fmla="*/ 5606372 w 6858001"/>
                    <a:gd name="connsiteY111" fmla="*/ 788417 h 874716"/>
                    <a:gd name="connsiteX112" fmla="*/ 5548460 w 6858001"/>
                    <a:gd name="connsiteY112" fmla="*/ 779273 h 874716"/>
                    <a:gd name="connsiteX113" fmla="*/ 5501594 w 6858001"/>
                    <a:gd name="connsiteY113" fmla="*/ 780607 h 874716"/>
                    <a:gd name="connsiteX114" fmla="*/ 5419295 w 6858001"/>
                    <a:gd name="connsiteY114" fmla="*/ 782321 h 874716"/>
                    <a:gd name="connsiteX115" fmla="*/ 5393005 w 6858001"/>
                    <a:gd name="connsiteY115" fmla="*/ 786703 h 874716"/>
                    <a:gd name="connsiteX116" fmla="*/ 5274129 w 6858001"/>
                    <a:gd name="connsiteY116" fmla="*/ 774129 h 874716"/>
                    <a:gd name="connsiteX117" fmla="*/ 5206308 w 6858001"/>
                    <a:gd name="connsiteY117" fmla="*/ 773177 h 874716"/>
                    <a:gd name="connsiteX118" fmla="*/ 5129916 w 6858001"/>
                    <a:gd name="connsiteY118" fmla="*/ 757554 h 874716"/>
                    <a:gd name="connsiteX119" fmla="*/ 5107627 w 6858001"/>
                    <a:gd name="connsiteY119" fmla="*/ 758316 h 874716"/>
                    <a:gd name="connsiteX120" fmla="*/ 5082670 w 6858001"/>
                    <a:gd name="connsiteY120" fmla="*/ 759651 h 874716"/>
                    <a:gd name="connsiteX121" fmla="*/ 5006086 w 6858001"/>
                    <a:gd name="connsiteY121" fmla="*/ 760795 h 874716"/>
                    <a:gd name="connsiteX122" fmla="*/ 4959602 w 6858001"/>
                    <a:gd name="connsiteY122" fmla="*/ 766509 h 874716"/>
                    <a:gd name="connsiteX123" fmla="*/ 4871019 w 6858001"/>
                    <a:gd name="connsiteY123" fmla="*/ 763081 h 874716"/>
                    <a:gd name="connsiteX124" fmla="*/ 4838250 w 6858001"/>
                    <a:gd name="connsiteY124" fmla="*/ 768033 h 874716"/>
                    <a:gd name="connsiteX125" fmla="*/ 4755381 w 6858001"/>
                    <a:gd name="connsiteY125" fmla="*/ 768605 h 874716"/>
                    <a:gd name="connsiteX126" fmla="*/ 4681083 w 6858001"/>
                    <a:gd name="connsiteY126" fmla="*/ 765747 h 874716"/>
                    <a:gd name="connsiteX127" fmla="*/ 4609452 w 6858001"/>
                    <a:gd name="connsiteY127" fmla="*/ 767271 h 874716"/>
                    <a:gd name="connsiteX128" fmla="*/ 4558207 w 6858001"/>
                    <a:gd name="connsiteY128" fmla="*/ 773557 h 874716"/>
                    <a:gd name="connsiteX129" fmla="*/ 4502579 w 6858001"/>
                    <a:gd name="connsiteY129" fmla="*/ 777367 h 874716"/>
                    <a:gd name="connsiteX130" fmla="*/ 4349222 w 6858001"/>
                    <a:gd name="connsiteY130" fmla="*/ 800038 h 874716"/>
                    <a:gd name="connsiteX131" fmla="*/ 4320837 w 6858001"/>
                    <a:gd name="connsiteY131" fmla="*/ 794514 h 874716"/>
                    <a:gd name="connsiteX132" fmla="*/ 4159667 w 6858001"/>
                    <a:gd name="connsiteY132" fmla="*/ 789370 h 874716"/>
                    <a:gd name="connsiteX133" fmla="*/ 4124614 w 6858001"/>
                    <a:gd name="connsiteY133" fmla="*/ 789752 h 874716"/>
                    <a:gd name="connsiteX134" fmla="*/ 4030503 w 6858001"/>
                    <a:gd name="connsiteY134" fmla="*/ 767271 h 874716"/>
                    <a:gd name="connsiteX135" fmla="*/ 3885338 w 6858001"/>
                    <a:gd name="connsiteY135" fmla="*/ 802896 h 874716"/>
                    <a:gd name="connsiteX136" fmla="*/ 3749506 w 6858001"/>
                    <a:gd name="connsiteY136" fmla="*/ 847473 h 874716"/>
                    <a:gd name="connsiteX137" fmla="*/ 3732361 w 6858001"/>
                    <a:gd name="connsiteY137" fmla="*/ 853190 h 874716"/>
                    <a:gd name="connsiteX138" fmla="*/ 3683591 w 6858001"/>
                    <a:gd name="connsiteY138" fmla="*/ 862906 h 874716"/>
                    <a:gd name="connsiteX139" fmla="*/ 3623201 w 6858001"/>
                    <a:gd name="connsiteY139" fmla="*/ 866334 h 874716"/>
                    <a:gd name="connsiteX140" fmla="*/ 3546617 w 6858001"/>
                    <a:gd name="connsiteY140" fmla="*/ 874716 h 874716"/>
                    <a:gd name="connsiteX141" fmla="*/ 3485275 w 6858001"/>
                    <a:gd name="connsiteY141" fmla="*/ 864238 h 874716"/>
                    <a:gd name="connsiteX142" fmla="*/ 3399546 w 6858001"/>
                    <a:gd name="connsiteY142" fmla="*/ 848618 h 874716"/>
                    <a:gd name="connsiteX143" fmla="*/ 3318771 w 6858001"/>
                    <a:gd name="connsiteY143" fmla="*/ 833757 h 874716"/>
                    <a:gd name="connsiteX144" fmla="*/ 3293244 w 6858001"/>
                    <a:gd name="connsiteY144" fmla="*/ 851284 h 874716"/>
                    <a:gd name="connsiteX145" fmla="*/ 3253809 w 6858001"/>
                    <a:gd name="connsiteY145" fmla="*/ 866524 h 874716"/>
                    <a:gd name="connsiteX146" fmla="*/ 3209993 w 6858001"/>
                    <a:gd name="connsiteY146" fmla="*/ 848235 h 874716"/>
                    <a:gd name="connsiteX147" fmla="*/ 3107500 w 6858001"/>
                    <a:gd name="connsiteY147" fmla="*/ 810326 h 874716"/>
                    <a:gd name="connsiteX148" fmla="*/ 3042728 w 6858001"/>
                    <a:gd name="connsiteY148" fmla="*/ 808610 h 874716"/>
                    <a:gd name="connsiteX149" fmla="*/ 2901943 w 6858001"/>
                    <a:gd name="connsiteY149" fmla="*/ 792418 h 874716"/>
                    <a:gd name="connsiteX150" fmla="*/ 2809930 w 6858001"/>
                    <a:gd name="connsiteY150" fmla="*/ 769367 h 874716"/>
                    <a:gd name="connsiteX151" fmla="*/ 2743826 w 6858001"/>
                    <a:gd name="connsiteY151" fmla="*/ 743268 h 874716"/>
                    <a:gd name="connsiteX152" fmla="*/ 2649143 w 6858001"/>
                    <a:gd name="connsiteY152" fmla="*/ 709167 h 874716"/>
                    <a:gd name="connsiteX153" fmla="*/ 2554079 w 6858001"/>
                    <a:gd name="connsiteY153" fmla="*/ 691450 h 874716"/>
                    <a:gd name="connsiteX154" fmla="*/ 2485307 w 6858001"/>
                    <a:gd name="connsiteY154" fmla="*/ 669160 h 874716"/>
                    <a:gd name="connsiteX155" fmla="*/ 2401292 w 6858001"/>
                    <a:gd name="connsiteY155" fmla="*/ 653919 h 874716"/>
                    <a:gd name="connsiteX156" fmla="*/ 2330806 w 6858001"/>
                    <a:gd name="connsiteY156" fmla="*/ 653349 h 874716"/>
                    <a:gd name="connsiteX157" fmla="*/ 2220312 w 6858001"/>
                    <a:gd name="connsiteY157" fmla="*/ 656015 h 874716"/>
                    <a:gd name="connsiteX158" fmla="*/ 2085054 w 6858001"/>
                    <a:gd name="connsiteY158" fmla="*/ 609914 h 874716"/>
                    <a:gd name="connsiteX159" fmla="*/ 2030378 w 6858001"/>
                    <a:gd name="connsiteY159" fmla="*/ 599625 h 874716"/>
                    <a:gd name="connsiteX160" fmla="*/ 1978940 w 6858001"/>
                    <a:gd name="connsiteY160" fmla="*/ 594863 h 874716"/>
                    <a:gd name="connsiteX161" fmla="*/ 1869780 w 6858001"/>
                    <a:gd name="connsiteY161" fmla="*/ 564192 h 874716"/>
                    <a:gd name="connsiteX162" fmla="*/ 1825393 w 6858001"/>
                    <a:gd name="connsiteY162" fmla="*/ 554094 h 874716"/>
                    <a:gd name="connsiteX163" fmla="*/ 1763287 w 6858001"/>
                    <a:gd name="connsiteY163" fmla="*/ 554286 h 874716"/>
                    <a:gd name="connsiteX164" fmla="*/ 1650317 w 6858001"/>
                    <a:gd name="connsiteY164" fmla="*/ 540187 h 874716"/>
                    <a:gd name="connsiteX165" fmla="*/ 1537537 w 6858001"/>
                    <a:gd name="connsiteY165" fmla="*/ 499038 h 874716"/>
                    <a:gd name="connsiteX166" fmla="*/ 1489720 w 6858001"/>
                    <a:gd name="connsiteY166" fmla="*/ 503038 h 874716"/>
                    <a:gd name="connsiteX167" fmla="*/ 1472575 w 6858001"/>
                    <a:gd name="connsiteY167" fmla="*/ 502086 h 874716"/>
                    <a:gd name="connsiteX168" fmla="*/ 1318456 w 6858001"/>
                    <a:gd name="connsiteY168" fmla="*/ 479415 h 874716"/>
                    <a:gd name="connsiteX169" fmla="*/ 1303024 w 6858001"/>
                    <a:gd name="connsiteY169" fmla="*/ 476939 h 874716"/>
                    <a:gd name="connsiteX170" fmla="*/ 1230633 w 6858001"/>
                    <a:gd name="connsiteY170" fmla="*/ 456746 h 874716"/>
                    <a:gd name="connsiteX171" fmla="*/ 1048125 w 6858001"/>
                    <a:gd name="connsiteY171" fmla="*/ 444172 h 874716"/>
                    <a:gd name="connsiteX172" fmla="*/ 1036887 w 6858001"/>
                    <a:gd name="connsiteY172" fmla="*/ 442648 h 874716"/>
                    <a:gd name="connsiteX173" fmla="*/ 975733 w 6858001"/>
                    <a:gd name="connsiteY173" fmla="*/ 452744 h 874716"/>
                    <a:gd name="connsiteX174" fmla="*/ 945444 w 6858001"/>
                    <a:gd name="connsiteY174" fmla="*/ 467033 h 874716"/>
                    <a:gd name="connsiteX175" fmla="*/ 898198 w 6858001"/>
                    <a:gd name="connsiteY175" fmla="*/ 481893 h 874716"/>
                    <a:gd name="connsiteX176" fmla="*/ 850189 w 6858001"/>
                    <a:gd name="connsiteY176" fmla="*/ 487417 h 874716"/>
                    <a:gd name="connsiteX177" fmla="*/ 769605 w 6858001"/>
                    <a:gd name="connsiteY177" fmla="*/ 464937 h 874716"/>
                    <a:gd name="connsiteX178" fmla="*/ 740268 w 6858001"/>
                    <a:gd name="connsiteY178" fmla="*/ 462651 h 874716"/>
                    <a:gd name="connsiteX179" fmla="*/ 674923 w 6858001"/>
                    <a:gd name="connsiteY179" fmla="*/ 451792 h 874716"/>
                    <a:gd name="connsiteX180" fmla="*/ 617772 w 6858001"/>
                    <a:gd name="connsiteY180" fmla="*/ 452554 h 874716"/>
                    <a:gd name="connsiteX181" fmla="*/ 571860 w 6858001"/>
                    <a:gd name="connsiteY181" fmla="*/ 469891 h 874716"/>
                    <a:gd name="connsiteX182" fmla="*/ 505182 w 6858001"/>
                    <a:gd name="connsiteY182" fmla="*/ 473319 h 874716"/>
                    <a:gd name="connsiteX183" fmla="*/ 462126 w 6858001"/>
                    <a:gd name="connsiteY183" fmla="*/ 460747 h 874716"/>
                    <a:gd name="connsiteX184" fmla="*/ 453364 w 6858001"/>
                    <a:gd name="connsiteY184" fmla="*/ 459033 h 874716"/>
                    <a:gd name="connsiteX185" fmla="*/ 340774 w 6858001"/>
                    <a:gd name="connsiteY185" fmla="*/ 458268 h 874716"/>
                    <a:gd name="connsiteX186" fmla="*/ 200182 w 6858001"/>
                    <a:gd name="connsiteY186" fmla="*/ 496180 h 874716"/>
                    <a:gd name="connsiteX187" fmla="*/ 176939 w 6858001"/>
                    <a:gd name="connsiteY187" fmla="*/ 504182 h 874716"/>
                    <a:gd name="connsiteX188" fmla="*/ 63587 w 6858001"/>
                    <a:gd name="connsiteY188" fmla="*/ 518088 h 874716"/>
                    <a:gd name="connsiteX189" fmla="*/ 2817 w 6858001"/>
                    <a:gd name="connsiteY189" fmla="*/ 532187 h 874716"/>
                    <a:gd name="connsiteX190" fmla="*/ 0 w 6858001"/>
                    <a:gd name="connsiteY190" fmla="*/ 533314 h 87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6858001" h="874716">
                      <a:moveTo>
                        <a:pt x="0" y="533314"/>
                      </a:moveTo>
                      <a:lnTo>
                        <a:pt x="0" y="69206"/>
                      </a:lnTo>
                      <a:lnTo>
                        <a:pt x="21486" y="71924"/>
                      </a:lnTo>
                      <a:cubicBezTo>
                        <a:pt x="92546" y="60493"/>
                        <a:pt x="159604" y="87354"/>
                        <a:pt x="228948" y="88116"/>
                      </a:cubicBezTo>
                      <a:cubicBezTo>
                        <a:pt x="260382" y="88496"/>
                        <a:pt x="291435" y="94592"/>
                        <a:pt x="313533" y="62779"/>
                      </a:cubicBezTo>
                      <a:cubicBezTo>
                        <a:pt x="316389" y="58587"/>
                        <a:pt x="330298" y="60873"/>
                        <a:pt x="338870" y="62207"/>
                      </a:cubicBezTo>
                      <a:cubicBezTo>
                        <a:pt x="357921" y="65066"/>
                        <a:pt x="376781" y="72304"/>
                        <a:pt x="395640" y="72114"/>
                      </a:cubicBezTo>
                      <a:cubicBezTo>
                        <a:pt x="434695" y="71924"/>
                        <a:pt x="473939" y="68876"/>
                        <a:pt x="512802" y="65446"/>
                      </a:cubicBezTo>
                      <a:cubicBezTo>
                        <a:pt x="527470" y="64112"/>
                        <a:pt x="541569" y="58969"/>
                        <a:pt x="556047" y="55349"/>
                      </a:cubicBezTo>
                      <a:cubicBezTo>
                        <a:pt x="564048" y="53253"/>
                        <a:pt x="572622" y="47729"/>
                        <a:pt x="580050" y="48871"/>
                      </a:cubicBezTo>
                      <a:cubicBezTo>
                        <a:pt x="623106" y="55539"/>
                        <a:pt x="662541" y="39157"/>
                        <a:pt x="703308" y="30964"/>
                      </a:cubicBezTo>
                      <a:cubicBezTo>
                        <a:pt x="722169" y="27154"/>
                        <a:pt x="739886" y="18010"/>
                        <a:pt x="758174" y="11724"/>
                      </a:cubicBezTo>
                      <a:cubicBezTo>
                        <a:pt x="762936" y="10008"/>
                        <a:pt x="768271" y="8484"/>
                        <a:pt x="773035" y="8866"/>
                      </a:cubicBezTo>
                      <a:cubicBezTo>
                        <a:pt x="800276" y="11152"/>
                        <a:pt x="827329" y="14390"/>
                        <a:pt x="854379" y="16866"/>
                      </a:cubicBezTo>
                      <a:cubicBezTo>
                        <a:pt x="878956" y="19152"/>
                        <a:pt x="903722" y="19914"/>
                        <a:pt x="915343" y="47919"/>
                      </a:cubicBezTo>
                      <a:cubicBezTo>
                        <a:pt x="917059" y="52301"/>
                        <a:pt x="922773" y="55539"/>
                        <a:pt x="927155" y="58397"/>
                      </a:cubicBezTo>
                      <a:cubicBezTo>
                        <a:pt x="994785" y="102405"/>
                        <a:pt x="1030980" y="101261"/>
                        <a:pt x="1097087" y="54777"/>
                      </a:cubicBezTo>
                      <a:cubicBezTo>
                        <a:pt x="1103945" y="50015"/>
                        <a:pt x="1118613" y="46585"/>
                        <a:pt x="1123185" y="50395"/>
                      </a:cubicBezTo>
                      <a:cubicBezTo>
                        <a:pt x="1162049" y="82020"/>
                        <a:pt x="1204532" y="78590"/>
                        <a:pt x="1249302" y="68684"/>
                      </a:cubicBezTo>
                      <a:cubicBezTo>
                        <a:pt x="1260922" y="66018"/>
                        <a:pt x="1277307" y="66018"/>
                        <a:pt x="1286069" y="72304"/>
                      </a:cubicBezTo>
                      <a:cubicBezTo>
                        <a:pt x="1327790" y="101451"/>
                        <a:pt x="1372560" y="97261"/>
                        <a:pt x="1417899" y="88688"/>
                      </a:cubicBezTo>
                      <a:cubicBezTo>
                        <a:pt x="1424948" y="87354"/>
                        <a:pt x="1433522" y="80114"/>
                        <a:pt x="1436568" y="73448"/>
                      </a:cubicBezTo>
                      <a:cubicBezTo>
                        <a:pt x="1447428" y="49825"/>
                        <a:pt x="1467813" y="41823"/>
                        <a:pt x="1490292" y="35154"/>
                      </a:cubicBezTo>
                      <a:cubicBezTo>
                        <a:pt x="1525727" y="24296"/>
                        <a:pt x="1560588" y="11532"/>
                        <a:pt x="1596213" y="1245"/>
                      </a:cubicBezTo>
                      <a:cubicBezTo>
                        <a:pt x="1604978" y="-1231"/>
                        <a:pt x="1615836" y="293"/>
                        <a:pt x="1624980" y="3150"/>
                      </a:cubicBezTo>
                      <a:cubicBezTo>
                        <a:pt x="1656223" y="12866"/>
                        <a:pt x="1676036" y="37251"/>
                        <a:pt x="1697753" y="59731"/>
                      </a:cubicBezTo>
                      <a:cubicBezTo>
                        <a:pt x="1707279" y="69638"/>
                        <a:pt x="1720423" y="76686"/>
                        <a:pt x="1733188" y="82400"/>
                      </a:cubicBezTo>
                      <a:cubicBezTo>
                        <a:pt x="1766335" y="97071"/>
                        <a:pt x="1800246" y="110215"/>
                        <a:pt x="1833775" y="124121"/>
                      </a:cubicBezTo>
                      <a:cubicBezTo>
                        <a:pt x="1837013" y="125455"/>
                        <a:pt x="1839679" y="128884"/>
                        <a:pt x="1842158" y="131742"/>
                      </a:cubicBezTo>
                      <a:cubicBezTo>
                        <a:pt x="1866922" y="161843"/>
                        <a:pt x="1891497" y="192132"/>
                        <a:pt x="1916454" y="222233"/>
                      </a:cubicBezTo>
                      <a:cubicBezTo>
                        <a:pt x="1921216" y="227947"/>
                        <a:pt x="1928076" y="232139"/>
                        <a:pt x="1933219" y="237663"/>
                      </a:cubicBezTo>
                      <a:cubicBezTo>
                        <a:pt x="1940459" y="245283"/>
                        <a:pt x="1949603" y="252524"/>
                        <a:pt x="1953413" y="261668"/>
                      </a:cubicBezTo>
                      <a:cubicBezTo>
                        <a:pt x="1965224" y="290433"/>
                        <a:pt x="1987894" y="302817"/>
                        <a:pt x="2016469" y="308151"/>
                      </a:cubicBezTo>
                      <a:cubicBezTo>
                        <a:pt x="2042570" y="313104"/>
                        <a:pt x="2068669" y="317296"/>
                        <a:pt x="2094578" y="323010"/>
                      </a:cubicBezTo>
                      <a:cubicBezTo>
                        <a:pt x="2126201" y="329868"/>
                        <a:pt x="2157636" y="337298"/>
                        <a:pt x="2188879" y="345681"/>
                      </a:cubicBezTo>
                      <a:cubicBezTo>
                        <a:pt x="2202404" y="349301"/>
                        <a:pt x="2216692" y="353491"/>
                        <a:pt x="2228314" y="360921"/>
                      </a:cubicBezTo>
                      <a:cubicBezTo>
                        <a:pt x="2260890" y="381496"/>
                        <a:pt x="2295753" y="395402"/>
                        <a:pt x="2334044" y="389878"/>
                      </a:cubicBezTo>
                      <a:cubicBezTo>
                        <a:pt x="2364715" y="385496"/>
                        <a:pt x="2390434" y="396736"/>
                        <a:pt x="2409485" y="414263"/>
                      </a:cubicBezTo>
                      <a:cubicBezTo>
                        <a:pt x="2444158" y="446078"/>
                        <a:pt x="2481305" y="438838"/>
                        <a:pt x="2518264" y="428552"/>
                      </a:cubicBezTo>
                      <a:cubicBezTo>
                        <a:pt x="2537315" y="423217"/>
                        <a:pt x="2552935" y="423979"/>
                        <a:pt x="2571034" y="429122"/>
                      </a:cubicBezTo>
                      <a:cubicBezTo>
                        <a:pt x="2612945" y="441124"/>
                        <a:pt x="2640950" y="473701"/>
                        <a:pt x="2668001" y="502276"/>
                      </a:cubicBezTo>
                      <a:cubicBezTo>
                        <a:pt x="2691054" y="526661"/>
                        <a:pt x="2716963" y="540377"/>
                        <a:pt x="2745348" y="550666"/>
                      </a:cubicBezTo>
                      <a:cubicBezTo>
                        <a:pt x="2781163" y="563810"/>
                        <a:pt x="2809548" y="558858"/>
                        <a:pt x="2826694" y="527233"/>
                      </a:cubicBezTo>
                      <a:cubicBezTo>
                        <a:pt x="2831457" y="518278"/>
                        <a:pt x="2839839" y="507800"/>
                        <a:pt x="2848793" y="505134"/>
                      </a:cubicBezTo>
                      <a:cubicBezTo>
                        <a:pt x="2892037" y="491800"/>
                        <a:pt x="2935854" y="472367"/>
                        <a:pt x="2982148" y="484179"/>
                      </a:cubicBezTo>
                      <a:cubicBezTo>
                        <a:pt x="3046158" y="500372"/>
                        <a:pt x="3108644" y="499420"/>
                        <a:pt x="3172654" y="483417"/>
                      </a:cubicBezTo>
                      <a:cubicBezTo>
                        <a:pt x="3276480" y="457508"/>
                        <a:pt x="3380305" y="430076"/>
                        <a:pt x="3489467" y="435790"/>
                      </a:cubicBezTo>
                      <a:cubicBezTo>
                        <a:pt x="3507563" y="436742"/>
                        <a:pt x="3529090" y="425121"/>
                        <a:pt x="3544713" y="413691"/>
                      </a:cubicBezTo>
                      <a:cubicBezTo>
                        <a:pt x="3574622" y="391974"/>
                        <a:pt x="3573288" y="390258"/>
                        <a:pt x="3606817" y="408167"/>
                      </a:cubicBezTo>
                      <a:cubicBezTo>
                        <a:pt x="3614819" y="412549"/>
                        <a:pt x="3624725" y="415215"/>
                        <a:pt x="3630632" y="421693"/>
                      </a:cubicBezTo>
                      <a:cubicBezTo>
                        <a:pt x="3660731" y="454650"/>
                        <a:pt x="3697880" y="446648"/>
                        <a:pt x="3734837" y="441886"/>
                      </a:cubicBezTo>
                      <a:cubicBezTo>
                        <a:pt x="3741315" y="440934"/>
                        <a:pt x="3749125" y="439600"/>
                        <a:pt x="3754652" y="442268"/>
                      </a:cubicBezTo>
                      <a:cubicBezTo>
                        <a:pt x="3779607" y="454268"/>
                        <a:pt x="3800753" y="450078"/>
                        <a:pt x="3822472" y="433694"/>
                      </a:cubicBezTo>
                      <a:cubicBezTo>
                        <a:pt x="3841331" y="419597"/>
                        <a:pt x="3863049" y="411215"/>
                        <a:pt x="3885338" y="428742"/>
                      </a:cubicBezTo>
                      <a:cubicBezTo>
                        <a:pt x="3934870" y="467605"/>
                        <a:pt x="3987829" y="469509"/>
                        <a:pt x="4043839" y="444934"/>
                      </a:cubicBezTo>
                      <a:cubicBezTo>
                        <a:pt x="4083845" y="427407"/>
                        <a:pt x="4123280" y="423407"/>
                        <a:pt x="4165383" y="441124"/>
                      </a:cubicBezTo>
                      <a:cubicBezTo>
                        <a:pt x="4181576" y="447982"/>
                        <a:pt x="4202531" y="443410"/>
                        <a:pt x="4221391" y="444934"/>
                      </a:cubicBezTo>
                      <a:cubicBezTo>
                        <a:pt x="4232060" y="445696"/>
                        <a:pt x="4243872" y="445886"/>
                        <a:pt x="4253014" y="450650"/>
                      </a:cubicBezTo>
                      <a:cubicBezTo>
                        <a:pt x="4277401" y="462843"/>
                        <a:pt x="4300070" y="478463"/>
                        <a:pt x="4324645" y="490466"/>
                      </a:cubicBezTo>
                      <a:cubicBezTo>
                        <a:pt x="4336457" y="496180"/>
                        <a:pt x="4350554" y="499228"/>
                        <a:pt x="4363890" y="499420"/>
                      </a:cubicBezTo>
                      <a:cubicBezTo>
                        <a:pt x="4403325" y="500372"/>
                        <a:pt x="4442761" y="500372"/>
                        <a:pt x="4482004" y="498658"/>
                      </a:cubicBezTo>
                      <a:cubicBezTo>
                        <a:pt x="4546776" y="495990"/>
                        <a:pt x="4612500" y="495418"/>
                        <a:pt x="4659174" y="438648"/>
                      </a:cubicBezTo>
                      <a:cubicBezTo>
                        <a:pt x="4662986" y="434076"/>
                        <a:pt x="4671176" y="431408"/>
                        <a:pt x="4677655" y="430646"/>
                      </a:cubicBezTo>
                      <a:cubicBezTo>
                        <a:pt x="4707564" y="427027"/>
                        <a:pt x="4738235" y="426645"/>
                        <a:pt x="4767764" y="420739"/>
                      </a:cubicBezTo>
                      <a:cubicBezTo>
                        <a:pt x="4791386" y="415977"/>
                        <a:pt x="4811009" y="417501"/>
                        <a:pt x="4828916" y="434266"/>
                      </a:cubicBezTo>
                      <a:cubicBezTo>
                        <a:pt x="4852348" y="456364"/>
                        <a:pt x="4880925" y="469319"/>
                        <a:pt x="4912168" y="462271"/>
                      </a:cubicBezTo>
                      <a:cubicBezTo>
                        <a:pt x="4943409" y="455412"/>
                        <a:pt x="4963984" y="470271"/>
                        <a:pt x="4987037" y="485703"/>
                      </a:cubicBezTo>
                      <a:cubicBezTo>
                        <a:pt x="5003801" y="496942"/>
                        <a:pt x="5022852" y="511040"/>
                        <a:pt x="5041521" y="512182"/>
                      </a:cubicBezTo>
                      <a:cubicBezTo>
                        <a:pt x="5083814" y="514658"/>
                        <a:pt x="5120201" y="553904"/>
                        <a:pt x="5166113" y="531615"/>
                      </a:cubicBezTo>
                      <a:cubicBezTo>
                        <a:pt x="5169161" y="530091"/>
                        <a:pt x="5174685" y="533901"/>
                        <a:pt x="5179067" y="534853"/>
                      </a:cubicBezTo>
                      <a:cubicBezTo>
                        <a:pt x="5214121" y="542093"/>
                        <a:pt x="5247078" y="535043"/>
                        <a:pt x="5272796" y="511230"/>
                      </a:cubicBezTo>
                      <a:cubicBezTo>
                        <a:pt x="5306516" y="480177"/>
                        <a:pt x="5343855" y="477129"/>
                        <a:pt x="5385384" y="487227"/>
                      </a:cubicBezTo>
                      <a:cubicBezTo>
                        <a:pt x="5398721" y="490466"/>
                        <a:pt x="5412057" y="492752"/>
                        <a:pt x="5425582" y="495418"/>
                      </a:cubicBezTo>
                      <a:cubicBezTo>
                        <a:pt x="5443870" y="499228"/>
                        <a:pt x="5462351" y="503230"/>
                        <a:pt x="5480637" y="507040"/>
                      </a:cubicBezTo>
                      <a:cubicBezTo>
                        <a:pt x="5498356" y="510850"/>
                        <a:pt x="5517979" y="517326"/>
                        <a:pt x="5531693" y="500944"/>
                      </a:cubicBezTo>
                      <a:cubicBezTo>
                        <a:pt x="5543506" y="486845"/>
                        <a:pt x="5551888" y="488179"/>
                        <a:pt x="5562746" y="500372"/>
                      </a:cubicBezTo>
                      <a:cubicBezTo>
                        <a:pt x="5600467" y="543045"/>
                        <a:pt x="5646189" y="569716"/>
                        <a:pt x="5704483" y="571620"/>
                      </a:cubicBezTo>
                      <a:cubicBezTo>
                        <a:pt x="5716485" y="572002"/>
                        <a:pt x="5728678" y="574668"/>
                        <a:pt x="5740488" y="577526"/>
                      </a:cubicBezTo>
                      <a:cubicBezTo>
                        <a:pt x="5747728" y="579241"/>
                        <a:pt x="5756493" y="581147"/>
                        <a:pt x="5760873" y="586291"/>
                      </a:cubicBezTo>
                      <a:cubicBezTo>
                        <a:pt x="5794974" y="625534"/>
                        <a:pt x="5837457" y="652777"/>
                        <a:pt x="5883751" y="674686"/>
                      </a:cubicBezTo>
                      <a:cubicBezTo>
                        <a:pt x="5900323" y="682496"/>
                        <a:pt x="5918042" y="690306"/>
                        <a:pt x="5935949" y="692592"/>
                      </a:cubicBezTo>
                      <a:cubicBezTo>
                        <a:pt x="5954617" y="694878"/>
                        <a:pt x="5974240" y="691068"/>
                        <a:pt x="5993291" y="688972"/>
                      </a:cubicBezTo>
                      <a:cubicBezTo>
                        <a:pt x="6004531" y="687830"/>
                        <a:pt x="6017485" y="688020"/>
                        <a:pt x="6026440" y="682496"/>
                      </a:cubicBezTo>
                      <a:cubicBezTo>
                        <a:pt x="6054825" y="665159"/>
                        <a:pt x="6082258" y="646491"/>
                        <a:pt x="6108738" y="626296"/>
                      </a:cubicBezTo>
                      <a:cubicBezTo>
                        <a:pt x="6131409" y="608960"/>
                        <a:pt x="6135981" y="606483"/>
                        <a:pt x="6155602" y="628202"/>
                      </a:cubicBezTo>
                      <a:cubicBezTo>
                        <a:pt x="6175797" y="650491"/>
                        <a:pt x="6200944" y="662111"/>
                        <a:pt x="6228756" y="666873"/>
                      </a:cubicBezTo>
                      <a:cubicBezTo>
                        <a:pt x="6272764" y="674304"/>
                        <a:pt x="6317151" y="680590"/>
                        <a:pt x="6361539" y="684210"/>
                      </a:cubicBezTo>
                      <a:cubicBezTo>
                        <a:pt x="6401736" y="687448"/>
                        <a:pt x="6420977" y="669922"/>
                        <a:pt x="6428979" y="630106"/>
                      </a:cubicBezTo>
                      <a:cubicBezTo>
                        <a:pt x="6433551" y="608007"/>
                        <a:pt x="6439458" y="584003"/>
                        <a:pt x="6463840" y="578098"/>
                      </a:cubicBezTo>
                      <a:cubicBezTo>
                        <a:pt x="6503658" y="568572"/>
                        <a:pt x="6544997" y="564382"/>
                        <a:pt x="6564620" y="517708"/>
                      </a:cubicBezTo>
                      <a:cubicBezTo>
                        <a:pt x="6575478" y="527995"/>
                        <a:pt x="6582146" y="534091"/>
                        <a:pt x="6588625" y="540187"/>
                      </a:cubicBezTo>
                      <a:cubicBezTo>
                        <a:pt x="6606531" y="557142"/>
                        <a:pt x="6643678" y="564382"/>
                        <a:pt x="6662541" y="549714"/>
                      </a:cubicBezTo>
                      <a:cubicBezTo>
                        <a:pt x="6690354" y="528377"/>
                        <a:pt x="6715883" y="532377"/>
                        <a:pt x="6742552" y="548952"/>
                      </a:cubicBezTo>
                      <a:cubicBezTo>
                        <a:pt x="6764841" y="562668"/>
                        <a:pt x="6788417" y="567954"/>
                        <a:pt x="6812063" y="568430"/>
                      </a:cubicBezTo>
                      <a:lnTo>
                        <a:pt x="6858001" y="562267"/>
                      </a:lnTo>
                      <a:lnTo>
                        <a:pt x="6858001" y="734520"/>
                      </a:lnTo>
                      <a:lnTo>
                        <a:pt x="6815516" y="744220"/>
                      </a:lnTo>
                      <a:cubicBezTo>
                        <a:pt x="6793035" y="749744"/>
                        <a:pt x="6771319" y="759651"/>
                        <a:pt x="6748458" y="763271"/>
                      </a:cubicBezTo>
                      <a:cubicBezTo>
                        <a:pt x="6694164" y="771843"/>
                        <a:pt x="6639488" y="777939"/>
                        <a:pt x="6584812" y="784797"/>
                      </a:cubicBezTo>
                      <a:cubicBezTo>
                        <a:pt x="6528424" y="791846"/>
                        <a:pt x="6472225" y="799276"/>
                        <a:pt x="6415833" y="805562"/>
                      </a:cubicBezTo>
                      <a:cubicBezTo>
                        <a:pt x="6384972" y="808802"/>
                        <a:pt x="6353919" y="809372"/>
                        <a:pt x="6323058" y="812420"/>
                      </a:cubicBezTo>
                      <a:cubicBezTo>
                        <a:pt x="6296005" y="815088"/>
                        <a:pt x="6269144" y="820041"/>
                        <a:pt x="6242093" y="823281"/>
                      </a:cubicBezTo>
                      <a:cubicBezTo>
                        <a:pt x="6218660" y="825947"/>
                        <a:pt x="6195037" y="827471"/>
                        <a:pt x="6171605" y="830139"/>
                      </a:cubicBezTo>
                      <a:cubicBezTo>
                        <a:pt x="6134075" y="834519"/>
                        <a:pt x="6096736" y="839473"/>
                        <a:pt x="6059397" y="844045"/>
                      </a:cubicBezTo>
                      <a:cubicBezTo>
                        <a:pt x="6043776" y="845759"/>
                        <a:pt x="6027392" y="850522"/>
                        <a:pt x="6012723" y="847665"/>
                      </a:cubicBezTo>
                      <a:cubicBezTo>
                        <a:pt x="5975764" y="840425"/>
                        <a:pt x="5939377" y="842521"/>
                        <a:pt x="5902610" y="847473"/>
                      </a:cubicBezTo>
                      <a:cubicBezTo>
                        <a:pt x="5890037" y="849190"/>
                        <a:pt x="5876511" y="848808"/>
                        <a:pt x="5864318" y="845569"/>
                      </a:cubicBezTo>
                      <a:cubicBezTo>
                        <a:pt x="5839361" y="839091"/>
                        <a:pt x="5815169" y="829947"/>
                        <a:pt x="5790592" y="821947"/>
                      </a:cubicBezTo>
                      <a:cubicBezTo>
                        <a:pt x="5787924" y="820995"/>
                        <a:pt x="5784686" y="820803"/>
                        <a:pt x="5781830" y="820233"/>
                      </a:cubicBezTo>
                      <a:cubicBezTo>
                        <a:pt x="5765635" y="816992"/>
                        <a:pt x="5749634" y="813754"/>
                        <a:pt x="5733440" y="810896"/>
                      </a:cubicBezTo>
                      <a:cubicBezTo>
                        <a:pt x="5724678" y="809372"/>
                        <a:pt x="5715723" y="809182"/>
                        <a:pt x="5706959" y="807848"/>
                      </a:cubicBezTo>
                      <a:cubicBezTo>
                        <a:pt x="5673050" y="802514"/>
                        <a:pt x="5635711" y="811468"/>
                        <a:pt x="5606372" y="788417"/>
                      </a:cubicBezTo>
                      <a:cubicBezTo>
                        <a:pt x="5587321" y="773557"/>
                        <a:pt x="5568842" y="776987"/>
                        <a:pt x="5548460" y="779273"/>
                      </a:cubicBezTo>
                      <a:cubicBezTo>
                        <a:pt x="5533027" y="780987"/>
                        <a:pt x="5517215" y="780415"/>
                        <a:pt x="5501594" y="780607"/>
                      </a:cubicBezTo>
                      <a:cubicBezTo>
                        <a:pt x="5474161" y="781177"/>
                        <a:pt x="5446728" y="781369"/>
                        <a:pt x="5419295" y="782321"/>
                      </a:cubicBezTo>
                      <a:cubicBezTo>
                        <a:pt x="5410531" y="782701"/>
                        <a:pt x="5401579" y="787465"/>
                        <a:pt x="5393005" y="786703"/>
                      </a:cubicBezTo>
                      <a:cubicBezTo>
                        <a:pt x="5353379" y="783083"/>
                        <a:pt x="5313754" y="777367"/>
                        <a:pt x="5274129" y="774129"/>
                      </a:cubicBezTo>
                      <a:cubicBezTo>
                        <a:pt x="5251650" y="772225"/>
                        <a:pt x="5228597" y="775843"/>
                        <a:pt x="5206308" y="773177"/>
                      </a:cubicBezTo>
                      <a:cubicBezTo>
                        <a:pt x="5180591" y="770129"/>
                        <a:pt x="5155445" y="762319"/>
                        <a:pt x="5129916" y="757554"/>
                      </a:cubicBezTo>
                      <a:cubicBezTo>
                        <a:pt x="5122867" y="756222"/>
                        <a:pt x="5115057" y="757936"/>
                        <a:pt x="5107627" y="758316"/>
                      </a:cubicBezTo>
                      <a:cubicBezTo>
                        <a:pt x="5099245" y="758699"/>
                        <a:pt x="5091052" y="759461"/>
                        <a:pt x="5082670" y="759651"/>
                      </a:cubicBezTo>
                      <a:cubicBezTo>
                        <a:pt x="5057141" y="760033"/>
                        <a:pt x="5031614" y="759461"/>
                        <a:pt x="5006086" y="760795"/>
                      </a:cubicBezTo>
                      <a:cubicBezTo>
                        <a:pt x="4990465" y="761557"/>
                        <a:pt x="4974082" y="769367"/>
                        <a:pt x="4959602" y="766509"/>
                      </a:cubicBezTo>
                      <a:cubicBezTo>
                        <a:pt x="4930075" y="760985"/>
                        <a:pt x="4900546" y="773367"/>
                        <a:pt x="4871019" y="763081"/>
                      </a:cubicBezTo>
                      <a:cubicBezTo>
                        <a:pt x="4861873" y="760033"/>
                        <a:pt x="4849300" y="767653"/>
                        <a:pt x="4838250" y="768033"/>
                      </a:cubicBezTo>
                      <a:cubicBezTo>
                        <a:pt x="4810627" y="768985"/>
                        <a:pt x="4783004" y="768795"/>
                        <a:pt x="4755381" y="768605"/>
                      </a:cubicBezTo>
                      <a:cubicBezTo>
                        <a:pt x="4730614" y="768415"/>
                        <a:pt x="4704895" y="771081"/>
                        <a:pt x="4681083" y="765747"/>
                      </a:cubicBezTo>
                      <a:cubicBezTo>
                        <a:pt x="4656126" y="760033"/>
                        <a:pt x="4633647" y="760795"/>
                        <a:pt x="4609452" y="767271"/>
                      </a:cubicBezTo>
                      <a:cubicBezTo>
                        <a:pt x="4592878" y="771653"/>
                        <a:pt x="4575351" y="772225"/>
                        <a:pt x="4558207" y="773557"/>
                      </a:cubicBezTo>
                      <a:cubicBezTo>
                        <a:pt x="4539728" y="775081"/>
                        <a:pt x="4519343" y="771081"/>
                        <a:pt x="4502579" y="777367"/>
                      </a:cubicBezTo>
                      <a:cubicBezTo>
                        <a:pt x="4452665" y="796038"/>
                        <a:pt x="4401419" y="800038"/>
                        <a:pt x="4349222" y="800038"/>
                      </a:cubicBezTo>
                      <a:cubicBezTo>
                        <a:pt x="4339695" y="800038"/>
                        <a:pt x="4329979" y="797372"/>
                        <a:pt x="4320837" y="794514"/>
                      </a:cubicBezTo>
                      <a:cubicBezTo>
                        <a:pt x="4267493" y="777367"/>
                        <a:pt x="4213961" y="778891"/>
                        <a:pt x="4159667" y="789370"/>
                      </a:cubicBezTo>
                      <a:cubicBezTo>
                        <a:pt x="4148427" y="791656"/>
                        <a:pt x="4135854" y="792038"/>
                        <a:pt x="4124614" y="789752"/>
                      </a:cubicBezTo>
                      <a:cubicBezTo>
                        <a:pt x="4092989" y="783083"/>
                        <a:pt x="4062318" y="772033"/>
                        <a:pt x="4030503" y="767271"/>
                      </a:cubicBezTo>
                      <a:cubicBezTo>
                        <a:pt x="3977925" y="759461"/>
                        <a:pt x="3932394" y="785749"/>
                        <a:pt x="3885338" y="802896"/>
                      </a:cubicBezTo>
                      <a:cubicBezTo>
                        <a:pt x="3840569" y="819089"/>
                        <a:pt x="3802467" y="855666"/>
                        <a:pt x="3749506" y="847473"/>
                      </a:cubicBezTo>
                      <a:cubicBezTo>
                        <a:pt x="3744173" y="846711"/>
                        <a:pt x="3738267" y="851856"/>
                        <a:pt x="3732361" y="853190"/>
                      </a:cubicBezTo>
                      <a:cubicBezTo>
                        <a:pt x="3716168" y="856810"/>
                        <a:pt x="3699976" y="861190"/>
                        <a:pt x="3683591" y="862906"/>
                      </a:cubicBezTo>
                      <a:cubicBezTo>
                        <a:pt x="3663589" y="865192"/>
                        <a:pt x="3643204" y="864430"/>
                        <a:pt x="3623201" y="866334"/>
                      </a:cubicBezTo>
                      <a:cubicBezTo>
                        <a:pt x="3597482" y="868620"/>
                        <a:pt x="3572146" y="874716"/>
                        <a:pt x="3546617" y="874716"/>
                      </a:cubicBezTo>
                      <a:cubicBezTo>
                        <a:pt x="3526042" y="874716"/>
                        <a:pt x="3505657" y="867668"/>
                        <a:pt x="3485275" y="864238"/>
                      </a:cubicBezTo>
                      <a:cubicBezTo>
                        <a:pt x="3456508" y="859476"/>
                        <a:pt x="3424883" y="860810"/>
                        <a:pt x="3399546" y="848618"/>
                      </a:cubicBezTo>
                      <a:cubicBezTo>
                        <a:pt x="3372495" y="835663"/>
                        <a:pt x="3346776" y="829757"/>
                        <a:pt x="3318771" y="833757"/>
                      </a:cubicBezTo>
                      <a:cubicBezTo>
                        <a:pt x="3309437" y="835091"/>
                        <a:pt x="3297434" y="843093"/>
                        <a:pt x="3293244" y="851284"/>
                      </a:cubicBezTo>
                      <a:cubicBezTo>
                        <a:pt x="3283908" y="869572"/>
                        <a:pt x="3271145" y="872812"/>
                        <a:pt x="3253809" y="866524"/>
                      </a:cubicBezTo>
                      <a:cubicBezTo>
                        <a:pt x="3238758" y="861190"/>
                        <a:pt x="3220280" y="858524"/>
                        <a:pt x="3209993" y="848235"/>
                      </a:cubicBezTo>
                      <a:cubicBezTo>
                        <a:pt x="3180844" y="819089"/>
                        <a:pt x="3143695" y="818136"/>
                        <a:pt x="3107500" y="810326"/>
                      </a:cubicBezTo>
                      <a:cubicBezTo>
                        <a:pt x="3085403" y="805562"/>
                        <a:pt x="3064827" y="805372"/>
                        <a:pt x="3042728" y="808610"/>
                      </a:cubicBezTo>
                      <a:cubicBezTo>
                        <a:pt x="2994722" y="815850"/>
                        <a:pt x="2948047" y="805562"/>
                        <a:pt x="2901943" y="792418"/>
                      </a:cubicBezTo>
                      <a:cubicBezTo>
                        <a:pt x="2871462" y="783655"/>
                        <a:pt x="2840219" y="778321"/>
                        <a:pt x="2809930" y="769367"/>
                      </a:cubicBezTo>
                      <a:cubicBezTo>
                        <a:pt x="2787259" y="762509"/>
                        <a:pt x="2764590" y="754316"/>
                        <a:pt x="2743826" y="743268"/>
                      </a:cubicBezTo>
                      <a:cubicBezTo>
                        <a:pt x="2713723" y="727073"/>
                        <a:pt x="2687436" y="702689"/>
                        <a:pt x="2649143" y="709167"/>
                      </a:cubicBezTo>
                      <a:cubicBezTo>
                        <a:pt x="2615421" y="714881"/>
                        <a:pt x="2584942" y="702881"/>
                        <a:pt x="2554079" y="691450"/>
                      </a:cubicBezTo>
                      <a:cubicBezTo>
                        <a:pt x="2531409" y="683068"/>
                        <a:pt x="2508742" y="674494"/>
                        <a:pt x="2485307" y="669160"/>
                      </a:cubicBezTo>
                      <a:cubicBezTo>
                        <a:pt x="2457492" y="662873"/>
                        <a:pt x="2426059" y="665541"/>
                        <a:pt x="2401292" y="653919"/>
                      </a:cubicBezTo>
                      <a:cubicBezTo>
                        <a:pt x="2375383" y="641727"/>
                        <a:pt x="2353859" y="649919"/>
                        <a:pt x="2330806" y="653349"/>
                      </a:cubicBezTo>
                      <a:cubicBezTo>
                        <a:pt x="2294039" y="658683"/>
                        <a:pt x="2257459" y="668590"/>
                        <a:pt x="2220312" y="656015"/>
                      </a:cubicBezTo>
                      <a:cubicBezTo>
                        <a:pt x="2175163" y="640775"/>
                        <a:pt x="2130393" y="624392"/>
                        <a:pt x="2085054" y="609914"/>
                      </a:cubicBezTo>
                      <a:cubicBezTo>
                        <a:pt x="2067525" y="604387"/>
                        <a:pt x="2048668" y="602101"/>
                        <a:pt x="2030378" y="599625"/>
                      </a:cubicBezTo>
                      <a:cubicBezTo>
                        <a:pt x="2013043" y="597529"/>
                        <a:pt x="1992279" y="602863"/>
                        <a:pt x="1978940" y="594863"/>
                      </a:cubicBezTo>
                      <a:cubicBezTo>
                        <a:pt x="1944649" y="574288"/>
                        <a:pt x="1909408" y="564192"/>
                        <a:pt x="1869780" y="564192"/>
                      </a:cubicBezTo>
                      <a:cubicBezTo>
                        <a:pt x="1854920" y="564192"/>
                        <a:pt x="1840441" y="555618"/>
                        <a:pt x="1825393" y="554094"/>
                      </a:cubicBezTo>
                      <a:cubicBezTo>
                        <a:pt x="1804816" y="552190"/>
                        <a:pt x="1781194" y="547045"/>
                        <a:pt x="1763287" y="554286"/>
                      </a:cubicBezTo>
                      <a:cubicBezTo>
                        <a:pt x="1721185" y="571430"/>
                        <a:pt x="1687086" y="557142"/>
                        <a:pt x="1650317" y="540187"/>
                      </a:cubicBezTo>
                      <a:cubicBezTo>
                        <a:pt x="1614120" y="523423"/>
                        <a:pt x="1576019" y="510088"/>
                        <a:pt x="1537537" y="499038"/>
                      </a:cubicBezTo>
                      <a:cubicBezTo>
                        <a:pt x="1523059" y="495038"/>
                        <a:pt x="1505724" y="501706"/>
                        <a:pt x="1489720" y="503038"/>
                      </a:cubicBezTo>
                      <a:cubicBezTo>
                        <a:pt x="1484004" y="503420"/>
                        <a:pt x="1477717" y="503992"/>
                        <a:pt x="1472575" y="502086"/>
                      </a:cubicBezTo>
                      <a:cubicBezTo>
                        <a:pt x="1422854" y="483797"/>
                        <a:pt x="1372368" y="469891"/>
                        <a:pt x="1318456" y="479415"/>
                      </a:cubicBezTo>
                      <a:cubicBezTo>
                        <a:pt x="1313504" y="480369"/>
                        <a:pt x="1307978" y="478273"/>
                        <a:pt x="1303024" y="476939"/>
                      </a:cubicBezTo>
                      <a:cubicBezTo>
                        <a:pt x="1278829" y="470081"/>
                        <a:pt x="1255206" y="459223"/>
                        <a:pt x="1230633" y="456746"/>
                      </a:cubicBezTo>
                      <a:cubicBezTo>
                        <a:pt x="1170051" y="450650"/>
                        <a:pt x="1109091" y="448172"/>
                        <a:pt x="1048125" y="444172"/>
                      </a:cubicBezTo>
                      <a:cubicBezTo>
                        <a:pt x="1044315" y="443982"/>
                        <a:pt x="1040315" y="443982"/>
                        <a:pt x="1036887" y="442648"/>
                      </a:cubicBezTo>
                      <a:cubicBezTo>
                        <a:pt x="1014406" y="434456"/>
                        <a:pt x="994785" y="437124"/>
                        <a:pt x="975733" y="452744"/>
                      </a:cubicBezTo>
                      <a:cubicBezTo>
                        <a:pt x="967350" y="459603"/>
                        <a:pt x="955920" y="463223"/>
                        <a:pt x="945444" y="467033"/>
                      </a:cubicBezTo>
                      <a:cubicBezTo>
                        <a:pt x="930011" y="472749"/>
                        <a:pt x="914200" y="478273"/>
                        <a:pt x="898198" y="481893"/>
                      </a:cubicBezTo>
                      <a:cubicBezTo>
                        <a:pt x="882384" y="485321"/>
                        <a:pt x="865430" y="490084"/>
                        <a:pt x="850189" y="487417"/>
                      </a:cubicBezTo>
                      <a:cubicBezTo>
                        <a:pt x="822756" y="482655"/>
                        <a:pt x="796655" y="471987"/>
                        <a:pt x="769605" y="464937"/>
                      </a:cubicBezTo>
                      <a:cubicBezTo>
                        <a:pt x="760270" y="462461"/>
                        <a:pt x="749982" y="462843"/>
                        <a:pt x="740268" y="462651"/>
                      </a:cubicBezTo>
                      <a:cubicBezTo>
                        <a:pt x="717977" y="462081"/>
                        <a:pt x="695116" y="467605"/>
                        <a:pt x="674923" y="451792"/>
                      </a:cubicBezTo>
                      <a:cubicBezTo>
                        <a:pt x="656255" y="436934"/>
                        <a:pt x="637392" y="441314"/>
                        <a:pt x="617772" y="452554"/>
                      </a:cubicBezTo>
                      <a:cubicBezTo>
                        <a:pt x="603673" y="460557"/>
                        <a:pt x="587672" y="466843"/>
                        <a:pt x="571860" y="469891"/>
                      </a:cubicBezTo>
                      <a:cubicBezTo>
                        <a:pt x="550141" y="474081"/>
                        <a:pt x="528615" y="475797"/>
                        <a:pt x="505182" y="473319"/>
                      </a:cubicBezTo>
                      <a:cubicBezTo>
                        <a:pt x="488607" y="471605"/>
                        <a:pt x="475081" y="470843"/>
                        <a:pt x="462126" y="460747"/>
                      </a:cubicBezTo>
                      <a:cubicBezTo>
                        <a:pt x="460032" y="459223"/>
                        <a:pt x="456222" y="458841"/>
                        <a:pt x="453364" y="459033"/>
                      </a:cubicBezTo>
                      <a:cubicBezTo>
                        <a:pt x="415835" y="462271"/>
                        <a:pt x="378686" y="460557"/>
                        <a:pt x="340774" y="458268"/>
                      </a:cubicBezTo>
                      <a:cubicBezTo>
                        <a:pt x="292579" y="455222"/>
                        <a:pt x="241901" y="464175"/>
                        <a:pt x="200182" y="496180"/>
                      </a:cubicBezTo>
                      <a:cubicBezTo>
                        <a:pt x="194085" y="500944"/>
                        <a:pt x="184941" y="503038"/>
                        <a:pt x="176939" y="504182"/>
                      </a:cubicBezTo>
                      <a:cubicBezTo>
                        <a:pt x="139219" y="509134"/>
                        <a:pt x="101308" y="512564"/>
                        <a:pt x="63587" y="518088"/>
                      </a:cubicBezTo>
                      <a:cubicBezTo>
                        <a:pt x="43012" y="521137"/>
                        <a:pt x="21486" y="523805"/>
                        <a:pt x="2817" y="532187"/>
                      </a:cubicBezTo>
                      <a:lnTo>
                        <a:pt x="0" y="533314"/>
                      </a:lnTo>
                      <a:close/>
                    </a:path>
                  </a:pathLst>
                </a:custGeom>
                <a:grp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nvGrpSpPr>
              <p:cNvPr id="14" name="Group 13">
                <a:extLst>
                  <a:ext uri="{FF2B5EF4-FFF2-40B4-BE49-F238E27FC236}">
                    <a16:creationId xmlns:a16="http://schemas.microsoft.com/office/drawing/2014/main" id="{E6609F08-9B2C-4879-AC68-E3E537BED78C}"/>
                  </a:ext>
                  <a:ext uri="{C183D7F6-B498-43B3-948B-1728B52AA6E4}">
                    <adec:decorative xmlns:adec="http://schemas.microsoft.com/office/drawing/2017/decorative" val="1"/>
                  </a:ext>
                </a:extLst>
              </p:cNvPr>
              <p:cNvGrpSpPr/>
              <p:nvPr>
                <p:extLst>
                  <p:ext uri="{386F3935-93C4-4BCD-93E2-E3B085C9AB24}">
                    <p16:designElem xmlns:p16="http://schemas.microsoft.com/office/powerpoint/2015/main" val="1"/>
                  </p:ext>
                </p:extLst>
              </p:nvPr>
            </p:nvGrpSpPr>
            <p:grpSpPr>
              <a:xfrm>
                <a:off x="3697284" y="0"/>
                <a:ext cx="884241" cy="6858001"/>
                <a:chOff x="3697284" y="-1"/>
                <a:chExt cx="884241" cy="6858001"/>
              </a:xfrm>
              <a:blipFill>
                <a:blip r:embed="rId2">
                  <a:alphaModFix amt="57000"/>
                </a:blip>
                <a:tile tx="0" ty="0" sx="100000" sy="100000" flip="none" algn="tl"/>
              </a:blipFill>
              <a:effectLst/>
            </p:grpSpPr>
            <p:sp>
              <p:nvSpPr>
                <p:cNvPr id="15" name="Freeform: Shape 14">
                  <a:extLst>
                    <a:ext uri="{FF2B5EF4-FFF2-40B4-BE49-F238E27FC236}">
                      <a16:creationId xmlns:a16="http://schemas.microsoft.com/office/drawing/2014/main" id="{6910EFC9-D70D-42FD-BCCD-AB1F710BFD4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705641" y="2991642"/>
                  <a:ext cx="6858001" cy="874716"/>
                </a:xfrm>
                <a:custGeom>
                  <a:avLst/>
                  <a:gdLst>
                    <a:gd name="connsiteX0" fmla="*/ 0 w 6858001"/>
                    <a:gd name="connsiteY0" fmla="*/ 533314 h 874716"/>
                    <a:gd name="connsiteX1" fmla="*/ 0 w 6858001"/>
                    <a:gd name="connsiteY1" fmla="*/ 69206 h 874716"/>
                    <a:gd name="connsiteX2" fmla="*/ 21486 w 6858001"/>
                    <a:gd name="connsiteY2" fmla="*/ 71924 h 874716"/>
                    <a:gd name="connsiteX3" fmla="*/ 228948 w 6858001"/>
                    <a:gd name="connsiteY3" fmla="*/ 88116 h 874716"/>
                    <a:gd name="connsiteX4" fmla="*/ 313533 w 6858001"/>
                    <a:gd name="connsiteY4" fmla="*/ 62779 h 874716"/>
                    <a:gd name="connsiteX5" fmla="*/ 338870 w 6858001"/>
                    <a:gd name="connsiteY5" fmla="*/ 62207 h 874716"/>
                    <a:gd name="connsiteX6" fmla="*/ 395640 w 6858001"/>
                    <a:gd name="connsiteY6" fmla="*/ 72114 h 874716"/>
                    <a:gd name="connsiteX7" fmla="*/ 512802 w 6858001"/>
                    <a:gd name="connsiteY7" fmla="*/ 65446 h 874716"/>
                    <a:gd name="connsiteX8" fmla="*/ 556047 w 6858001"/>
                    <a:gd name="connsiteY8" fmla="*/ 55349 h 874716"/>
                    <a:gd name="connsiteX9" fmla="*/ 580050 w 6858001"/>
                    <a:gd name="connsiteY9" fmla="*/ 48871 h 874716"/>
                    <a:gd name="connsiteX10" fmla="*/ 703308 w 6858001"/>
                    <a:gd name="connsiteY10" fmla="*/ 30964 h 874716"/>
                    <a:gd name="connsiteX11" fmla="*/ 758174 w 6858001"/>
                    <a:gd name="connsiteY11" fmla="*/ 11724 h 874716"/>
                    <a:gd name="connsiteX12" fmla="*/ 773035 w 6858001"/>
                    <a:gd name="connsiteY12" fmla="*/ 8866 h 874716"/>
                    <a:gd name="connsiteX13" fmla="*/ 854379 w 6858001"/>
                    <a:gd name="connsiteY13" fmla="*/ 16866 h 874716"/>
                    <a:gd name="connsiteX14" fmla="*/ 915343 w 6858001"/>
                    <a:gd name="connsiteY14" fmla="*/ 47919 h 874716"/>
                    <a:gd name="connsiteX15" fmla="*/ 927155 w 6858001"/>
                    <a:gd name="connsiteY15" fmla="*/ 58397 h 874716"/>
                    <a:gd name="connsiteX16" fmla="*/ 1097087 w 6858001"/>
                    <a:gd name="connsiteY16" fmla="*/ 54777 h 874716"/>
                    <a:gd name="connsiteX17" fmla="*/ 1123185 w 6858001"/>
                    <a:gd name="connsiteY17" fmla="*/ 50395 h 874716"/>
                    <a:gd name="connsiteX18" fmla="*/ 1249302 w 6858001"/>
                    <a:gd name="connsiteY18" fmla="*/ 68684 h 874716"/>
                    <a:gd name="connsiteX19" fmla="*/ 1286069 w 6858001"/>
                    <a:gd name="connsiteY19" fmla="*/ 72304 h 874716"/>
                    <a:gd name="connsiteX20" fmla="*/ 1417899 w 6858001"/>
                    <a:gd name="connsiteY20" fmla="*/ 88688 h 874716"/>
                    <a:gd name="connsiteX21" fmla="*/ 1436568 w 6858001"/>
                    <a:gd name="connsiteY21" fmla="*/ 73448 h 874716"/>
                    <a:gd name="connsiteX22" fmla="*/ 1490292 w 6858001"/>
                    <a:gd name="connsiteY22" fmla="*/ 35154 h 874716"/>
                    <a:gd name="connsiteX23" fmla="*/ 1596213 w 6858001"/>
                    <a:gd name="connsiteY23" fmla="*/ 1245 h 874716"/>
                    <a:gd name="connsiteX24" fmla="*/ 1624980 w 6858001"/>
                    <a:gd name="connsiteY24" fmla="*/ 3150 h 874716"/>
                    <a:gd name="connsiteX25" fmla="*/ 1697753 w 6858001"/>
                    <a:gd name="connsiteY25" fmla="*/ 59731 h 874716"/>
                    <a:gd name="connsiteX26" fmla="*/ 1733188 w 6858001"/>
                    <a:gd name="connsiteY26" fmla="*/ 82400 h 874716"/>
                    <a:gd name="connsiteX27" fmla="*/ 1833775 w 6858001"/>
                    <a:gd name="connsiteY27" fmla="*/ 124121 h 874716"/>
                    <a:gd name="connsiteX28" fmla="*/ 1842158 w 6858001"/>
                    <a:gd name="connsiteY28" fmla="*/ 131742 h 874716"/>
                    <a:gd name="connsiteX29" fmla="*/ 1916454 w 6858001"/>
                    <a:gd name="connsiteY29" fmla="*/ 222233 h 874716"/>
                    <a:gd name="connsiteX30" fmla="*/ 1933219 w 6858001"/>
                    <a:gd name="connsiteY30" fmla="*/ 237663 h 874716"/>
                    <a:gd name="connsiteX31" fmla="*/ 1953413 w 6858001"/>
                    <a:gd name="connsiteY31" fmla="*/ 261668 h 874716"/>
                    <a:gd name="connsiteX32" fmla="*/ 2016469 w 6858001"/>
                    <a:gd name="connsiteY32" fmla="*/ 308151 h 874716"/>
                    <a:gd name="connsiteX33" fmla="*/ 2094578 w 6858001"/>
                    <a:gd name="connsiteY33" fmla="*/ 323010 h 874716"/>
                    <a:gd name="connsiteX34" fmla="*/ 2188879 w 6858001"/>
                    <a:gd name="connsiteY34" fmla="*/ 345681 h 874716"/>
                    <a:gd name="connsiteX35" fmla="*/ 2228314 w 6858001"/>
                    <a:gd name="connsiteY35" fmla="*/ 360921 h 874716"/>
                    <a:gd name="connsiteX36" fmla="*/ 2334044 w 6858001"/>
                    <a:gd name="connsiteY36" fmla="*/ 389878 h 874716"/>
                    <a:gd name="connsiteX37" fmla="*/ 2409485 w 6858001"/>
                    <a:gd name="connsiteY37" fmla="*/ 414263 h 874716"/>
                    <a:gd name="connsiteX38" fmla="*/ 2518264 w 6858001"/>
                    <a:gd name="connsiteY38" fmla="*/ 428552 h 874716"/>
                    <a:gd name="connsiteX39" fmla="*/ 2571034 w 6858001"/>
                    <a:gd name="connsiteY39" fmla="*/ 429122 h 874716"/>
                    <a:gd name="connsiteX40" fmla="*/ 2668001 w 6858001"/>
                    <a:gd name="connsiteY40" fmla="*/ 502276 h 874716"/>
                    <a:gd name="connsiteX41" fmla="*/ 2745348 w 6858001"/>
                    <a:gd name="connsiteY41" fmla="*/ 550666 h 874716"/>
                    <a:gd name="connsiteX42" fmla="*/ 2826694 w 6858001"/>
                    <a:gd name="connsiteY42" fmla="*/ 527233 h 874716"/>
                    <a:gd name="connsiteX43" fmla="*/ 2848793 w 6858001"/>
                    <a:gd name="connsiteY43" fmla="*/ 505134 h 874716"/>
                    <a:gd name="connsiteX44" fmla="*/ 2982148 w 6858001"/>
                    <a:gd name="connsiteY44" fmla="*/ 484179 h 874716"/>
                    <a:gd name="connsiteX45" fmla="*/ 3172654 w 6858001"/>
                    <a:gd name="connsiteY45" fmla="*/ 483417 h 874716"/>
                    <a:gd name="connsiteX46" fmla="*/ 3489467 w 6858001"/>
                    <a:gd name="connsiteY46" fmla="*/ 435790 h 874716"/>
                    <a:gd name="connsiteX47" fmla="*/ 3544713 w 6858001"/>
                    <a:gd name="connsiteY47" fmla="*/ 413691 h 874716"/>
                    <a:gd name="connsiteX48" fmla="*/ 3606817 w 6858001"/>
                    <a:gd name="connsiteY48" fmla="*/ 408167 h 874716"/>
                    <a:gd name="connsiteX49" fmla="*/ 3630632 w 6858001"/>
                    <a:gd name="connsiteY49" fmla="*/ 421693 h 874716"/>
                    <a:gd name="connsiteX50" fmla="*/ 3734837 w 6858001"/>
                    <a:gd name="connsiteY50" fmla="*/ 441886 h 874716"/>
                    <a:gd name="connsiteX51" fmla="*/ 3754652 w 6858001"/>
                    <a:gd name="connsiteY51" fmla="*/ 442268 h 874716"/>
                    <a:gd name="connsiteX52" fmla="*/ 3822472 w 6858001"/>
                    <a:gd name="connsiteY52" fmla="*/ 433694 h 874716"/>
                    <a:gd name="connsiteX53" fmla="*/ 3885338 w 6858001"/>
                    <a:gd name="connsiteY53" fmla="*/ 428742 h 874716"/>
                    <a:gd name="connsiteX54" fmla="*/ 4043839 w 6858001"/>
                    <a:gd name="connsiteY54" fmla="*/ 444934 h 874716"/>
                    <a:gd name="connsiteX55" fmla="*/ 4165383 w 6858001"/>
                    <a:gd name="connsiteY55" fmla="*/ 441124 h 874716"/>
                    <a:gd name="connsiteX56" fmla="*/ 4221391 w 6858001"/>
                    <a:gd name="connsiteY56" fmla="*/ 444934 h 874716"/>
                    <a:gd name="connsiteX57" fmla="*/ 4253014 w 6858001"/>
                    <a:gd name="connsiteY57" fmla="*/ 450650 h 874716"/>
                    <a:gd name="connsiteX58" fmla="*/ 4324645 w 6858001"/>
                    <a:gd name="connsiteY58" fmla="*/ 490466 h 874716"/>
                    <a:gd name="connsiteX59" fmla="*/ 4363890 w 6858001"/>
                    <a:gd name="connsiteY59" fmla="*/ 499420 h 874716"/>
                    <a:gd name="connsiteX60" fmla="*/ 4482004 w 6858001"/>
                    <a:gd name="connsiteY60" fmla="*/ 498658 h 874716"/>
                    <a:gd name="connsiteX61" fmla="*/ 4659174 w 6858001"/>
                    <a:gd name="connsiteY61" fmla="*/ 438648 h 874716"/>
                    <a:gd name="connsiteX62" fmla="*/ 4677655 w 6858001"/>
                    <a:gd name="connsiteY62" fmla="*/ 430646 h 874716"/>
                    <a:gd name="connsiteX63" fmla="*/ 4767764 w 6858001"/>
                    <a:gd name="connsiteY63" fmla="*/ 420739 h 874716"/>
                    <a:gd name="connsiteX64" fmla="*/ 4828916 w 6858001"/>
                    <a:gd name="connsiteY64" fmla="*/ 434266 h 874716"/>
                    <a:gd name="connsiteX65" fmla="*/ 4912168 w 6858001"/>
                    <a:gd name="connsiteY65" fmla="*/ 462271 h 874716"/>
                    <a:gd name="connsiteX66" fmla="*/ 4987037 w 6858001"/>
                    <a:gd name="connsiteY66" fmla="*/ 485703 h 874716"/>
                    <a:gd name="connsiteX67" fmla="*/ 5041521 w 6858001"/>
                    <a:gd name="connsiteY67" fmla="*/ 512182 h 874716"/>
                    <a:gd name="connsiteX68" fmla="*/ 5166113 w 6858001"/>
                    <a:gd name="connsiteY68" fmla="*/ 531615 h 874716"/>
                    <a:gd name="connsiteX69" fmla="*/ 5179067 w 6858001"/>
                    <a:gd name="connsiteY69" fmla="*/ 534853 h 874716"/>
                    <a:gd name="connsiteX70" fmla="*/ 5272796 w 6858001"/>
                    <a:gd name="connsiteY70" fmla="*/ 511230 h 874716"/>
                    <a:gd name="connsiteX71" fmla="*/ 5385384 w 6858001"/>
                    <a:gd name="connsiteY71" fmla="*/ 487227 h 874716"/>
                    <a:gd name="connsiteX72" fmla="*/ 5425582 w 6858001"/>
                    <a:gd name="connsiteY72" fmla="*/ 495418 h 874716"/>
                    <a:gd name="connsiteX73" fmla="*/ 5480637 w 6858001"/>
                    <a:gd name="connsiteY73" fmla="*/ 507040 h 874716"/>
                    <a:gd name="connsiteX74" fmla="*/ 5531693 w 6858001"/>
                    <a:gd name="connsiteY74" fmla="*/ 500944 h 874716"/>
                    <a:gd name="connsiteX75" fmla="*/ 5562746 w 6858001"/>
                    <a:gd name="connsiteY75" fmla="*/ 500372 h 874716"/>
                    <a:gd name="connsiteX76" fmla="*/ 5704483 w 6858001"/>
                    <a:gd name="connsiteY76" fmla="*/ 571620 h 874716"/>
                    <a:gd name="connsiteX77" fmla="*/ 5740488 w 6858001"/>
                    <a:gd name="connsiteY77" fmla="*/ 577526 h 874716"/>
                    <a:gd name="connsiteX78" fmla="*/ 5760873 w 6858001"/>
                    <a:gd name="connsiteY78" fmla="*/ 586291 h 874716"/>
                    <a:gd name="connsiteX79" fmla="*/ 5883751 w 6858001"/>
                    <a:gd name="connsiteY79" fmla="*/ 674686 h 874716"/>
                    <a:gd name="connsiteX80" fmla="*/ 5935949 w 6858001"/>
                    <a:gd name="connsiteY80" fmla="*/ 692592 h 874716"/>
                    <a:gd name="connsiteX81" fmla="*/ 5993291 w 6858001"/>
                    <a:gd name="connsiteY81" fmla="*/ 688972 h 874716"/>
                    <a:gd name="connsiteX82" fmla="*/ 6026440 w 6858001"/>
                    <a:gd name="connsiteY82" fmla="*/ 682496 h 874716"/>
                    <a:gd name="connsiteX83" fmla="*/ 6108738 w 6858001"/>
                    <a:gd name="connsiteY83" fmla="*/ 626296 h 874716"/>
                    <a:gd name="connsiteX84" fmla="*/ 6155602 w 6858001"/>
                    <a:gd name="connsiteY84" fmla="*/ 628202 h 874716"/>
                    <a:gd name="connsiteX85" fmla="*/ 6228756 w 6858001"/>
                    <a:gd name="connsiteY85" fmla="*/ 666873 h 874716"/>
                    <a:gd name="connsiteX86" fmla="*/ 6361539 w 6858001"/>
                    <a:gd name="connsiteY86" fmla="*/ 684210 h 874716"/>
                    <a:gd name="connsiteX87" fmla="*/ 6428979 w 6858001"/>
                    <a:gd name="connsiteY87" fmla="*/ 630106 h 874716"/>
                    <a:gd name="connsiteX88" fmla="*/ 6463840 w 6858001"/>
                    <a:gd name="connsiteY88" fmla="*/ 578098 h 874716"/>
                    <a:gd name="connsiteX89" fmla="*/ 6564620 w 6858001"/>
                    <a:gd name="connsiteY89" fmla="*/ 517708 h 874716"/>
                    <a:gd name="connsiteX90" fmla="*/ 6588625 w 6858001"/>
                    <a:gd name="connsiteY90" fmla="*/ 540187 h 874716"/>
                    <a:gd name="connsiteX91" fmla="*/ 6662541 w 6858001"/>
                    <a:gd name="connsiteY91" fmla="*/ 549714 h 874716"/>
                    <a:gd name="connsiteX92" fmla="*/ 6742552 w 6858001"/>
                    <a:gd name="connsiteY92" fmla="*/ 548952 h 874716"/>
                    <a:gd name="connsiteX93" fmla="*/ 6812063 w 6858001"/>
                    <a:gd name="connsiteY93" fmla="*/ 568430 h 874716"/>
                    <a:gd name="connsiteX94" fmla="*/ 6858001 w 6858001"/>
                    <a:gd name="connsiteY94" fmla="*/ 562267 h 874716"/>
                    <a:gd name="connsiteX95" fmla="*/ 6858001 w 6858001"/>
                    <a:gd name="connsiteY95" fmla="*/ 734520 h 874716"/>
                    <a:gd name="connsiteX96" fmla="*/ 6815516 w 6858001"/>
                    <a:gd name="connsiteY96" fmla="*/ 744220 h 874716"/>
                    <a:gd name="connsiteX97" fmla="*/ 6748458 w 6858001"/>
                    <a:gd name="connsiteY97" fmla="*/ 763271 h 874716"/>
                    <a:gd name="connsiteX98" fmla="*/ 6584812 w 6858001"/>
                    <a:gd name="connsiteY98" fmla="*/ 784797 h 874716"/>
                    <a:gd name="connsiteX99" fmla="*/ 6415833 w 6858001"/>
                    <a:gd name="connsiteY99" fmla="*/ 805562 h 874716"/>
                    <a:gd name="connsiteX100" fmla="*/ 6323058 w 6858001"/>
                    <a:gd name="connsiteY100" fmla="*/ 812420 h 874716"/>
                    <a:gd name="connsiteX101" fmla="*/ 6242093 w 6858001"/>
                    <a:gd name="connsiteY101" fmla="*/ 823281 h 874716"/>
                    <a:gd name="connsiteX102" fmla="*/ 6171605 w 6858001"/>
                    <a:gd name="connsiteY102" fmla="*/ 830139 h 874716"/>
                    <a:gd name="connsiteX103" fmla="*/ 6059397 w 6858001"/>
                    <a:gd name="connsiteY103" fmla="*/ 844045 h 874716"/>
                    <a:gd name="connsiteX104" fmla="*/ 6012723 w 6858001"/>
                    <a:gd name="connsiteY104" fmla="*/ 847665 h 874716"/>
                    <a:gd name="connsiteX105" fmla="*/ 5902610 w 6858001"/>
                    <a:gd name="connsiteY105" fmla="*/ 847473 h 874716"/>
                    <a:gd name="connsiteX106" fmla="*/ 5864318 w 6858001"/>
                    <a:gd name="connsiteY106" fmla="*/ 845569 h 874716"/>
                    <a:gd name="connsiteX107" fmla="*/ 5790592 w 6858001"/>
                    <a:gd name="connsiteY107" fmla="*/ 821947 h 874716"/>
                    <a:gd name="connsiteX108" fmla="*/ 5781830 w 6858001"/>
                    <a:gd name="connsiteY108" fmla="*/ 820233 h 874716"/>
                    <a:gd name="connsiteX109" fmla="*/ 5733440 w 6858001"/>
                    <a:gd name="connsiteY109" fmla="*/ 810896 h 874716"/>
                    <a:gd name="connsiteX110" fmla="*/ 5706959 w 6858001"/>
                    <a:gd name="connsiteY110" fmla="*/ 807848 h 874716"/>
                    <a:gd name="connsiteX111" fmla="*/ 5606372 w 6858001"/>
                    <a:gd name="connsiteY111" fmla="*/ 788417 h 874716"/>
                    <a:gd name="connsiteX112" fmla="*/ 5548460 w 6858001"/>
                    <a:gd name="connsiteY112" fmla="*/ 779273 h 874716"/>
                    <a:gd name="connsiteX113" fmla="*/ 5501594 w 6858001"/>
                    <a:gd name="connsiteY113" fmla="*/ 780607 h 874716"/>
                    <a:gd name="connsiteX114" fmla="*/ 5419295 w 6858001"/>
                    <a:gd name="connsiteY114" fmla="*/ 782321 h 874716"/>
                    <a:gd name="connsiteX115" fmla="*/ 5393005 w 6858001"/>
                    <a:gd name="connsiteY115" fmla="*/ 786703 h 874716"/>
                    <a:gd name="connsiteX116" fmla="*/ 5274129 w 6858001"/>
                    <a:gd name="connsiteY116" fmla="*/ 774129 h 874716"/>
                    <a:gd name="connsiteX117" fmla="*/ 5206308 w 6858001"/>
                    <a:gd name="connsiteY117" fmla="*/ 773177 h 874716"/>
                    <a:gd name="connsiteX118" fmla="*/ 5129916 w 6858001"/>
                    <a:gd name="connsiteY118" fmla="*/ 757554 h 874716"/>
                    <a:gd name="connsiteX119" fmla="*/ 5107627 w 6858001"/>
                    <a:gd name="connsiteY119" fmla="*/ 758316 h 874716"/>
                    <a:gd name="connsiteX120" fmla="*/ 5082670 w 6858001"/>
                    <a:gd name="connsiteY120" fmla="*/ 759651 h 874716"/>
                    <a:gd name="connsiteX121" fmla="*/ 5006086 w 6858001"/>
                    <a:gd name="connsiteY121" fmla="*/ 760795 h 874716"/>
                    <a:gd name="connsiteX122" fmla="*/ 4959602 w 6858001"/>
                    <a:gd name="connsiteY122" fmla="*/ 766509 h 874716"/>
                    <a:gd name="connsiteX123" fmla="*/ 4871019 w 6858001"/>
                    <a:gd name="connsiteY123" fmla="*/ 763081 h 874716"/>
                    <a:gd name="connsiteX124" fmla="*/ 4838250 w 6858001"/>
                    <a:gd name="connsiteY124" fmla="*/ 768033 h 874716"/>
                    <a:gd name="connsiteX125" fmla="*/ 4755381 w 6858001"/>
                    <a:gd name="connsiteY125" fmla="*/ 768605 h 874716"/>
                    <a:gd name="connsiteX126" fmla="*/ 4681083 w 6858001"/>
                    <a:gd name="connsiteY126" fmla="*/ 765747 h 874716"/>
                    <a:gd name="connsiteX127" fmla="*/ 4609452 w 6858001"/>
                    <a:gd name="connsiteY127" fmla="*/ 767271 h 874716"/>
                    <a:gd name="connsiteX128" fmla="*/ 4558207 w 6858001"/>
                    <a:gd name="connsiteY128" fmla="*/ 773557 h 874716"/>
                    <a:gd name="connsiteX129" fmla="*/ 4502579 w 6858001"/>
                    <a:gd name="connsiteY129" fmla="*/ 777367 h 874716"/>
                    <a:gd name="connsiteX130" fmla="*/ 4349222 w 6858001"/>
                    <a:gd name="connsiteY130" fmla="*/ 800038 h 874716"/>
                    <a:gd name="connsiteX131" fmla="*/ 4320837 w 6858001"/>
                    <a:gd name="connsiteY131" fmla="*/ 794514 h 874716"/>
                    <a:gd name="connsiteX132" fmla="*/ 4159667 w 6858001"/>
                    <a:gd name="connsiteY132" fmla="*/ 789370 h 874716"/>
                    <a:gd name="connsiteX133" fmla="*/ 4124614 w 6858001"/>
                    <a:gd name="connsiteY133" fmla="*/ 789752 h 874716"/>
                    <a:gd name="connsiteX134" fmla="*/ 4030503 w 6858001"/>
                    <a:gd name="connsiteY134" fmla="*/ 767271 h 874716"/>
                    <a:gd name="connsiteX135" fmla="*/ 3885338 w 6858001"/>
                    <a:gd name="connsiteY135" fmla="*/ 802896 h 874716"/>
                    <a:gd name="connsiteX136" fmla="*/ 3749506 w 6858001"/>
                    <a:gd name="connsiteY136" fmla="*/ 847473 h 874716"/>
                    <a:gd name="connsiteX137" fmla="*/ 3732361 w 6858001"/>
                    <a:gd name="connsiteY137" fmla="*/ 853190 h 874716"/>
                    <a:gd name="connsiteX138" fmla="*/ 3683591 w 6858001"/>
                    <a:gd name="connsiteY138" fmla="*/ 862906 h 874716"/>
                    <a:gd name="connsiteX139" fmla="*/ 3623201 w 6858001"/>
                    <a:gd name="connsiteY139" fmla="*/ 866334 h 874716"/>
                    <a:gd name="connsiteX140" fmla="*/ 3546617 w 6858001"/>
                    <a:gd name="connsiteY140" fmla="*/ 874716 h 874716"/>
                    <a:gd name="connsiteX141" fmla="*/ 3485275 w 6858001"/>
                    <a:gd name="connsiteY141" fmla="*/ 864238 h 874716"/>
                    <a:gd name="connsiteX142" fmla="*/ 3399546 w 6858001"/>
                    <a:gd name="connsiteY142" fmla="*/ 848618 h 874716"/>
                    <a:gd name="connsiteX143" fmla="*/ 3318771 w 6858001"/>
                    <a:gd name="connsiteY143" fmla="*/ 833757 h 874716"/>
                    <a:gd name="connsiteX144" fmla="*/ 3293244 w 6858001"/>
                    <a:gd name="connsiteY144" fmla="*/ 851284 h 874716"/>
                    <a:gd name="connsiteX145" fmla="*/ 3253809 w 6858001"/>
                    <a:gd name="connsiteY145" fmla="*/ 866524 h 874716"/>
                    <a:gd name="connsiteX146" fmla="*/ 3209993 w 6858001"/>
                    <a:gd name="connsiteY146" fmla="*/ 848235 h 874716"/>
                    <a:gd name="connsiteX147" fmla="*/ 3107500 w 6858001"/>
                    <a:gd name="connsiteY147" fmla="*/ 810326 h 874716"/>
                    <a:gd name="connsiteX148" fmla="*/ 3042728 w 6858001"/>
                    <a:gd name="connsiteY148" fmla="*/ 808610 h 874716"/>
                    <a:gd name="connsiteX149" fmla="*/ 2901943 w 6858001"/>
                    <a:gd name="connsiteY149" fmla="*/ 792418 h 874716"/>
                    <a:gd name="connsiteX150" fmla="*/ 2809930 w 6858001"/>
                    <a:gd name="connsiteY150" fmla="*/ 769367 h 874716"/>
                    <a:gd name="connsiteX151" fmla="*/ 2743826 w 6858001"/>
                    <a:gd name="connsiteY151" fmla="*/ 743268 h 874716"/>
                    <a:gd name="connsiteX152" fmla="*/ 2649143 w 6858001"/>
                    <a:gd name="connsiteY152" fmla="*/ 709167 h 874716"/>
                    <a:gd name="connsiteX153" fmla="*/ 2554079 w 6858001"/>
                    <a:gd name="connsiteY153" fmla="*/ 691450 h 874716"/>
                    <a:gd name="connsiteX154" fmla="*/ 2485307 w 6858001"/>
                    <a:gd name="connsiteY154" fmla="*/ 669160 h 874716"/>
                    <a:gd name="connsiteX155" fmla="*/ 2401292 w 6858001"/>
                    <a:gd name="connsiteY155" fmla="*/ 653919 h 874716"/>
                    <a:gd name="connsiteX156" fmla="*/ 2330806 w 6858001"/>
                    <a:gd name="connsiteY156" fmla="*/ 653349 h 874716"/>
                    <a:gd name="connsiteX157" fmla="*/ 2220312 w 6858001"/>
                    <a:gd name="connsiteY157" fmla="*/ 656015 h 874716"/>
                    <a:gd name="connsiteX158" fmla="*/ 2085054 w 6858001"/>
                    <a:gd name="connsiteY158" fmla="*/ 609914 h 874716"/>
                    <a:gd name="connsiteX159" fmla="*/ 2030378 w 6858001"/>
                    <a:gd name="connsiteY159" fmla="*/ 599625 h 874716"/>
                    <a:gd name="connsiteX160" fmla="*/ 1978940 w 6858001"/>
                    <a:gd name="connsiteY160" fmla="*/ 594863 h 874716"/>
                    <a:gd name="connsiteX161" fmla="*/ 1869780 w 6858001"/>
                    <a:gd name="connsiteY161" fmla="*/ 564192 h 874716"/>
                    <a:gd name="connsiteX162" fmla="*/ 1825393 w 6858001"/>
                    <a:gd name="connsiteY162" fmla="*/ 554094 h 874716"/>
                    <a:gd name="connsiteX163" fmla="*/ 1763287 w 6858001"/>
                    <a:gd name="connsiteY163" fmla="*/ 554286 h 874716"/>
                    <a:gd name="connsiteX164" fmla="*/ 1650317 w 6858001"/>
                    <a:gd name="connsiteY164" fmla="*/ 540187 h 874716"/>
                    <a:gd name="connsiteX165" fmla="*/ 1537537 w 6858001"/>
                    <a:gd name="connsiteY165" fmla="*/ 499038 h 874716"/>
                    <a:gd name="connsiteX166" fmla="*/ 1489720 w 6858001"/>
                    <a:gd name="connsiteY166" fmla="*/ 503038 h 874716"/>
                    <a:gd name="connsiteX167" fmla="*/ 1472575 w 6858001"/>
                    <a:gd name="connsiteY167" fmla="*/ 502086 h 874716"/>
                    <a:gd name="connsiteX168" fmla="*/ 1318456 w 6858001"/>
                    <a:gd name="connsiteY168" fmla="*/ 479415 h 874716"/>
                    <a:gd name="connsiteX169" fmla="*/ 1303024 w 6858001"/>
                    <a:gd name="connsiteY169" fmla="*/ 476939 h 874716"/>
                    <a:gd name="connsiteX170" fmla="*/ 1230633 w 6858001"/>
                    <a:gd name="connsiteY170" fmla="*/ 456746 h 874716"/>
                    <a:gd name="connsiteX171" fmla="*/ 1048125 w 6858001"/>
                    <a:gd name="connsiteY171" fmla="*/ 444172 h 874716"/>
                    <a:gd name="connsiteX172" fmla="*/ 1036887 w 6858001"/>
                    <a:gd name="connsiteY172" fmla="*/ 442648 h 874716"/>
                    <a:gd name="connsiteX173" fmla="*/ 975733 w 6858001"/>
                    <a:gd name="connsiteY173" fmla="*/ 452744 h 874716"/>
                    <a:gd name="connsiteX174" fmla="*/ 945444 w 6858001"/>
                    <a:gd name="connsiteY174" fmla="*/ 467033 h 874716"/>
                    <a:gd name="connsiteX175" fmla="*/ 898198 w 6858001"/>
                    <a:gd name="connsiteY175" fmla="*/ 481893 h 874716"/>
                    <a:gd name="connsiteX176" fmla="*/ 850189 w 6858001"/>
                    <a:gd name="connsiteY176" fmla="*/ 487417 h 874716"/>
                    <a:gd name="connsiteX177" fmla="*/ 769605 w 6858001"/>
                    <a:gd name="connsiteY177" fmla="*/ 464937 h 874716"/>
                    <a:gd name="connsiteX178" fmla="*/ 740268 w 6858001"/>
                    <a:gd name="connsiteY178" fmla="*/ 462651 h 874716"/>
                    <a:gd name="connsiteX179" fmla="*/ 674923 w 6858001"/>
                    <a:gd name="connsiteY179" fmla="*/ 451792 h 874716"/>
                    <a:gd name="connsiteX180" fmla="*/ 617772 w 6858001"/>
                    <a:gd name="connsiteY180" fmla="*/ 452554 h 874716"/>
                    <a:gd name="connsiteX181" fmla="*/ 571860 w 6858001"/>
                    <a:gd name="connsiteY181" fmla="*/ 469891 h 874716"/>
                    <a:gd name="connsiteX182" fmla="*/ 505182 w 6858001"/>
                    <a:gd name="connsiteY182" fmla="*/ 473319 h 874716"/>
                    <a:gd name="connsiteX183" fmla="*/ 462126 w 6858001"/>
                    <a:gd name="connsiteY183" fmla="*/ 460747 h 874716"/>
                    <a:gd name="connsiteX184" fmla="*/ 453364 w 6858001"/>
                    <a:gd name="connsiteY184" fmla="*/ 459033 h 874716"/>
                    <a:gd name="connsiteX185" fmla="*/ 340774 w 6858001"/>
                    <a:gd name="connsiteY185" fmla="*/ 458268 h 874716"/>
                    <a:gd name="connsiteX186" fmla="*/ 200182 w 6858001"/>
                    <a:gd name="connsiteY186" fmla="*/ 496180 h 874716"/>
                    <a:gd name="connsiteX187" fmla="*/ 176939 w 6858001"/>
                    <a:gd name="connsiteY187" fmla="*/ 504182 h 874716"/>
                    <a:gd name="connsiteX188" fmla="*/ 63587 w 6858001"/>
                    <a:gd name="connsiteY188" fmla="*/ 518088 h 874716"/>
                    <a:gd name="connsiteX189" fmla="*/ 2817 w 6858001"/>
                    <a:gd name="connsiteY189" fmla="*/ 532187 h 874716"/>
                    <a:gd name="connsiteX190" fmla="*/ 0 w 6858001"/>
                    <a:gd name="connsiteY190" fmla="*/ 533314 h 87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6858001" h="874716">
                      <a:moveTo>
                        <a:pt x="0" y="533314"/>
                      </a:moveTo>
                      <a:lnTo>
                        <a:pt x="0" y="69206"/>
                      </a:lnTo>
                      <a:lnTo>
                        <a:pt x="21486" y="71924"/>
                      </a:lnTo>
                      <a:cubicBezTo>
                        <a:pt x="92546" y="60493"/>
                        <a:pt x="159604" y="87354"/>
                        <a:pt x="228948" y="88116"/>
                      </a:cubicBezTo>
                      <a:cubicBezTo>
                        <a:pt x="260382" y="88496"/>
                        <a:pt x="291435" y="94592"/>
                        <a:pt x="313533" y="62779"/>
                      </a:cubicBezTo>
                      <a:cubicBezTo>
                        <a:pt x="316389" y="58587"/>
                        <a:pt x="330298" y="60873"/>
                        <a:pt x="338870" y="62207"/>
                      </a:cubicBezTo>
                      <a:cubicBezTo>
                        <a:pt x="357921" y="65066"/>
                        <a:pt x="376781" y="72304"/>
                        <a:pt x="395640" y="72114"/>
                      </a:cubicBezTo>
                      <a:cubicBezTo>
                        <a:pt x="434695" y="71924"/>
                        <a:pt x="473939" y="68876"/>
                        <a:pt x="512802" y="65446"/>
                      </a:cubicBezTo>
                      <a:cubicBezTo>
                        <a:pt x="527470" y="64112"/>
                        <a:pt x="541569" y="58969"/>
                        <a:pt x="556047" y="55349"/>
                      </a:cubicBezTo>
                      <a:cubicBezTo>
                        <a:pt x="564048" y="53253"/>
                        <a:pt x="572622" y="47729"/>
                        <a:pt x="580050" y="48871"/>
                      </a:cubicBezTo>
                      <a:cubicBezTo>
                        <a:pt x="623106" y="55539"/>
                        <a:pt x="662541" y="39157"/>
                        <a:pt x="703308" y="30964"/>
                      </a:cubicBezTo>
                      <a:cubicBezTo>
                        <a:pt x="722169" y="27154"/>
                        <a:pt x="739886" y="18010"/>
                        <a:pt x="758174" y="11724"/>
                      </a:cubicBezTo>
                      <a:cubicBezTo>
                        <a:pt x="762936" y="10008"/>
                        <a:pt x="768271" y="8484"/>
                        <a:pt x="773035" y="8866"/>
                      </a:cubicBezTo>
                      <a:cubicBezTo>
                        <a:pt x="800276" y="11152"/>
                        <a:pt x="827329" y="14390"/>
                        <a:pt x="854379" y="16866"/>
                      </a:cubicBezTo>
                      <a:cubicBezTo>
                        <a:pt x="878956" y="19152"/>
                        <a:pt x="903722" y="19914"/>
                        <a:pt x="915343" y="47919"/>
                      </a:cubicBezTo>
                      <a:cubicBezTo>
                        <a:pt x="917059" y="52301"/>
                        <a:pt x="922773" y="55539"/>
                        <a:pt x="927155" y="58397"/>
                      </a:cubicBezTo>
                      <a:cubicBezTo>
                        <a:pt x="994785" y="102405"/>
                        <a:pt x="1030980" y="101261"/>
                        <a:pt x="1097087" y="54777"/>
                      </a:cubicBezTo>
                      <a:cubicBezTo>
                        <a:pt x="1103945" y="50015"/>
                        <a:pt x="1118613" y="46585"/>
                        <a:pt x="1123185" y="50395"/>
                      </a:cubicBezTo>
                      <a:cubicBezTo>
                        <a:pt x="1162049" y="82020"/>
                        <a:pt x="1204532" y="78590"/>
                        <a:pt x="1249302" y="68684"/>
                      </a:cubicBezTo>
                      <a:cubicBezTo>
                        <a:pt x="1260922" y="66018"/>
                        <a:pt x="1277307" y="66018"/>
                        <a:pt x="1286069" y="72304"/>
                      </a:cubicBezTo>
                      <a:cubicBezTo>
                        <a:pt x="1327790" y="101451"/>
                        <a:pt x="1372560" y="97261"/>
                        <a:pt x="1417899" y="88688"/>
                      </a:cubicBezTo>
                      <a:cubicBezTo>
                        <a:pt x="1424948" y="87354"/>
                        <a:pt x="1433522" y="80114"/>
                        <a:pt x="1436568" y="73448"/>
                      </a:cubicBezTo>
                      <a:cubicBezTo>
                        <a:pt x="1447428" y="49825"/>
                        <a:pt x="1467813" y="41823"/>
                        <a:pt x="1490292" y="35154"/>
                      </a:cubicBezTo>
                      <a:cubicBezTo>
                        <a:pt x="1525727" y="24296"/>
                        <a:pt x="1560588" y="11532"/>
                        <a:pt x="1596213" y="1245"/>
                      </a:cubicBezTo>
                      <a:cubicBezTo>
                        <a:pt x="1604978" y="-1231"/>
                        <a:pt x="1615836" y="293"/>
                        <a:pt x="1624980" y="3150"/>
                      </a:cubicBezTo>
                      <a:cubicBezTo>
                        <a:pt x="1656223" y="12866"/>
                        <a:pt x="1676036" y="37251"/>
                        <a:pt x="1697753" y="59731"/>
                      </a:cubicBezTo>
                      <a:cubicBezTo>
                        <a:pt x="1707279" y="69638"/>
                        <a:pt x="1720423" y="76686"/>
                        <a:pt x="1733188" y="82400"/>
                      </a:cubicBezTo>
                      <a:cubicBezTo>
                        <a:pt x="1766335" y="97071"/>
                        <a:pt x="1800246" y="110215"/>
                        <a:pt x="1833775" y="124121"/>
                      </a:cubicBezTo>
                      <a:cubicBezTo>
                        <a:pt x="1837013" y="125455"/>
                        <a:pt x="1839679" y="128884"/>
                        <a:pt x="1842158" y="131742"/>
                      </a:cubicBezTo>
                      <a:cubicBezTo>
                        <a:pt x="1866922" y="161843"/>
                        <a:pt x="1891497" y="192132"/>
                        <a:pt x="1916454" y="222233"/>
                      </a:cubicBezTo>
                      <a:cubicBezTo>
                        <a:pt x="1921216" y="227947"/>
                        <a:pt x="1928076" y="232139"/>
                        <a:pt x="1933219" y="237663"/>
                      </a:cubicBezTo>
                      <a:cubicBezTo>
                        <a:pt x="1940459" y="245283"/>
                        <a:pt x="1949603" y="252524"/>
                        <a:pt x="1953413" y="261668"/>
                      </a:cubicBezTo>
                      <a:cubicBezTo>
                        <a:pt x="1965224" y="290433"/>
                        <a:pt x="1987894" y="302817"/>
                        <a:pt x="2016469" y="308151"/>
                      </a:cubicBezTo>
                      <a:cubicBezTo>
                        <a:pt x="2042570" y="313104"/>
                        <a:pt x="2068669" y="317296"/>
                        <a:pt x="2094578" y="323010"/>
                      </a:cubicBezTo>
                      <a:cubicBezTo>
                        <a:pt x="2126201" y="329868"/>
                        <a:pt x="2157636" y="337298"/>
                        <a:pt x="2188879" y="345681"/>
                      </a:cubicBezTo>
                      <a:cubicBezTo>
                        <a:pt x="2202404" y="349301"/>
                        <a:pt x="2216692" y="353491"/>
                        <a:pt x="2228314" y="360921"/>
                      </a:cubicBezTo>
                      <a:cubicBezTo>
                        <a:pt x="2260890" y="381496"/>
                        <a:pt x="2295753" y="395402"/>
                        <a:pt x="2334044" y="389878"/>
                      </a:cubicBezTo>
                      <a:cubicBezTo>
                        <a:pt x="2364715" y="385496"/>
                        <a:pt x="2390434" y="396736"/>
                        <a:pt x="2409485" y="414263"/>
                      </a:cubicBezTo>
                      <a:cubicBezTo>
                        <a:pt x="2444158" y="446078"/>
                        <a:pt x="2481305" y="438838"/>
                        <a:pt x="2518264" y="428552"/>
                      </a:cubicBezTo>
                      <a:cubicBezTo>
                        <a:pt x="2537315" y="423217"/>
                        <a:pt x="2552935" y="423979"/>
                        <a:pt x="2571034" y="429122"/>
                      </a:cubicBezTo>
                      <a:cubicBezTo>
                        <a:pt x="2612945" y="441124"/>
                        <a:pt x="2640950" y="473701"/>
                        <a:pt x="2668001" y="502276"/>
                      </a:cubicBezTo>
                      <a:cubicBezTo>
                        <a:pt x="2691054" y="526661"/>
                        <a:pt x="2716963" y="540377"/>
                        <a:pt x="2745348" y="550666"/>
                      </a:cubicBezTo>
                      <a:cubicBezTo>
                        <a:pt x="2781163" y="563810"/>
                        <a:pt x="2809548" y="558858"/>
                        <a:pt x="2826694" y="527233"/>
                      </a:cubicBezTo>
                      <a:cubicBezTo>
                        <a:pt x="2831457" y="518278"/>
                        <a:pt x="2839839" y="507800"/>
                        <a:pt x="2848793" y="505134"/>
                      </a:cubicBezTo>
                      <a:cubicBezTo>
                        <a:pt x="2892037" y="491800"/>
                        <a:pt x="2935854" y="472367"/>
                        <a:pt x="2982148" y="484179"/>
                      </a:cubicBezTo>
                      <a:cubicBezTo>
                        <a:pt x="3046158" y="500372"/>
                        <a:pt x="3108644" y="499420"/>
                        <a:pt x="3172654" y="483417"/>
                      </a:cubicBezTo>
                      <a:cubicBezTo>
                        <a:pt x="3276480" y="457508"/>
                        <a:pt x="3380305" y="430076"/>
                        <a:pt x="3489467" y="435790"/>
                      </a:cubicBezTo>
                      <a:cubicBezTo>
                        <a:pt x="3507563" y="436742"/>
                        <a:pt x="3529090" y="425121"/>
                        <a:pt x="3544713" y="413691"/>
                      </a:cubicBezTo>
                      <a:cubicBezTo>
                        <a:pt x="3574622" y="391974"/>
                        <a:pt x="3573288" y="390258"/>
                        <a:pt x="3606817" y="408167"/>
                      </a:cubicBezTo>
                      <a:cubicBezTo>
                        <a:pt x="3614819" y="412549"/>
                        <a:pt x="3624725" y="415215"/>
                        <a:pt x="3630632" y="421693"/>
                      </a:cubicBezTo>
                      <a:cubicBezTo>
                        <a:pt x="3660731" y="454650"/>
                        <a:pt x="3697880" y="446648"/>
                        <a:pt x="3734837" y="441886"/>
                      </a:cubicBezTo>
                      <a:cubicBezTo>
                        <a:pt x="3741315" y="440934"/>
                        <a:pt x="3749125" y="439600"/>
                        <a:pt x="3754652" y="442268"/>
                      </a:cubicBezTo>
                      <a:cubicBezTo>
                        <a:pt x="3779607" y="454268"/>
                        <a:pt x="3800753" y="450078"/>
                        <a:pt x="3822472" y="433694"/>
                      </a:cubicBezTo>
                      <a:cubicBezTo>
                        <a:pt x="3841331" y="419597"/>
                        <a:pt x="3863049" y="411215"/>
                        <a:pt x="3885338" y="428742"/>
                      </a:cubicBezTo>
                      <a:cubicBezTo>
                        <a:pt x="3934870" y="467605"/>
                        <a:pt x="3987829" y="469509"/>
                        <a:pt x="4043839" y="444934"/>
                      </a:cubicBezTo>
                      <a:cubicBezTo>
                        <a:pt x="4083845" y="427407"/>
                        <a:pt x="4123280" y="423407"/>
                        <a:pt x="4165383" y="441124"/>
                      </a:cubicBezTo>
                      <a:cubicBezTo>
                        <a:pt x="4181576" y="447982"/>
                        <a:pt x="4202531" y="443410"/>
                        <a:pt x="4221391" y="444934"/>
                      </a:cubicBezTo>
                      <a:cubicBezTo>
                        <a:pt x="4232060" y="445696"/>
                        <a:pt x="4243872" y="445886"/>
                        <a:pt x="4253014" y="450650"/>
                      </a:cubicBezTo>
                      <a:cubicBezTo>
                        <a:pt x="4277401" y="462843"/>
                        <a:pt x="4300070" y="478463"/>
                        <a:pt x="4324645" y="490466"/>
                      </a:cubicBezTo>
                      <a:cubicBezTo>
                        <a:pt x="4336457" y="496180"/>
                        <a:pt x="4350554" y="499228"/>
                        <a:pt x="4363890" y="499420"/>
                      </a:cubicBezTo>
                      <a:cubicBezTo>
                        <a:pt x="4403325" y="500372"/>
                        <a:pt x="4442761" y="500372"/>
                        <a:pt x="4482004" y="498658"/>
                      </a:cubicBezTo>
                      <a:cubicBezTo>
                        <a:pt x="4546776" y="495990"/>
                        <a:pt x="4612500" y="495418"/>
                        <a:pt x="4659174" y="438648"/>
                      </a:cubicBezTo>
                      <a:cubicBezTo>
                        <a:pt x="4662986" y="434076"/>
                        <a:pt x="4671176" y="431408"/>
                        <a:pt x="4677655" y="430646"/>
                      </a:cubicBezTo>
                      <a:cubicBezTo>
                        <a:pt x="4707564" y="427027"/>
                        <a:pt x="4738235" y="426645"/>
                        <a:pt x="4767764" y="420739"/>
                      </a:cubicBezTo>
                      <a:cubicBezTo>
                        <a:pt x="4791386" y="415977"/>
                        <a:pt x="4811009" y="417501"/>
                        <a:pt x="4828916" y="434266"/>
                      </a:cubicBezTo>
                      <a:cubicBezTo>
                        <a:pt x="4852348" y="456364"/>
                        <a:pt x="4880925" y="469319"/>
                        <a:pt x="4912168" y="462271"/>
                      </a:cubicBezTo>
                      <a:cubicBezTo>
                        <a:pt x="4943409" y="455412"/>
                        <a:pt x="4963984" y="470271"/>
                        <a:pt x="4987037" y="485703"/>
                      </a:cubicBezTo>
                      <a:cubicBezTo>
                        <a:pt x="5003801" y="496942"/>
                        <a:pt x="5022852" y="511040"/>
                        <a:pt x="5041521" y="512182"/>
                      </a:cubicBezTo>
                      <a:cubicBezTo>
                        <a:pt x="5083814" y="514658"/>
                        <a:pt x="5120201" y="553904"/>
                        <a:pt x="5166113" y="531615"/>
                      </a:cubicBezTo>
                      <a:cubicBezTo>
                        <a:pt x="5169161" y="530091"/>
                        <a:pt x="5174685" y="533901"/>
                        <a:pt x="5179067" y="534853"/>
                      </a:cubicBezTo>
                      <a:cubicBezTo>
                        <a:pt x="5214121" y="542093"/>
                        <a:pt x="5247078" y="535043"/>
                        <a:pt x="5272796" y="511230"/>
                      </a:cubicBezTo>
                      <a:cubicBezTo>
                        <a:pt x="5306516" y="480177"/>
                        <a:pt x="5343855" y="477129"/>
                        <a:pt x="5385384" y="487227"/>
                      </a:cubicBezTo>
                      <a:cubicBezTo>
                        <a:pt x="5398721" y="490466"/>
                        <a:pt x="5412057" y="492752"/>
                        <a:pt x="5425582" y="495418"/>
                      </a:cubicBezTo>
                      <a:cubicBezTo>
                        <a:pt x="5443870" y="499228"/>
                        <a:pt x="5462351" y="503230"/>
                        <a:pt x="5480637" y="507040"/>
                      </a:cubicBezTo>
                      <a:cubicBezTo>
                        <a:pt x="5498356" y="510850"/>
                        <a:pt x="5517979" y="517326"/>
                        <a:pt x="5531693" y="500944"/>
                      </a:cubicBezTo>
                      <a:cubicBezTo>
                        <a:pt x="5543506" y="486845"/>
                        <a:pt x="5551888" y="488179"/>
                        <a:pt x="5562746" y="500372"/>
                      </a:cubicBezTo>
                      <a:cubicBezTo>
                        <a:pt x="5600467" y="543045"/>
                        <a:pt x="5646189" y="569716"/>
                        <a:pt x="5704483" y="571620"/>
                      </a:cubicBezTo>
                      <a:cubicBezTo>
                        <a:pt x="5716485" y="572002"/>
                        <a:pt x="5728678" y="574668"/>
                        <a:pt x="5740488" y="577526"/>
                      </a:cubicBezTo>
                      <a:cubicBezTo>
                        <a:pt x="5747728" y="579241"/>
                        <a:pt x="5756493" y="581147"/>
                        <a:pt x="5760873" y="586291"/>
                      </a:cubicBezTo>
                      <a:cubicBezTo>
                        <a:pt x="5794974" y="625534"/>
                        <a:pt x="5837457" y="652777"/>
                        <a:pt x="5883751" y="674686"/>
                      </a:cubicBezTo>
                      <a:cubicBezTo>
                        <a:pt x="5900323" y="682496"/>
                        <a:pt x="5918042" y="690306"/>
                        <a:pt x="5935949" y="692592"/>
                      </a:cubicBezTo>
                      <a:cubicBezTo>
                        <a:pt x="5954617" y="694878"/>
                        <a:pt x="5974240" y="691068"/>
                        <a:pt x="5993291" y="688972"/>
                      </a:cubicBezTo>
                      <a:cubicBezTo>
                        <a:pt x="6004531" y="687830"/>
                        <a:pt x="6017485" y="688020"/>
                        <a:pt x="6026440" y="682496"/>
                      </a:cubicBezTo>
                      <a:cubicBezTo>
                        <a:pt x="6054825" y="665159"/>
                        <a:pt x="6082258" y="646491"/>
                        <a:pt x="6108738" y="626296"/>
                      </a:cubicBezTo>
                      <a:cubicBezTo>
                        <a:pt x="6131409" y="608960"/>
                        <a:pt x="6135981" y="606483"/>
                        <a:pt x="6155602" y="628202"/>
                      </a:cubicBezTo>
                      <a:cubicBezTo>
                        <a:pt x="6175797" y="650491"/>
                        <a:pt x="6200944" y="662111"/>
                        <a:pt x="6228756" y="666873"/>
                      </a:cubicBezTo>
                      <a:cubicBezTo>
                        <a:pt x="6272764" y="674304"/>
                        <a:pt x="6317151" y="680590"/>
                        <a:pt x="6361539" y="684210"/>
                      </a:cubicBezTo>
                      <a:cubicBezTo>
                        <a:pt x="6401736" y="687448"/>
                        <a:pt x="6420977" y="669922"/>
                        <a:pt x="6428979" y="630106"/>
                      </a:cubicBezTo>
                      <a:cubicBezTo>
                        <a:pt x="6433551" y="608007"/>
                        <a:pt x="6439458" y="584003"/>
                        <a:pt x="6463840" y="578098"/>
                      </a:cubicBezTo>
                      <a:cubicBezTo>
                        <a:pt x="6503658" y="568572"/>
                        <a:pt x="6544997" y="564382"/>
                        <a:pt x="6564620" y="517708"/>
                      </a:cubicBezTo>
                      <a:cubicBezTo>
                        <a:pt x="6575478" y="527995"/>
                        <a:pt x="6582146" y="534091"/>
                        <a:pt x="6588625" y="540187"/>
                      </a:cubicBezTo>
                      <a:cubicBezTo>
                        <a:pt x="6606531" y="557142"/>
                        <a:pt x="6643678" y="564382"/>
                        <a:pt x="6662541" y="549714"/>
                      </a:cubicBezTo>
                      <a:cubicBezTo>
                        <a:pt x="6690354" y="528377"/>
                        <a:pt x="6715883" y="532377"/>
                        <a:pt x="6742552" y="548952"/>
                      </a:cubicBezTo>
                      <a:cubicBezTo>
                        <a:pt x="6764841" y="562668"/>
                        <a:pt x="6788417" y="567954"/>
                        <a:pt x="6812063" y="568430"/>
                      </a:cubicBezTo>
                      <a:lnTo>
                        <a:pt x="6858001" y="562267"/>
                      </a:lnTo>
                      <a:lnTo>
                        <a:pt x="6858001" y="734520"/>
                      </a:lnTo>
                      <a:lnTo>
                        <a:pt x="6815516" y="744220"/>
                      </a:lnTo>
                      <a:cubicBezTo>
                        <a:pt x="6793035" y="749744"/>
                        <a:pt x="6771319" y="759651"/>
                        <a:pt x="6748458" y="763271"/>
                      </a:cubicBezTo>
                      <a:cubicBezTo>
                        <a:pt x="6694164" y="771843"/>
                        <a:pt x="6639488" y="777939"/>
                        <a:pt x="6584812" y="784797"/>
                      </a:cubicBezTo>
                      <a:cubicBezTo>
                        <a:pt x="6528424" y="791846"/>
                        <a:pt x="6472225" y="799276"/>
                        <a:pt x="6415833" y="805562"/>
                      </a:cubicBezTo>
                      <a:cubicBezTo>
                        <a:pt x="6384972" y="808802"/>
                        <a:pt x="6353919" y="809372"/>
                        <a:pt x="6323058" y="812420"/>
                      </a:cubicBezTo>
                      <a:cubicBezTo>
                        <a:pt x="6296005" y="815088"/>
                        <a:pt x="6269144" y="820041"/>
                        <a:pt x="6242093" y="823281"/>
                      </a:cubicBezTo>
                      <a:cubicBezTo>
                        <a:pt x="6218660" y="825947"/>
                        <a:pt x="6195037" y="827471"/>
                        <a:pt x="6171605" y="830139"/>
                      </a:cubicBezTo>
                      <a:cubicBezTo>
                        <a:pt x="6134075" y="834519"/>
                        <a:pt x="6096736" y="839473"/>
                        <a:pt x="6059397" y="844045"/>
                      </a:cubicBezTo>
                      <a:cubicBezTo>
                        <a:pt x="6043776" y="845759"/>
                        <a:pt x="6027392" y="850522"/>
                        <a:pt x="6012723" y="847665"/>
                      </a:cubicBezTo>
                      <a:cubicBezTo>
                        <a:pt x="5975764" y="840425"/>
                        <a:pt x="5939377" y="842521"/>
                        <a:pt x="5902610" y="847473"/>
                      </a:cubicBezTo>
                      <a:cubicBezTo>
                        <a:pt x="5890037" y="849190"/>
                        <a:pt x="5876511" y="848808"/>
                        <a:pt x="5864318" y="845569"/>
                      </a:cubicBezTo>
                      <a:cubicBezTo>
                        <a:pt x="5839361" y="839091"/>
                        <a:pt x="5815169" y="829947"/>
                        <a:pt x="5790592" y="821947"/>
                      </a:cubicBezTo>
                      <a:cubicBezTo>
                        <a:pt x="5787924" y="820995"/>
                        <a:pt x="5784686" y="820803"/>
                        <a:pt x="5781830" y="820233"/>
                      </a:cubicBezTo>
                      <a:cubicBezTo>
                        <a:pt x="5765635" y="816992"/>
                        <a:pt x="5749634" y="813754"/>
                        <a:pt x="5733440" y="810896"/>
                      </a:cubicBezTo>
                      <a:cubicBezTo>
                        <a:pt x="5724678" y="809372"/>
                        <a:pt x="5715723" y="809182"/>
                        <a:pt x="5706959" y="807848"/>
                      </a:cubicBezTo>
                      <a:cubicBezTo>
                        <a:pt x="5673050" y="802514"/>
                        <a:pt x="5635711" y="811468"/>
                        <a:pt x="5606372" y="788417"/>
                      </a:cubicBezTo>
                      <a:cubicBezTo>
                        <a:pt x="5587321" y="773557"/>
                        <a:pt x="5568842" y="776987"/>
                        <a:pt x="5548460" y="779273"/>
                      </a:cubicBezTo>
                      <a:cubicBezTo>
                        <a:pt x="5533027" y="780987"/>
                        <a:pt x="5517215" y="780415"/>
                        <a:pt x="5501594" y="780607"/>
                      </a:cubicBezTo>
                      <a:cubicBezTo>
                        <a:pt x="5474161" y="781177"/>
                        <a:pt x="5446728" y="781369"/>
                        <a:pt x="5419295" y="782321"/>
                      </a:cubicBezTo>
                      <a:cubicBezTo>
                        <a:pt x="5410531" y="782701"/>
                        <a:pt x="5401579" y="787465"/>
                        <a:pt x="5393005" y="786703"/>
                      </a:cubicBezTo>
                      <a:cubicBezTo>
                        <a:pt x="5353379" y="783083"/>
                        <a:pt x="5313754" y="777367"/>
                        <a:pt x="5274129" y="774129"/>
                      </a:cubicBezTo>
                      <a:cubicBezTo>
                        <a:pt x="5251650" y="772225"/>
                        <a:pt x="5228597" y="775843"/>
                        <a:pt x="5206308" y="773177"/>
                      </a:cubicBezTo>
                      <a:cubicBezTo>
                        <a:pt x="5180591" y="770129"/>
                        <a:pt x="5155445" y="762319"/>
                        <a:pt x="5129916" y="757554"/>
                      </a:cubicBezTo>
                      <a:cubicBezTo>
                        <a:pt x="5122867" y="756222"/>
                        <a:pt x="5115057" y="757936"/>
                        <a:pt x="5107627" y="758316"/>
                      </a:cubicBezTo>
                      <a:cubicBezTo>
                        <a:pt x="5099245" y="758699"/>
                        <a:pt x="5091052" y="759461"/>
                        <a:pt x="5082670" y="759651"/>
                      </a:cubicBezTo>
                      <a:cubicBezTo>
                        <a:pt x="5057141" y="760033"/>
                        <a:pt x="5031614" y="759461"/>
                        <a:pt x="5006086" y="760795"/>
                      </a:cubicBezTo>
                      <a:cubicBezTo>
                        <a:pt x="4990465" y="761557"/>
                        <a:pt x="4974082" y="769367"/>
                        <a:pt x="4959602" y="766509"/>
                      </a:cubicBezTo>
                      <a:cubicBezTo>
                        <a:pt x="4930075" y="760985"/>
                        <a:pt x="4900546" y="773367"/>
                        <a:pt x="4871019" y="763081"/>
                      </a:cubicBezTo>
                      <a:cubicBezTo>
                        <a:pt x="4861873" y="760033"/>
                        <a:pt x="4849300" y="767653"/>
                        <a:pt x="4838250" y="768033"/>
                      </a:cubicBezTo>
                      <a:cubicBezTo>
                        <a:pt x="4810627" y="768985"/>
                        <a:pt x="4783004" y="768795"/>
                        <a:pt x="4755381" y="768605"/>
                      </a:cubicBezTo>
                      <a:cubicBezTo>
                        <a:pt x="4730614" y="768415"/>
                        <a:pt x="4704895" y="771081"/>
                        <a:pt x="4681083" y="765747"/>
                      </a:cubicBezTo>
                      <a:cubicBezTo>
                        <a:pt x="4656126" y="760033"/>
                        <a:pt x="4633647" y="760795"/>
                        <a:pt x="4609452" y="767271"/>
                      </a:cubicBezTo>
                      <a:cubicBezTo>
                        <a:pt x="4592878" y="771653"/>
                        <a:pt x="4575351" y="772225"/>
                        <a:pt x="4558207" y="773557"/>
                      </a:cubicBezTo>
                      <a:cubicBezTo>
                        <a:pt x="4539728" y="775081"/>
                        <a:pt x="4519343" y="771081"/>
                        <a:pt x="4502579" y="777367"/>
                      </a:cubicBezTo>
                      <a:cubicBezTo>
                        <a:pt x="4452665" y="796038"/>
                        <a:pt x="4401419" y="800038"/>
                        <a:pt x="4349222" y="800038"/>
                      </a:cubicBezTo>
                      <a:cubicBezTo>
                        <a:pt x="4339695" y="800038"/>
                        <a:pt x="4329979" y="797372"/>
                        <a:pt x="4320837" y="794514"/>
                      </a:cubicBezTo>
                      <a:cubicBezTo>
                        <a:pt x="4267493" y="777367"/>
                        <a:pt x="4213961" y="778891"/>
                        <a:pt x="4159667" y="789370"/>
                      </a:cubicBezTo>
                      <a:cubicBezTo>
                        <a:pt x="4148427" y="791656"/>
                        <a:pt x="4135854" y="792038"/>
                        <a:pt x="4124614" y="789752"/>
                      </a:cubicBezTo>
                      <a:cubicBezTo>
                        <a:pt x="4092989" y="783083"/>
                        <a:pt x="4062318" y="772033"/>
                        <a:pt x="4030503" y="767271"/>
                      </a:cubicBezTo>
                      <a:cubicBezTo>
                        <a:pt x="3977925" y="759461"/>
                        <a:pt x="3932394" y="785749"/>
                        <a:pt x="3885338" y="802896"/>
                      </a:cubicBezTo>
                      <a:cubicBezTo>
                        <a:pt x="3840569" y="819089"/>
                        <a:pt x="3802467" y="855666"/>
                        <a:pt x="3749506" y="847473"/>
                      </a:cubicBezTo>
                      <a:cubicBezTo>
                        <a:pt x="3744173" y="846711"/>
                        <a:pt x="3738267" y="851856"/>
                        <a:pt x="3732361" y="853190"/>
                      </a:cubicBezTo>
                      <a:cubicBezTo>
                        <a:pt x="3716168" y="856810"/>
                        <a:pt x="3699976" y="861190"/>
                        <a:pt x="3683591" y="862906"/>
                      </a:cubicBezTo>
                      <a:cubicBezTo>
                        <a:pt x="3663589" y="865192"/>
                        <a:pt x="3643204" y="864430"/>
                        <a:pt x="3623201" y="866334"/>
                      </a:cubicBezTo>
                      <a:cubicBezTo>
                        <a:pt x="3597482" y="868620"/>
                        <a:pt x="3572146" y="874716"/>
                        <a:pt x="3546617" y="874716"/>
                      </a:cubicBezTo>
                      <a:cubicBezTo>
                        <a:pt x="3526042" y="874716"/>
                        <a:pt x="3505657" y="867668"/>
                        <a:pt x="3485275" y="864238"/>
                      </a:cubicBezTo>
                      <a:cubicBezTo>
                        <a:pt x="3456508" y="859476"/>
                        <a:pt x="3424883" y="860810"/>
                        <a:pt x="3399546" y="848618"/>
                      </a:cubicBezTo>
                      <a:cubicBezTo>
                        <a:pt x="3372495" y="835663"/>
                        <a:pt x="3346776" y="829757"/>
                        <a:pt x="3318771" y="833757"/>
                      </a:cubicBezTo>
                      <a:cubicBezTo>
                        <a:pt x="3309437" y="835091"/>
                        <a:pt x="3297434" y="843093"/>
                        <a:pt x="3293244" y="851284"/>
                      </a:cubicBezTo>
                      <a:cubicBezTo>
                        <a:pt x="3283908" y="869572"/>
                        <a:pt x="3271145" y="872812"/>
                        <a:pt x="3253809" y="866524"/>
                      </a:cubicBezTo>
                      <a:cubicBezTo>
                        <a:pt x="3238758" y="861190"/>
                        <a:pt x="3220280" y="858524"/>
                        <a:pt x="3209993" y="848235"/>
                      </a:cubicBezTo>
                      <a:cubicBezTo>
                        <a:pt x="3180844" y="819089"/>
                        <a:pt x="3143695" y="818136"/>
                        <a:pt x="3107500" y="810326"/>
                      </a:cubicBezTo>
                      <a:cubicBezTo>
                        <a:pt x="3085403" y="805562"/>
                        <a:pt x="3064827" y="805372"/>
                        <a:pt x="3042728" y="808610"/>
                      </a:cubicBezTo>
                      <a:cubicBezTo>
                        <a:pt x="2994722" y="815850"/>
                        <a:pt x="2948047" y="805562"/>
                        <a:pt x="2901943" y="792418"/>
                      </a:cubicBezTo>
                      <a:cubicBezTo>
                        <a:pt x="2871462" y="783655"/>
                        <a:pt x="2840219" y="778321"/>
                        <a:pt x="2809930" y="769367"/>
                      </a:cubicBezTo>
                      <a:cubicBezTo>
                        <a:pt x="2787259" y="762509"/>
                        <a:pt x="2764590" y="754316"/>
                        <a:pt x="2743826" y="743268"/>
                      </a:cubicBezTo>
                      <a:cubicBezTo>
                        <a:pt x="2713723" y="727073"/>
                        <a:pt x="2687436" y="702689"/>
                        <a:pt x="2649143" y="709167"/>
                      </a:cubicBezTo>
                      <a:cubicBezTo>
                        <a:pt x="2615421" y="714881"/>
                        <a:pt x="2584942" y="702881"/>
                        <a:pt x="2554079" y="691450"/>
                      </a:cubicBezTo>
                      <a:cubicBezTo>
                        <a:pt x="2531409" y="683068"/>
                        <a:pt x="2508742" y="674494"/>
                        <a:pt x="2485307" y="669160"/>
                      </a:cubicBezTo>
                      <a:cubicBezTo>
                        <a:pt x="2457492" y="662873"/>
                        <a:pt x="2426059" y="665541"/>
                        <a:pt x="2401292" y="653919"/>
                      </a:cubicBezTo>
                      <a:cubicBezTo>
                        <a:pt x="2375383" y="641727"/>
                        <a:pt x="2353859" y="649919"/>
                        <a:pt x="2330806" y="653349"/>
                      </a:cubicBezTo>
                      <a:cubicBezTo>
                        <a:pt x="2294039" y="658683"/>
                        <a:pt x="2257459" y="668590"/>
                        <a:pt x="2220312" y="656015"/>
                      </a:cubicBezTo>
                      <a:cubicBezTo>
                        <a:pt x="2175163" y="640775"/>
                        <a:pt x="2130393" y="624392"/>
                        <a:pt x="2085054" y="609914"/>
                      </a:cubicBezTo>
                      <a:cubicBezTo>
                        <a:pt x="2067525" y="604387"/>
                        <a:pt x="2048668" y="602101"/>
                        <a:pt x="2030378" y="599625"/>
                      </a:cubicBezTo>
                      <a:cubicBezTo>
                        <a:pt x="2013043" y="597529"/>
                        <a:pt x="1992279" y="602863"/>
                        <a:pt x="1978940" y="594863"/>
                      </a:cubicBezTo>
                      <a:cubicBezTo>
                        <a:pt x="1944649" y="574288"/>
                        <a:pt x="1909408" y="564192"/>
                        <a:pt x="1869780" y="564192"/>
                      </a:cubicBezTo>
                      <a:cubicBezTo>
                        <a:pt x="1854920" y="564192"/>
                        <a:pt x="1840441" y="555618"/>
                        <a:pt x="1825393" y="554094"/>
                      </a:cubicBezTo>
                      <a:cubicBezTo>
                        <a:pt x="1804816" y="552190"/>
                        <a:pt x="1781194" y="547045"/>
                        <a:pt x="1763287" y="554286"/>
                      </a:cubicBezTo>
                      <a:cubicBezTo>
                        <a:pt x="1721185" y="571430"/>
                        <a:pt x="1687086" y="557142"/>
                        <a:pt x="1650317" y="540187"/>
                      </a:cubicBezTo>
                      <a:cubicBezTo>
                        <a:pt x="1614120" y="523423"/>
                        <a:pt x="1576019" y="510088"/>
                        <a:pt x="1537537" y="499038"/>
                      </a:cubicBezTo>
                      <a:cubicBezTo>
                        <a:pt x="1523059" y="495038"/>
                        <a:pt x="1505724" y="501706"/>
                        <a:pt x="1489720" y="503038"/>
                      </a:cubicBezTo>
                      <a:cubicBezTo>
                        <a:pt x="1484004" y="503420"/>
                        <a:pt x="1477717" y="503992"/>
                        <a:pt x="1472575" y="502086"/>
                      </a:cubicBezTo>
                      <a:cubicBezTo>
                        <a:pt x="1422854" y="483797"/>
                        <a:pt x="1372368" y="469891"/>
                        <a:pt x="1318456" y="479415"/>
                      </a:cubicBezTo>
                      <a:cubicBezTo>
                        <a:pt x="1313504" y="480369"/>
                        <a:pt x="1307978" y="478273"/>
                        <a:pt x="1303024" y="476939"/>
                      </a:cubicBezTo>
                      <a:cubicBezTo>
                        <a:pt x="1278829" y="470081"/>
                        <a:pt x="1255206" y="459223"/>
                        <a:pt x="1230633" y="456746"/>
                      </a:cubicBezTo>
                      <a:cubicBezTo>
                        <a:pt x="1170051" y="450650"/>
                        <a:pt x="1109091" y="448172"/>
                        <a:pt x="1048125" y="444172"/>
                      </a:cubicBezTo>
                      <a:cubicBezTo>
                        <a:pt x="1044315" y="443982"/>
                        <a:pt x="1040315" y="443982"/>
                        <a:pt x="1036887" y="442648"/>
                      </a:cubicBezTo>
                      <a:cubicBezTo>
                        <a:pt x="1014406" y="434456"/>
                        <a:pt x="994785" y="437124"/>
                        <a:pt x="975733" y="452744"/>
                      </a:cubicBezTo>
                      <a:cubicBezTo>
                        <a:pt x="967350" y="459603"/>
                        <a:pt x="955920" y="463223"/>
                        <a:pt x="945444" y="467033"/>
                      </a:cubicBezTo>
                      <a:cubicBezTo>
                        <a:pt x="930011" y="472749"/>
                        <a:pt x="914200" y="478273"/>
                        <a:pt x="898198" y="481893"/>
                      </a:cubicBezTo>
                      <a:cubicBezTo>
                        <a:pt x="882384" y="485321"/>
                        <a:pt x="865430" y="490084"/>
                        <a:pt x="850189" y="487417"/>
                      </a:cubicBezTo>
                      <a:cubicBezTo>
                        <a:pt x="822756" y="482655"/>
                        <a:pt x="796655" y="471987"/>
                        <a:pt x="769605" y="464937"/>
                      </a:cubicBezTo>
                      <a:cubicBezTo>
                        <a:pt x="760270" y="462461"/>
                        <a:pt x="749982" y="462843"/>
                        <a:pt x="740268" y="462651"/>
                      </a:cubicBezTo>
                      <a:cubicBezTo>
                        <a:pt x="717977" y="462081"/>
                        <a:pt x="695116" y="467605"/>
                        <a:pt x="674923" y="451792"/>
                      </a:cubicBezTo>
                      <a:cubicBezTo>
                        <a:pt x="656255" y="436934"/>
                        <a:pt x="637392" y="441314"/>
                        <a:pt x="617772" y="452554"/>
                      </a:cubicBezTo>
                      <a:cubicBezTo>
                        <a:pt x="603673" y="460557"/>
                        <a:pt x="587672" y="466843"/>
                        <a:pt x="571860" y="469891"/>
                      </a:cubicBezTo>
                      <a:cubicBezTo>
                        <a:pt x="550141" y="474081"/>
                        <a:pt x="528615" y="475797"/>
                        <a:pt x="505182" y="473319"/>
                      </a:cubicBezTo>
                      <a:cubicBezTo>
                        <a:pt x="488607" y="471605"/>
                        <a:pt x="475081" y="470843"/>
                        <a:pt x="462126" y="460747"/>
                      </a:cubicBezTo>
                      <a:cubicBezTo>
                        <a:pt x="460032" y="459223"/>
                        <a:pt x="456222" y="458841"/>
                        <a:pt x="453364" y="459033"/>
                      </a:cubicBezTo>
                      <a:cubicBezTo>
                        <a:pt x="415835" y="462271"/>
                        <a:pt x="378686" y="460557"/>
                        <a:pt x="340774" y="458268"/>
                      </a:cubicBezTo>
                      <a:cubicBezTo>
                        <a:pt x="292579" y="455222"/>
                        <a:pt x="241901" y="464175"/>
                        <a:pt x="200182" y="496180"/>
                      </a:cubicBezTo>
                      <a:cubicBezTo>
                        <a:pt x="194085" y="500944"/>
                        <a:pt x="184941" y="503038"/>
                        <a:pt x="176939" y="504182"/>
                      </a:cubicBezTo>
                      <a:cubicBezTo>
                        <a:pt x="139219" y="509134"/>
                        <a:pt x="101308" y="512564"/>
                        <a:pt x="63587" y="518088"/>
                      </a:cubicBezTo>
                      <a:cubicBezTo>
                        <a:pt x="43012" y="521137"/>
                        <a:pt x="21486" y="523805"/>
                        <a:pt x="2817" y="532187"/>
                      </a:cubicBezTo>
                      <a:lnTo>
                        <a:pt x="0" y="533314"/>
                      </a:lnTo>
                      <a:close/>
                    </a:path>
                  </a:pathLst>
                </a:custGeom>
                <a:grp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Freeform: Shape 15">
                  <a:extLst>
                    <a:ext uri="{FF2B5EF4-FFF2-40B4-BE49-F238E27FC236}">
                      <a16:creationId xmlns:a16="http://schemas.microsoft.com/office/drawing/2014/main" id="{83BEF371-1E22-4C4F-A62F-AC6B92CAE0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flipH="1">
                  <a:off x="715166" y="2991642"/>
                  <a:ext cx="6858001" cy="874716"/>
                </a:xfrm>
                <a:custGeom>
                  <a:avLst/>
                  <a:gdLst>
                    <a:gd name="connsiteX0" fmla="*/ 0 w 6858001"/>
                    <a:gd name="connsiteY0" fmla="*/ 533314 h 874716"/>
                    <a:gd name="connsiteX1" fmla="*/ 0 w 6858001"/>
                    <a:gd name="connsiteY1" fmla="*/ 69206 h 874716"/>
                    <a:gd name="connsiteX2" fmla="*/ 21486 w 6858001"/>
                    <a:gd name="connsiteY2" fmla="*/ 71924 h 874716"/>
                    <a:gd name="connsiteX3" fmla="*/ 228948 w 6858001"/>
                    <a:gd name="connsiteY3" fmla="*/ 88116 h 874716"/>
                    <a:gd name="connsiteX4" fmla="*/ 313533 w 6858001"/>
                    <a:gd name="connsiteY4" fmla="*/ 62779 h 874716"/>
                    <a:gd name="connsiteX5" fmla="*/ 338870 w 6858001"/>
                    <a:gd name="connsiteY5" fmla="*/ 62207 h 874716"/>
                    <a:gd name="connsiteX6" fmla="*/ 395640 w 6858001"/>
                    <a:gd name="connsiteY6" fmla="*/ 72114 h 874716"/>
                    <a:gd name="connsiteX7" fmla="*/ 512802 w 6858001"/>
                    <a:gd name="connsiteY7" fmla="*/ 65446 h 874716"/>
                    <a:gd name="connsiteX8" fmla="*/ 556047 w 6858001"/>
                    <a:gd name="connsiteY8" fmla="*/ 55349 h 874716"/>
                    <a:gd name="connsiteX9" fmla="*/ 580050 w 6858001"/>
                    <a:gd name="connsiteY9" fmla="*/ 48871 h 874716"/>
                    <a:gd name="connsiteX10" fmla="*/ 703308 w 6858001"/>
                    <a:gd name="connsiteY10" fmla="*/ 30964 h 874716"/>
                    <a:gd name="connsiteX11" fmla="*/ 758174 w 6858001"/>
                    <a:gd name="connsiteY11" fmla="*/ 11724 h 874716"/>
                    <a:gd name="connsiteX12" fmla="*/ 773035 w 6858001"/>
                    <a:gd name="connsiteY12" fmla="*/ 8866 h 874716"/>
                    <a:gd name="connsiteX13" fmla="*/ 854379 w 6858001"/>
                    <a:gd name="connsiteY13" fmla="*/ 16866 h 874716"/>
                    <a:gd name="connsiteX14" fmla="*/ 915343 w 6858001"/>
                    <a:gd name="connsiteY14" fmla="*/ 47919 h 874716"/>
                    <a:gd name="connsiteX15" fmla="*/ 927155 w 6858001"/>
                    <a:gd name="connsiteY15" fmla="*/ 58397 h 874716"/>
                    <a:gd name="connsiteX16" fmla="*/ 1097087 w 6858001"/>
                    <a:gd name="connsiteY16" fmla="*/ 54777 h 874716"/>
                    <a:gd name="connsiteX17" fmla="*/ 1123185 w 6858001"/>
                    <a:gd name="connsiteY17" fmla="*/ 50395 h 874716"/>
                    <a:gd name="connsiteX18" fmla="*/ 1249302 w 6858001"/>
                    <a:gd name="connsiteY18" fmla="*/ 68684 h 874716"/>
                    <a:gd name="connsiteX19" fmla="*/ 1286069 w 6858001"/>
                    <a:gd name="connsiteY19" fmla="*/ 72304 h 874716"/>
                    <a:gd name="connsiteX20" fmla="*/ 1417899 w 6858001"/>
                    <a:gd name="connsiteY20" fmla="*/ 88688 h 874716"/>
                    <a:gd name="connsiteX21" fmla="*/ 1436568 w 6858001"/>
                    <a:gd name="connsiteY21" fmla="*/ 73448 h 874716"/>
                    <a:gd name="connsiteX22" fmla="*/ 1490292 w 6858001"/>
                    <a:gd name="connsiteY22" fmla="*/ 35154 h 874716"/>
                    <a:gd name="connsiteX23" fmla="*/ 1596213 w 6858001"/>
                    <a:gd name="connsiteY23" fmla="*/ 1245 h 874716"/>
                    <a:gd name="connsiteX24" fmla="*/ 1624980 w 6858001"/>
                    <a:gd name="connsiteY24" fmla="*/ 3150 h 874716"/>
                    <a:gd name="connsiteX25" fmla="*/ 1697753 w 6858001"/>
                    <a:gd name="connsiteY25" fmla="*/ 59731 h 874716"/>
                    <a:gd name="connsiteX26" fmla="*/ 1733188 w 6858001"/>
                    <a:gd name="connsiteY26" fmla="*/ 82400 h 874716"/>
                    <a:gd name="connsiteX27" fmla="*/ 1833775 w 6858001"/>
                    <a:gd name="connsiteY27" fmla="*/ 124121 h 874716"/>
                    <a:gd name="connsiteX28" fmla="*/ 1842158 w 6858001"/>
                    <a:gd name="connsiteY28" fmla="*/ 131742 h 874716"/>
                    <a:gd name="connsiteX29" fmla="*/ 1916454 w 6858001"/>
                    <a:gd name="connsiteY29" fmla="*/ 222233 h 874716"/>
                    <a:gd name="connsiteX30" fmla="*/ 1933219 w 6858001"/>
                    <a:gd name="connsiteY30" fmla="*/ 237663 h 874716"/>
                    <a:gd name="connsiteX31" fmla="*/ 1953413 w 6858001"/>
                    <a:gd name="connsiteY31" fmla="*/ 261668 h 874716"/>
                    <a:gd name="connsiteX32" fmla="*/ 2016469 w 6858001"/>
                    <a:gd name="connsiteY32" fmla="*/ 308151 h 874716"/>
                    <a:gd name="connsiteX33" fmla="*/ 2094578 w 6858001"/>
                    <a:gd name="connsiteY33" fmla="*/ 323010 h 874716"/>
                    <a:gd name="connsiteX34" fmla="*/ 2188879 w 6858001"/>
                    <a:gd name="connsiteY34" fmla="*/ 345681 h 874716"/>
                    <a:gd name="connsiteX35" fmla="*/ 2228314 w 6858001"/>
                    <a:gd name="connsiteY35" fmla="*/ 360921 h 874716"/>
                    <a:gd name="connsiteX36" fmla="*/ 2334044 w 6858001"/>
                    <a:gd name="connsiteY36" fmla="*/ 389878 h 874716"/>
                    <a:gd name="connsiteX37" fmla="*/ 2409485 w 6858001"/>
                    <a:gd name="connsiteY37" fmla="*/ 414263 h 874716"/>
                    <a:gd name="connsiteX38" fmla="*/ 2518264 w 6858001"/>
                    <a:gd name="connsiteY38" fmla="*/ 428552 h 874716"/>
                    <a:gd name="connsiteX39" fmla="*/ 2571034 w 6858001"/>
                    <a:gd name="connsiteY39" fmla="*/ 429122 h 874716"/>
                    <a:gd name="connsiteX40" fmla="*/ 2668001 w 6858001"/>
                    <a:gd name="connsiteY40" fmla="*/ 502276 h 874716"/>
                    <a:gd name="connsiteX41" fmla="*/ 2745348 w 6858001"/>
                    <a:gd name="connsiteY41" fmla="*/ 550666 h 874716"/>
                    <a:gd name="connsiteX42" fmla="*/ 2826694 w 6858001"/>
                    <a:gd name="connsiteY42" fmla="*/ 527233 h 874716"/>
                    <a:gd name="connsiteX43" fmla="*/ 2848793 w 6858001"/>
                    <a:gd name="connsiteY43" fmla="*/ 505134 h 874716"/>
                    <a:gd name="connsiteX44" fmla="*/ 2982148 w 6858001"/>
                    <a:gd name="connsiteY44" fmla="*/ 484179 h 874716"/>
                    <a:gd name="connsiteX45" fmla="*/ 3172654 w 6858001"/>
                    <a:gd name="connsiteY45" fmla="*/ 483417 h 874716"/>
                    <a:gd name="connsiteX46" fmla="*/ 3489467 w 6858001"/>
                    <a:gd name="connsiteY46" fmla="*/ 435790 h 874716"/>
                    <a:gd name="connsiteX47" fmla="*/ 3544713 w 6858001"/>
                    <a:gd name="connsiteY47" fmla="*/ 413691 h 874716"/>
                    <a:gd name="connsiteX48" fmla="*/ 3606817 w 6858001"/>
                    <a:gd name="connsiteY48" fmla="*/ 408167 h 874716"/>
                    <a:gd name="connsiteX49" fmla="*/ 3630632 w 6858001"/>
                    <a:gd name="connsiteY49" fmla="*/ 421693 h 874716"/>
                    <a:gd name="connsiteX50" fmla="*/ 3734837 w 6858001"/>
                    <a:gd name="connsiteY50" fmla="*/ 441886 h 874716"/>
                    <a:gd name="connsiteX51" fmla="*/ 3754652 w 6858001"/>
                    <a:gd name="connsiteY51" fmla="*/ 442268 h 874716"/>
                    <a:gd name="connsiteX52" fmla="*/ 3822472 w 6858001"/>
                    <a:gd name="connsiteY52" fmla="*/ 433694 h 874716"/>
                    <a:gd name="connsiteX53" fmla="*/ 3885338 w 6858001"/>
                    <a:gd name="connsiteY53" fmla="*/ 428742 h 874716"/>
                    <a:gd name="connsiteX54" fmla="*/ 4043839 w 6858001"/>
                    <a:gd name="connsiteY54" fmla="*/ 444934 h 874716"/>
                    <a:gd name="connsiteX55" fmla="*/ 4165383 w 6858001"/>
                    <a:gd name="connsiteY55" fmla="*/ 441124 h 874716"/>
                    <a:gd name="connsiteX56" fmla="*/ 4221391 w 6858001"/>
                    <a:gd name="connsiteY56" fmla="*/ 444934 h 874716"/>
                    <a:gd name="connsiteX57" fmla="*/ 4253014 w 6858001"/>
                    <a:gd name="connsiteY57" fmla="*/ 450650 h 874716"/>
                    <a:gd name="connsiteX58" fmla="*/ 4324645 w 6858001"/>
                    <a:gd name="connsiteY58" fmla="*/ 490466 h 874716"/>
                    <a:gd name="connsiteX59" fmla="*/ 4363890 w 6858001"/>
                    <a:gd name="connsiteY59" fmla="*/ 499420 h 874716"/>
                    <a:gd name="connsiteX60" fmla="*/ 4482004 w 6858001"/>
                    <a:gd name="connsiteY60" fmla="*/ 498658 h 874716"/>
                    <a:gd name="connsiteX61" fmla="*/ 4659174 w 6858001"/>
                    <a:gd name="connsiteY61" fmla="*/ 438648 h 874716"/>
                    <a:gd name="connsiteX62" fmla="*/ 4677655 w 6858001"/>
                    <a:gd name="connsiteY62" fmla="*/ 430646 h 874716"/>
                    <a:gd name="connsiteX63" fmla="*/ 4767764 w 6858001"/>
                    <a:gd name="connsiteY63" fmla="*/ 420739 h 874716"/>
                    <a:gd name="connsiteX64" fmla="*/ 4828916 w 6858001"/>
                    <a:gd name="connsiteY64" fmla="*/ 434266 h 874716"/>
                    <a:gd name="connsiteX65" fmla="*/ 4912168 w 6858001"/>
                    <a:gd name="connsiteY65" fmla="*/ 462271 h 874716"/>
                    <a:gd name="connsiteX66" fmla="*/ 4987037 w 6858001"/>
                    <a:gd name="connsiteY66" fmla="*/ 485703 h 874716"/>
                    <a:gd name="connsiteX67" fmla="*/ 5041521 w 6858001"/>
                    <a:gd name="connsiteY67" fmla="*/ 512182 h 874716"/>
                    <a:gd name="connsiteX68" fmla="*/ 5166113 w 6858001"/>
                    <a:gd name="connsiteY68" fmla="*/ 531615 h 874716"/>
                    <a:gd name="connsiteX69" fmla="*/ 5179067 w 6858001"/>
                    <a:gd name="connsiteY69" fmla="*/ 534853 h 874716"/>
                    <a:gd name="connsiteX70" fmla="*/ 5272796 w 6858001"/>
                    <a:gd name="connsiteY70" fmla="*/ 511230 h 874716"/>
                    <a:gd name="connsiteX71" fmla="*/ 5385384 w 6858001"/>
                    <a:gd name="connsiteY71" fmla="*/ 487227 h 874716"/>
                    <a:gd name="connsiteX72" fmla="*/ 5425582 w 6858001"/>
                    <a:gd name="connsiteY72" fmla="*/ 495418 h 874716"/>
                    <a:gd name="connsiteX73" fmla="*/ 5480637 w 6858001"/>
                    <a:gd name="connsiteY73" fmla="*/ 507040 h 874716"/>
                    <a:gd name="connsiteX74" fmla="*/ 5531693 w 6858001"/>
                    <a:gd name="connsiteY74" fmla="*/ 500944 h 874716"/>
                    <a:gd name="connsiteX75" fmla="*/ 5562746 w 6858001"/>
                    <a:gd name="connsiteY75" fmla="*/ 500372 h 874716"/>
                    <a:gd name="connsiteX76" fmla="*/ 5704483 w 6858001"/>
                    <a:gd name="connsiteY76" fmla="*/ 571620 h 874716"/>
                    <a:gd name="connsiteX77" fmla="*/ 5740488 w 6858001"/>
                    <a:gd name="connsiteY77" fmla="*/ 577526 h 874716"/>
                    <a:gd name="connsiteX78" fmla="*/ 5760873 w 6858001"/>
                    <a:gd name="connsiteY78" fmla="*/ 586291 h 874716"/>
                    <a:gd name="connsiteX79" fmla="*/ 5883751 w 6858001"/>
                    <a:gd name="connsiteY79" fmla="*/ 674686 h 874716"/>
                    <a:gd name="connsiteX80" fmla="*/ 5935949 w 6858001"/>
                    <a:gd name="connsiteY80" fmla="*/ 692592 h 874716"/>
                    <a:gd name="connsiteX81" fmla="*/ 5993291 w 6858001"/>
                    <a:gd name="connsiteY81" fmla="*/ 688972 h 874716"/>
                    <a:gd name="connsiteX82" fmla="*/ 6026440 w 6858001"/>
                    <a:gd name="connsiteY82" fmla="*/ 682496 h 874716"/>
                    <a:gd name="connsiteX83" fmla="*/ 6108738 w 6858001"/>
                    <a:gd name="connsiteY83" fmla="*/ 626296 h 874716"/>
                    <a:gd name="connsiteX84" fmla="*/ 6155602 w 6858001"/>
                    <a:gd name="connsiteY84" fmla="*/ 628202 h 874716"/>
                    <a:gd name="connsiteX85" fmla="*/ 6228756 w 6858001"/>
                    <a:gd name="connsiteY85" fmla="*/ 666873 h 874716"/>
                    <a:gd name="connsiteX86" fmla="*/ 6361539 w 6858001"/>
                    <a:gd name="connsiteY86" fmla="*/ 684210 h 874716"/>
                    <a:gd name="connsiteX87" fmla="*/ 6428979 w 6858001"/>
                    <a:gd name="connsiteY87" fmla="*/ 630106 h 874716"/>
                    <a:gd name="connsiteX88" fmla="*/ 6463840 w 6858001"/>
                    <a:gd name="connsiteY88" fmla="*/ 578098 h 874716"/>
                    <a:gd name="connsiteX89" fmla="*/ 6564620 w 6858001"/>
                    <a:gd name="connsiteY89" fmla="*/ 517708 h 874716"/>
                    <a:gd name="connsiteX90" fmla="*/ 6588625 w 6858001"/>
                    <a:gd name="connsiteY90" fmla="*/ 540187 h 874716"/>
                    <a:gd name="connsiteX91" fmla="*/ 6662541 w 6858001"/>
                    <a:gd name="connsiteY91" fmla="*/ 549714 h 874716"/>
                    <a:gd name="connsiteX92" fmla="*/ 6742552 w 6858001"/>
                    <a:gd name="connsiteY92" fmla="*/ 548952 h 874716"/>
                    <a:gd name="connsiteX93" fmla="*/ 6812063 w 6858001"/>
                    <a:gd name="connsiteY93" fmla="*/ 568430 h 874716"/>
                    <a:gd name="connsiteX94" fmla="*/ 6858001 w 6858001"/>
                    <a:gd name="connsiteY94" fmla="*/ 562267 h 874716"/>
                    <a:gd name="connsiteX95" fmla="*/ 6858001 w 6858001"/>
                    <a:gd name="connsiteY95" fmla="*/ 734520 h 874716"/>
                    <a:gd name="connsiteX96" fmla="*/ 6815516 w 6858001"/>
                    <a:gd name="connsiteY96" fmla="*/ 744220 h 874716"/>
                    <a:gd name="connsiteX97" fmla="*/ 6748458 w 6858001"/>
                    <a:gd name="connsiteY97" fmla="*/ 763271 h 874716"/>
                    <a:gd name="connsiteX98" fmla="*/ 6584812 w 6858001"/>
                    <a:gd name="connsiteY98" fmla="*/ 784797 h 874716"/>
                    <a:gd name="connsiteX99" fmla="*/ 6415833 w 6858001"/>
                    <a:gd name="connsiteY99" fmla="*/ 805562 h 874716"/>
                    <a:gd name="connsiteX100" fmla="*/ 6323058 w 6858001"/>
                    <a:gd name="connsiteY100" fmla="*/ 812420 h 874716"/>
                    <a:gd name="connsiteX101" fmla="*/ 6242093 w 6858001"/>
                    <a:gd name="connsiteY101" fmla="*/ 823281 h 874716"/>
                    <a:gd name="connsiteX102" fmla="*/ 6171605 w 6858001"/>
                    <a:gd name="connsiteY102" fmla="*/ 830139 h 874716"/>
                    <a:gd name="connsiteX103" fmla="*/ 6059397 w 6858001"/>
                    <a:gd name="connsiteY103" fmla="*/ 844045 h 874716"/>
                    <a:gd name="connsiteX104" fmla="*/ 6012723 w 6858001"/>
                    <a:gd name="connsiteY104" fmla="*/ 847665 h 874716"/>
                    <a:gd name="connsiteX105" fmla="*/ 5902610 w 6858001"/>
                    <a:gd name="connsiteY105" fmla="*/ 847473 h 874716"/>
                    <a:gd name="connsiteX106" fmla="*/ 5864318 w 6858001"/>
                    <a:gd name="connsiteY106" fmla="*/ 845569 h 874716"/>
                    <a:gd name="connsiteX107" fmla="*/ 5790592 w 6858001"/>
                    <a:gd name="connsiteY107" fmla="*/ 821947 h 874716"/>
                    <a:gd name="connsiteX108" fmla="*/ 5781830 w 6858001"/>
                    <a:gd name="connsiteY108" fmla="*/ 820233 h 874716"/>
                    <a:gd name="connsiteX109" fmla="*/ 5733440 w 6858001"/>
                    <a:gd name="connsiteY109" fmla="*/ 810896 h 874716"/>
                    <a:gd name="connsiteX110" fmla="*/ 5706959 w 6858001"/>
                    <a:gd name="connsiteY110" fmla="*/ 807848 h 874716"/>
                    <a:gd name="connsiteX111" fmla="*/ 5606372 w 6858001"/>
                    <a:gd name="connsiteY111" fmla="*/ 788417 h 874716"/>
                    <a:gd name="connsiteX112" fmla="*/ 5548460 w 6858001"/>
                    <a:gd name="connsiteY112" fmla="*/ 779273 h 874716"/>
                    <a:gd name="connsiteX113" fmla="*/ 5501594 w 6858001"/>
                    <a:gd name="connsiteY113" fmla="*/ 780607 h 874716"/>
                    <a:gd name="connsiteX114" fmla="*/ 5419295 w 6858001"/>
                    <a:gd name="connsiteY114" fmla="*/ 782321 h 874716"/>
                    <a:gd name="connsiteX115" fmla="*/ 5393005 w 6858001"/>
                    <a:gd name="connsiteY115" fmla="*/ 786703 h 874716"/>
                    <a:gd name="connsiteX116" fmla="*/ 5274129 w 6858001"/>
                    <a:gd name="connsiteY116" fmla="*/ 774129 h 874716"/>
                    <a:gd name="connsiteX117" fmla="*/ 5206308 w 6858001"/>
                    <a:gd name="connsiteY117" fmla="*/ 773177 h 874716"/>
                    <a:gd name="connsiteX118" fmla="*/ 5129916 w 6858001"/>
                    <a:gd name="connsiteY118" fmla="*/ 757554 h 874716"/>
                    <a:gd name="connsiteX119" fmla="*/ 5107627 w 6858001"/>
                    <a:gd name="connsiteY119" fmla="*/ 758316 h 874716"/>
                    <a:gd name="connsiteX120" fmla="*/ 5082670 w 6858001"/>
                    <a:gd name="connsiteY120" fmla="*/ 759651 h 874716"/>
                    <a:gd name="connsiteX121" fmla="*/ 5006086 w 6858001"/>
                    <a:gd name="connsiteY121" fmla="*/ 760795 h 874716"/>
                    <a:gd name="connsiteX122" fmla="*/ 4959602 w 6858001"/>
                    <a:gd name="connsiteY122" fmla="*/ 766509 h 874716"/>
                    <a:gd name="connsiteX123" fmla="*/ 4871019 w 6858001"/>
                    <a:gd name="connsiteY123" fmla="*/ 763081 h 874716"/>
                    <a:gd name="connsiteX124" fmla="*/ 4838250 w 6858001"/>
                    <a:gd name="connsiteY124" fmla="*/ 768033 h 874716"/>
                    <a:gd name="connsiteX125" fmla="*/ 4755381 w 6858001"/>
                    <a:gd name="connsiteY125" fmla="*/ 768605 h 874716"/>
                    <a:gd name="connsiteX126" fmla="*/ 4681083 w 6858001"/>
                    <a:gd name="connsiteY126" fmla="*/ 765747 h 874716"/>
                    <a:gd name="connsiteX127" fmla="*/ 4609452 w 6858001"/>
                    <a:gd name="connsiteY127" fmla="*/ 767271 h 874716"/>
                    <a:gd name="connsiteX128" fmla="*/ 4558207 w 6858001"/>
                    <a:gd name="connsiteY128" fmla="*/ 773557 h 874716"/>
                    <a:gd name="connsiteX129" fmla="*/ 4502579 w 6858001"/>
                    <a:gd name="connsiteY129" fmla="*/ 777367 h 874716"/>
                    <a:gd name="connsiteX130" fmla="*/ 4349222 w 6858001"/>
                    <a:gd name="connsiteY130" fmla="*/ 800038 h 874716"/>
                    <a:gd name="connsiteX131" fmla="*/ 4320837 w 6858001"/>
                    <a:gd name="connsiteY131" fmla="*/ 794514 h 874716"/>
                    <a:gd name="connsiteX132" fmla="*/ 4159667 w 6858001"/>
                    <a:gd name="connsiteY132" fmla="*/ 789370 h 874716"/>
                    <a:gd name="connsiteX133" fmla="*/ 4124614 w 6858001"/>
                    <a:gd name="connsiteY133" fmla="*/ 789752 h 874716"/>
                    <a:gd name="connsiteX134" fmla="*/ 4030503 w 6858001"/>
                    <a:gd name="connsiteY134" fmla="*/ 767271 h 874716"/>
                    <a:gd name="connsiteX135" fmla="*/ 3885338 w 6858001"/>
                    <a:gd name="connsiteY135" fmla="*/ 802896 h 874716"/>
                    <a:gd name="connsiteX136" fmla="*/ 3749506 w 6858001"/>
                    <a:gd name="connsiteY136" fmla="*/ 847473 h 874716"/>
                    <a:gd name="connsiteX137" fmla="*/ 3732361 w 6858001"/>
                    <a:gd name="connsiteY137" fmla="*/ 853190 h 874716"/>
                    <a:gd name="connsiteX138" fmla="*/ 3683591 w 6858001"/>
                    <a:gd name="connsiteY138" fmla="*/ 862906 h 874716"/>
                    <a:gd name="connsiteX139" fmla="*/ 3623201 w 6858001"/>
                    <a:gd name="connsiteY139" fmla="*/ 866334 h 874716"/>
                    <a:gd name="connsiteX140" fmla="*/ 3546617 w 6858001"/>
                    <a:gd name="connsiteY140" fmla="*/ 874716 h 874716"/>
                    <a:gd name="connsiteX141" fmla="*/ 3485275 w 6858001"/>
                    <a:gd name="connsiteY141" fmla="*/ 864238 h 874716"/>
                    <a:gd name="connsiteX142" fmla="*/ 3399546 w 6858001"/>
                    <a:gd name="connsiteY142" fmla="*/ 848618 h 874716"/>
                    <a:gd name="connsiteX143" fmla="*/ 3318771 w 6858001"/>
                    <a:gd name="connsiteY143" fmla="*/ 833757 h 874716"/>
                    <a:gd name="connsiteX144" fmla="*/ 3293244 w 6858001"/>
                    <a:gd name="connsiteY144" fmla="*/ 851284 h 874716"/>
                    <a:gd name="connsiteX145" fmla="*/ 3253809 w 6858001"/>
                    <a:gd name="connsiteY145" fmla="*/ 866524 h 874716"/>
                    <a:gd name="connsiteX146" fmla="*/ 3209993 w 6858001"/>
                    <a:gd name="connsiteY146" fmla="*/ 848235 h 874716"/>
                    <a:gd name="connsiteX147" fmla="*/ 3107500 w 6858001"/>
                    <a:gd name="connsiteY147" fmla="*/ 810326 h 874716"/>
                    <a:gd name="connsiteX148" fmla="*/ 3042728 w 6858001"/>
                    <a:gd name="connsiteY148" fmla="*/ 808610 h 874716"/>
                    <a:gd name="connsiteX149" fmla="*/ 2901943 w 6858001"/>
                    <a:gd name="connsiteY149" fmla="*/ 792418 h 874716"/>
                    <a:gd name="connsiteX150" fmla="*/ 2809930 w 6858001"/>
                    <a:gd name="connsiteY150" fmla="*/ 769367 h 874716"/>
                    <a:gd name="connsiteX151" fmla="*/ 2743826 w 6858001"/>
                    <a:gd name="connsiteY151" fmla="*/ 743268 h 874716"/>
                    <a:gd name="connsiteX152" fmla="*/ 2649143 w 6858001"/>
                    <a:gd name="connsiteY152" fmla="*/ 709167 h 874716"/>
                    <a:gd name="connsiteX153" fmla="*/ 2554079 w 6858001"/>
                    <a:gd name="connsiteY153" fmla="*/ 691450 h 874716"/>
                    <a:gd name="connsiteX154" fmla="*/ 2485307 w 6858001"/>
                    <a:gd name="connsiteY154" fmla="*/ 669160 h 874716"/>
                    <a:gd name="connsiteX155" fmla="*/ 2401292 w 6858001"/>
                    <a:gd name="connsiteY155" fmla="*/ 653919 h 874716"/>
                    <a:gd name="connsiteX156" fmla="*/ 2330806 w 6858001"/>
                    <a:gd name="connsiteY156" fmla="*/ 653349 h 874716"/>
                    <a:gd name="connsiteX157" fmla="*/ 2220312 w 6858001"/>
                    <a:gd name="connsiteY157" fmla="*/ 656015 h 874716"/>
                    <a:gd name="connsiteX158" fmla="*/ 2085054 w 6858001"/>
                    <a:gd name="connsiteY158" fmla="*/ 609914 h 874716"/>
                    <a:gd name="connsiteX159" fmla="*/ 2030378 w 6858001"/>
                    <a:gd name="connsiteY159" fmla="*/ 599625 h 874716"/>
                    <a:gd name="connsiteX160" fmla="*/ 1978940 w 6858001"/>
                    <a:gd name="connsiteY160" fmla="*/ 594863 h 874716"/>
                    <a:gd name="connsiteX161" fmla="*/ 1869780 w 6858001"/>
                    <a:gd name="connsiteY161" fmla="*/ 564192 h 874716"/>
                    <a:gd name="connsiteX162" fmla="*/ 1825393 w 6858001"/>
                    <a:gd name="connsiteY162" fmla="*/ 554094 h 874716"/>
                    <a:gd name="connsiteX163" fmla="*/ 1763287 w 6858001"/>
                    <a:gd name="connsiteY163" fmla="*/ 554286 h 874716"/>
                    <a:gd name="connsiteX164" fmla="*/ 1650317 w 6858001"/>
                    <a:gd name="connsiteY164" fmla="*/ 540187 h 874716"/>
                    <a:gd name="connsiteX165" fmla="*/ 1537537 w 6858001"/>
                    <a:gd name="connsiteY165" fmla="*/ 499038 h 874716"/>
                    <a:gd name="connsiteX166" fmla="*/ 1489720 w 6858001"/>
                    <a:gd name="connsiteY166" fmla="*/ 503038 h 874716"/>
                    <a:gd name="connsiteX167" fmla="*/ 1472575 w 6858001"/>
                    <a:gd name="connsiteY167" fmla="*/ 502086 h 874716"/>
                    <a:gd name="connsiteX168" fmla="*/ 1318456 w 6858001"/>
                    <a:gd name="connsiteY168" fmla="*/ 479415 h 874716"/>
                    <a:gd name="connsiteX169" fmla="*/ 1303024 w 6858001"/>
                    <a:gd name="connsiteY169" fmla="*/ 476939 h 874716"/>
                    <a:gd name="connsiteX170" fmla="*/ 1230633 w 6858001"/>
                    <a:gd name="connsiteY170" fmla="*/ 456746 h 874716"/>
                    <a:gd name="connsiteX171" fmla="*/ 1048125 w 6858001"/>
                    <a:gd name="connsiteY171" fmla="*/ 444172 h 874716"/>
                    <a:gd name="connsiteX172" fmla="*/ 1036887 w 6858001"/>
                    <a:gd name="connsiteY172" fmla="*/ 442648 h 874716"/>
                    <a:gd name="connsiteX173" fmla="*/ 975733 w 6858001"/>
                    <a:gd name="connsiteY173" fmla="*/ 452744 h 874716"/>
                    <a:gd name="connsiteX174" fmla="*/ 945444 w 6858001"/>
                    <a:gd name="connsiteY174" fmla="*/ 467033 h 874716"/>
                    <a:gd name="connsiteX175" fmla="*/ 898198 w 6858001"/>
                    <a:gd name="connsiteY175" fmla="*/ 481893 h 874716"/>
                    <a:gd name="connsiteX176" fmla="*/ 850189 w 6858001"/>
                    <a:gd name="connsiteY176" fmla="*/ 487417 h 874716"/>
                    <a:gd name="connsiteX177" fmla="*/ 769605 w 6858001"/>
                    <a:gd name="connsiteY177" fmla="*/ 464937 h 874716"/>
                    <a:gd name="connsiteX178" fmla="*/ 740268 w 6858001"/>
                    <a:gd name="connsiteY178" fmla="*/ 462651 h 874716"/>
                    <a:gd name="connsiteX179" fmla="*/ 674923 w 6858001"/>
                    <a:gd name="connsiteY179" fmla="*/ 451792 h 874716"/>
                    <a:gd name="connsiteX180" fmla="*/ 617772 w 6858001"/>
                    <a:gd name="connsiteY180" fmla="*/ 452554 h 874716"/>
                    <a:gd name="connsiteX181" fmla="*/ 571860 w 6858001"/>
                    <a:gd name="connsiteY181" fmla="*/ 469891 h 874716"/>
                    <a:gd name="connsiteX182" fmla="*/ 505182 w 6858001"/>
                    <a:gd name="connsiteY182" fmla="*/ 473319 h 874716"/>
                    <a:gd name="connsiteX183" fmla="*/ 462126 w 6858001"/>
                    <a:gd name="connsiteY183" fmla="*/ 460747 h 874716"/>
                    <a:gd name="connsiteX184" fmla="*/ 453364 w 6858001"/>
                    <a:gd name="connsiteY184" fmla="*/ 459033 h 874716"/>
                    <a:gd name="connsiteX185" fmla="*/ 340774 w 6858001"/>
                    <a:gd name="connsiteY185" fmla="*/ 458268 h 874716"/>
                    <a:gd name="connsiteX186" fmla="*/ 200182 w 6858001"/>
                    <a:gd name="connsiteY186" fmla="*/ 496180 h 874716"/>
                    <a:gd name="connsiteX187" fmla="*/ 176939 w 6858001"/>
                    <a:gd name="connsiteY187" fmla="*/ 504182 h 874716"/>
                    <a:gd name="connsiteX188" fmla="*/ 63587 w 6858001"/>
                    <a:gd name="connsiteY188" fmla="*/ 518088 h 874716"/>
                    <a:gd name="connsiteX189" fmla="*/ 2817 w 6858001"/>
                    <a:gd name="connsiteY189" fmla="*/ 532187 h 874716"/>
                    <a:gd name="connsiteX190" fmla="*/ 0 w 6858001"/>
                    <a:gd name="connsiteY190" fmla="*/ 533314 h 87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6858001" h="874716">
                      <a:moveTo>
                        <a:pt x="0" y="533314"/>
                      </a:moveTo>
                      <a:lnTo>
                        <a:pt x="0" y="69206"/>
                      </a:lnTo>
                      <a:lnTo>
                        <a:pt x="21486" y="71924"/>
                      </a:lnTo>
                      <a:cubicBezTo>
                        <a:pt x="92546" y="60493"/>
                        <a:pt x="159604" y="87354"/>
                        <a:pt x="228948" y="88116"/>
                      </a:cubicBezTo>
                      <a:cubicBezTo>
                        <a:pt x="260382" y="88496"/>
                        <a:pt x="291435" y="94592"/>
                        <a:pt x="313533" y="62779"/>
                      </a:cubicBezTo>
                      <a:cubicBezTo>
                        <a:pt x="316389" y="58587"/>
                        <a:pt x="330298" y="60873"/>
                        <a:pt x="338870" y="62207"/>
                      </a:cubicBezTo>
                      <a:cubicBezTo>
                        <a:pt x="357921" y="65066"/>
                        <a:pt x="376781" y="72304"/>
                        <a:pt x="395640" y="72114"/>
                      </a:cubicBezTo>
                      <a:cubicBezTo>
                        <a:pt x="434695" y="71924"/>
                        <a:pt x="473939" y="68876"/>
                        <a:pt x="512802" y="65446"/>
                      </a:cubicBezTo>
                      <a:cubicBezTo>
                        <a:pt x="527470" y="64112"/>
                        <a:pt x="541569" y="58969"/>
                        <a:pt x="556047" y="55349"/>
                      </a:cubicBezTo>
                      <a:cubicBezTo>
                        <a:pt x="564048" y="53253"/>
                        <a:pt x="572622" y="47729"/>
                        <a:pt x="580050" y="48871"/>
                      </a:cubicBezTo>
                      <a:cubicBezTo>
                        <a:pt x="623106" y="55539"/>
                        <a:pt x="662541" y="39157"/>
                        <a:pt x="703308" y="30964"/>
                      </a:cubicBezTo>
                      <a:cubicBezTo>
                        <a:pt x="722169" y="27154"/>
                        <a:pt x="739886" y="18010"/>
                        <a:pt x="758174" y="11724"/>
                      </a:cubicBezTo>
                      <a:cubicBezTo>
                        <a:pt x="762936" y="10008"/>
                        <a:pt x="768271" y="8484"/>
                        <a:pt x="773035" y="8866"/>
                      </a:cubicBezTo>
                      <a:cubicBezTo>
                        <a:pt x="800276" y="11152"/>
                        <a:pt x="827329" y="14390"/>
                        <a:pt x="854379" y="16866"/>
                      </a:cubicBezTo>
                      <a:cubicBezTo>
                        <a:pt x="878956" y="19152"/>
                        <a:pt x="903722" y="19914"/>
                        <a:pt x="915343" y="47919"/>
                      </a:cubicBezTo>
                      <a:cubicBezTo>
                        <a:pt x="917059" y="52301"/>
                        <a:pt x="922773" y="55539"/>
                        <a:pt x="927155" y="58397"/>
                      </a:cubicBezTo>
                      <a:cubicBezTo>
                        <a:pt x="994785" y="102405"/>
                        <a:pt x="1030980" y="101261"/>
                        <a:pt x="1097087" y="54777"/>
                      </a:cubicBezTo>
                      <a:cubicBezTo>
                        <a:pt x="1103945" y="50015"/>
                        <a:pt x="1118613" y="46585"/>
                        <a:pt x="1123185" y="50395"/>
                      </a:cubicBezTo>
                      <a:cubicBezTo>
                        <a:pt x="1162049" y="82020"/>
                        <a:pt x="1204532" y="78590"/>
                        <a:pt x="1249302" y="68684"/>
                      </a:cubicBezTo>
                      <a:cubicBezTo>
                        <a:pt x="1260922" y="66018"/>
                        <a:pt x="1277307" y="66018"/>
                        <a:pt x="1286069" y="72304"/>
                      </a:cubicBezTo>
                      <a:cubicBezTo>
                        <a:pt x="1327790" y="101451"/>
                        <a:pt x="1372560" y="97261"/>
                        <a:pt x="1417899" y="88688"/>
                      </a:cubicBezTo>
                      <a:cubicBezTo>
                        <a:pt x="1424948" y="87354"/>
                        <a:pt x="1433522" y="80114"/>
                        <a:pt x="1436568" y="73448"/>
                      </a:cubicBezTo>
                      <a:cubicBezTo>
                        <a:pt x="1447428" y="49825"/>
                        <a:pt x="1467813" y="41823"/>
                        <a:pt x="1490292" y="35154"/>
                      </a:cubicBezTo>
                      <a:cubicBezTo>
                        <a:pt x="1525727" y="24296"/>
                        <a:pt x="1560588" y="11532"/>
                        <a:pt x="1596213" y="1245"/>
                      </a:cubicBezTo>
                      <a:cubicBezTo>
                        <a:pt x="1604978" y="-1231"/>
                        <a:pt x="1615836" y="293"/>
                        <a:pt x="1624980" y="3150"/>
                      </a:cubicBezTo>
                      <a:cubicBezTo>
                        <a:pt x="1656223" y="12866"/>
                        <a:pt x="1676036" y="37251"/>
                        <a:pt x="1697753" y="59731"/>
                      </a:cubicBezTo>
                      <a:cubicBezTo>
                        <a:pt x="1707279" y="69638"/>
                        <a:pt x="1720423" y="76686"/>
                        <a:pt x="1733188" y="82400"/>
                      </a:cubicBezTo>
                      <a:cubicBezTo>
                        <a:pt x="1766335" y="97071"/>
                        <a:pt x="1800246" y="110215"/>
                        <a:pt x="1833775" y="124121"/>
                      </a:cubicBezTo>
                      <a:cubicBezTo>
                        <a:pt x="1837013" y="125455"/>
                        <a:pt x="1839679" y="128884"/>
                        <a:pt x="1842158" y="131742"/>
                      </a:cubicBezTo>
                      <a:cubicBezTo>
                        <a:pt x="1866922" y="161843"/>
                        <a:pt x="1891497" y="192132"/>
                        <a:pt x="1916454" y="222233"/>
                      </a:cubicBezTo>
                      <a:cubicBezTo>
                        <a:pt x="1921216" y="227947"/>
                        <a:pt x="1928076" y="232139"/>
                        <a:pt x="1933219" y="237663"/>
                      </a:cubicBezTo>
                      <a:cubicBezTo>
                        <a:pt x="1940459" y="245283"/>
                        <a:pt x="1949603" y="252524"/>
                        <a:pt x="1953413" y="261668"/>
                      </a:cubicBezTo>
                      <a:cubicBezTo>
                        <a:pt x="1965224" y="290433"/>
                        <a:pt x="1987894" y="302817"/>
                        <a:pt x="2016469" y="308151"/>
                      </a:cubicBezTo>
                      <a:cubicBezTo>
                        <a:pt x="2042570" y="313104"/>
                        <a:pt x="2068669" y="317296"/>
                        <a:pt x="2094578" y="323010"/>
                      </a:cubicBezTo>
                      <a:cubicBezTo>
                        <a:pt x="2126201" y="329868"/>
                        <a:pt x="2157636" y="337298"/>
                        <a:pt x="2188879" y="345681"/>
                      </a:cubicBezTo>
                      <a:cubicBezTo>
                        <a:pt x="2202404" y="349301"/>
                        <a:pt x="2216692" y="353491"/>
                        <a:pt x="2228314" y="360921"/>
                      </a:cubicBezTo>
                      <a:cubicBezTo>
                        <a:pt x="2260890" y="381496"/>
                        <a:pt x="2295753" y="395402"/>
                        <a:pt x="2334044" y="389878"/>
                      </a:cubicBezTo>
                      <a:cubicBezTo>
                        <a:pt x="2364715" y="385496"/>
                        <a:pt x="2390434" y="396736"/>
                        <a:pt x="2409485" y="414263"/>
                      </a:cubicBezTo>
                      <a:cubicBezTo>
                        <a:pt x="2444158" y="446078"/>
                        <a:pt x="2481305" y="438838"/>
                        <a:pt x="2518264" y="428552"/>
                      </a:cubicBezTo>
                      <a:cubicBezTo>
                        <a:pt x="2537315" y="423217"/>
                        <a:pt x="2552935" y="423979"/>
                        <a:pt x="2571034" y="429122"/>
                      </a:cubicBezTo>
                      <a:cubicBezTo>
                        <a:pt x="2612945" y="441124"/>
                        <a:pt x="2640950" y="473701"/>
                        <a:pt x="2668001" y="502276"/>
                      </a:cubicBezTo>
                      <a:cubicBezTo>
                        <a:pt x="2691054" y="526661"/>
                        <a:pt x="2716963" y="540377"/>
                        <a:pt x="2745348" y="550666"/>
                      </a:cubicBezTo>
                      <a:cubicBezTo>
                        <a:pt x="2781163" y="563810"/>
                        <a:pt x="2809548" y="558858"/>
                        <a:pt x="2826694" y="527233"/>
                      </a:cubicBezTo>
                      <a:cubicBezTo>
                        <a:pt x="2831457" y="518278"/>
                        <a:pt x="2839839" y="507800"/>
                        <a:pt x="2848793" y="505134"/>
                      </a:cubicBezTo>
                      <a:cubicBezTo>
                        <a:pt x="2892037" y="491800"/>
                        <a:pt x="2935854" y="472367"/>
                        <a:pt x="2982148" y="484179"/>
                      </a:cubicBezTo>
                      <a:cubicBezTo>
                        <a:pt x="3046158" y="500372"/>
                        <a:pt x="3108644" y="499420"/>
                        <a:pt x="3172654" y="483417"/>
                      </a:cubicBezTo>
                      <a:cubicBezTo>
                        <a:pt x="3276480" y="457508"/>
                        <a:pt x="3380305" y="430076"/>
                        <a:pt x="3489467" y="435790"/>
                      </a:cubicBezTo>
                      <a:cubicBezTo>
                        <a:pt x="3507563" y="436742"/>
                        <a:pt x="3529090" y="425121"/>
                        <a:pt x="3544713" y="413691"/>
                      </a:cubicBezTo>
                      <a:cubicBezTo>
                        <a:pt x="3574622" y="391974"/>
                        <a:pt x="3573288" y="390258"/>
                        <a:pt x="3606817" y="408167"/>
                      </a:cubicBezTo>
                      <a:cubicBezTo>
                        <a:pt x="3614819" y="412549"/>
                        <a:pt x="3624725" y="415215"/>
                        <a:pt x="3630632" y="421693"/>
                      </a:cubicBezTo>
                      <a:cubicBezTo>
                        <a:pt x="3660731" y="454650"/>
                        <a:pt x="3697880" y="446648"/>
                        <a:pt x="3734837" y="441886"/>
                      </a:cubicBezTo>
                      <a:cubicBezTo>
                        <a:pt x="3741315" y="440934"/>
                        <a:pt x="3749125" y="439600"/>
                        <a:pt x="3754652" y="442268"/>
                      </a:cubicBezTo>
                      <a:cubicBezTo>
                        <a:pt x="3779607" y="454268"/>
                        <a:pt x="3800753" y="450078"/>
                        <a:pt x="3822472" y="433694"/>
                      </a:cubicBezTo>
                      <a:cubicBezTo>
                        <a:pt x="3841331" y="419597"/>
                        <a:pt x="3863049" y="411215"/>
                        <a:pt x="3885338" y="428742"/>
                      </a:cubicBezTo>
                      <a:cubicBezTo>
                        <a:pt x="3934870" y="467605"/>
                        <a:pt x="3987829" y="469509"/>
                        <a:pt x="4043839" y="444934"/>
                      </a:cubicBezTo>
                      <a:cubicBezTo>
                        <a:pt x="4083845" y="427407"/>
                        <a:pt x="4123280" y="423407"/>
                        <a:pt x="4165383" y="441124"/>
                      </a:cubicBezTo>
                      <a:cubicBezTo>
                        <a:pt x="4181576" y="447982"/>
                        <a:pt x="4202531" y="443410"/>
                        <a:pt x="4221391" y="444934"/>
                      </a:cubicBezTo>
                      <a:cubicBezTo>
                        <a:pt x="4232060" y="445696"/>
                        <a:pt x="4243872" y="445886"/>
                        <a:pt x="4253014" y="450650"/>
                      </a:cubicBezTo>
                      <a:cubicBezTo>
                        <a:pt x="4277401" y="462843"/>
                        <a:pt x="4300070" y="478463"/>
                        <a:pt x="4324645" y="490466"/>
                      </a:cubicBezTo>
                      <a:cubicBezTo>
                        <a:pt x="4336457" y="496180"/>
                        <a:pt x="4350554" y="499228"/>
                        <a:pt x="4363890" y="499420"/>
                      </a:cubicBezTo>
                      <a:cubicBezTo>
                        <a:pt x="4403325" y="500372"/>
                        <a:pt x="4442761" y="500372"/>
                        <a:pt x="4482004" y="498658"/>
                      </a:cubicBezTo>
                      <a:cubicBezTo>
                        <a:pt x="4546776" y="495990"/>
                        <a:pt x="4612500" y="495418"/>
                        <a:pt x="4659174" y="438648"/>
                      </a:cubicBezTo>
                      <a:cubicBezTo>
                        <a:pt x="4662986" y="434076"/>
                        <a:pt x="4671176" y="431408"/>
                        <a:pt x="4677655" y="430646"/>
                      </a:cubicBezTo>
                      <a:cubicBezTo>
                        <a:pt x="4707564" y="427027"/>
                        <a:pt x="4738235" y="426645"/>
                        <a:pt x="4767764" y="420739"/>
                      </a:cubicBezTo>
                      <a:cubicBezTo>
                        <a:pt x="4791386" y="415977"/>
                        <a:pt x="4811009" y="417501"/>
                        <a:pt x="4828916" y="434266"/>
                      </a:cubicBezTo>
                      <a:cubicBezTo>
                        <a:pt x="4852348" y="456364"/>
                        <a:pt x="4880925" y="469319"/>
                        <a:pt x="4912168" y="462271"/>
                      </a:cubicBezTo>
                      <a:cubicBezTo>
                        <a:pt x="4943409" y="455412"/>
                        <a:pt x="4963984" y="470271"/>
                        <a:pt x="4987037" y="485703"/>
                      </a:cubicBezTo>
                      <a:cubicBezTo>
                        <a:pt x="5003801" y="496942"/>
                        <a:pt x="5022852" y="511040"/>
                        <a:pt x="5041521" y="512182"/>
                      </a:cubicBezTo>
                      <a:cubicBezTo>
                        <a:pt x="5083814" y="514658"/>
                        <a:pt x="5120201" y="553904"/>
                        <a:pt x="5166113" y="531615"/>
                      </a:cubicBezTo>
                      <a:cubicBezTo>
                        <a:pt x="5169161" y="530091"/>
                        <a:pt x="5174685" y="533901"/>
                        <a:pt x="5179067" y="534853"/>
                      </a:cubicBezTo>
                      <a:cubicBezTo>
                        <a:pt x="5214121" y="542093"/>
                        <a:pt x="5247078" y="535043"/>
                        <a:pt x="5272796" y="511230"/>
                      </a:cubicBezTo>
                      <a:cubicBezTo>
                        <a:pt x="5306516" y="480177"/>
                        <a:pt x="5343855" y="477129"/>
                        <a:pt x="5385384" y="487227"/>
                      </a:cubicBezTo>
                      <a:cubicBezTo>
                        <a:pt x="5398721" y="490466"/>
                        <a:pt x="5412057" y="492752"/>
                        <a:pt x="5425582" y="495418"/>
                      </a:cubicBezTo>
                      <a:cubicBezTo>
                        <a:pt x="5443870" y="499228"/>
                        <a:pt x="5462351" y="503230"/>
                        <a:pt x="5480637" y="507040"/>
                      </a:cubicBezTo>
                      <a:cubicBezTo>
                        <a:pt x="5498356" y="510850"/>
                        <a:pt x="5517979" y="517326"/>
                        <a:pt x="5531693" y="500944"/>
                      </a:cubicBezTo>
                      <a:cubicBezTo>
                        <a:pt x="5543506" y="486845"/>
                        <a:pt x="5551888" y="488179"/>
                        <a:pt x="5562746" y="500372"/>
                      </a:cubicBezTo>
                      <a:cubicBezTo>
                        <a:pt x="5600467" y="543045"/>
                        <a:pt x="5646189" y="569716"/>
                        <a:pt x="5704483" y="571620"/>
                      </a:cubicBezTo>
                      <a:cubicBezTo>
                        <a:pt x="5716485" y="572002"/>
                        <a:pt x="5728678" y="574668"/>
                        <a:pt x="5740488" y="577526"/>
                      </a:cubicBezTo>
                      <a:cubicBezTo>
                        <a:pt x="5747728" y="579241"/>
                        <a:pt x="5756493" y="581147"/>
                        <a:pt x="5760873" y="586291"/>
                      </a:cubicBezTo>
                      <a:cubicBezTo>
                        <a:pt x="5794974" y="625534"/>
                        <a:pt x="5837457" y="652777"/>
                        <a:pt x="5883751" y="674686"/>
                      </a:cubicBezTo>
                      <a:cubicBezTo>
                        <a:pt x="5900323" y="682496"/>
                        <a:pt x="5918042" y="690306"/>
                        <a:pt x="5935949" y="692592"/>
                      </a:cubicBezTo>
                      <a:cubicBezTo>
                        <a:pt x="5954617" y="694878"/>
                        <a:pt x="5974240" y="691068"/>
                        <a:pt x="5993291" y="688972"/>
                      </a:cubicBezTo>
                      <a:cubicBezTo>
                        <a:pt x="6004531" y="687830"/>
                        <a:pt x="6017485" y="688020"/>
                        <a:pt x="6026440" y="682496"/>
                      </a:cubicBezTo>
                      <a:cubicBezTo>
                        <a:pt x="6054825" y="665159"/>
                        <a:pt x="6082258" y="646491"/>
                        <a:pt x="6108738" y="626296"/>
                      </a:cubicBezTo>
                      <a:cubicBezTo>
                        <a:pt x="6131409" y="608960"/>
                        <a:pt x="6135981" y="606483"/>
                        <a:pt x="6155602" y="628202"/>
                      </a:cubicBezTo>
                      <a:cubicBezTo>
                        <a:pt x="6175797" y="650491"/>
                        <a:pt x="6200944" y="662111"/>
                        <a:pt x="6228756" y="666873"/>
                      </a:cubicBezTo>
                      <a:cubicBezTo>
                        <a:pt x="6272764" y="674304"/>
                        <a:pt x="6317151" y="680590"/>
                        <a:pt x="6361539" y="684210"/>
                      </a:cubicBezTo>
                      <a:cubicBezTo>
                        <a:pt x="6401736" y="687448"/>
                        <a:pt x="6420977" y="669922"/>
                        <a:pt x="6428979" y="630106"/>
                      </a:cubicBezTo>
                      <a:cubicBezTo>
                        <a:pt x="6433551" y="608007"/>
                        <a:pt x="6439458" y="584003"/>
                        <a:pt x="6463840" y="578098"/>
                      </a:cubicBezTo>
                      <a:cubicBezTo>
                        <a:pt x="6503658" y="568572"/>
                        <a:pt x="6544997" y="564382"/>
                        <a:pt x="6564620" y="517708"/>
                      </a:cubicBezTo>
                      <a:cubicBezTo>
                        <a:pt x="6575478" y="527995"/>
                        <a:pt x="6582146" y="534091"/>
                        <a:pt x="6588625" y="540187"/>
                      </a:cubicBezTo>
                      <a:cubicBezTo>
                        <a:pt x="6606531" y="557142"/>
                        <a:pt x="6643678" y="564382"/>
                        <a:pt x="6662541" y="549714"/>
                      </a:cubicBezTo>
                      <a:cubicBezTo>
                        <a:pt x="6690354" y="528377"/>
                        <a:pt x="6715883" y="532377"/>
                        <a:pt x="6742552" y="548952"/>
                      </a:cubicBezTo>
                      <a:cubicBezTo>
                        <a:pt x="6764841" y="562668"/>
                        <a:pt x="6788417" y="567954"/>
                        <a:pt x="6812063" y="568430"/>
                      </a:cubicBezTo>
                      <a:lnTo>
                        <a:pt x="6858001" y="562267"/>
                      </a:lnTo>
                      <a:lnTo>
                        <a:pt x="6858001" y="734520"/>
                      </a:lnTo>
                      <a:lnTo>
                        <a:pt x="6815516" y="744220"/>
                      </a:lnTo>
                      <a:cubicBezTo>
                        <a:pt x="6793035" y="749744"/>
                        <a:pt x="6771319" y="759651"/>
                        <a:pt x="6748458" y="763271"/>
                      </a:cubicBezTo>
                      <a:cubicBezTo>
                        <a:pt x="6694164" y="771843"/>
                        <a:pt x="6639488" y="777939"/>
                        <a:pt x="6584812" y="784797"/>
                      </a:cubicBezTo>
                      <a:cubicBezTo>
                        <a:pt x="6528424" y="791846"/>
                        <a:pt x="6472225" y="799276"/>
                        <a:pt x="6415833" y="805562"/>
                      </a:cubicBezTo>
                      <a:cubicBezTo>
                        <a:pt x="6384972" y="808802"/>
                        <a:pt x="6353919" y="809372"/>
                        <a:pt x="6323058" y="812420"/>
                      </a:cubicBezTo>
                      <a:cubicBezTo>
                        <a:pt x="6296005" y="815088"/>
                        <a:pt x="6269144" y="820041"/>
                        <a:pt x="6242093" y="823281"/>
                      </a:cubicBezTo>
                      <a:cubicBezTo>
                        <a:pt x="6218660" y="825947"/>
                        <a:pt x="6195037" y="827471"/>
                        <a:pt x="6171605" y="830139"/>
                      </a:cubicBezTo>
                      <a:cubicBezTo>
                        <a:pt x="6134075" y="834519"/>
                        <a:pt x="6096736" y="839473"/>
                        <a:pt x="6059397" y="844045"/>
                      </a:cubicBezTo>
                      <a:cubicBezTo>
                        <a:pt x="6043776" y="845759"/>
                        <a:pt x="6027392" y="850522"/>
                        <a:pt x="6012723" y="847665"/>
                      </a:cubicBezTo>
                      <a:cubicBezTo>
                        <a:pt x="5975764" y="840425"/>
                        <a:pt x="5939377" y="842521"/>
                        <a:pt x="5902610" y="847473"/>
                      </a:cubicBezTo>
                      <a:cubicBezTo>
                        <a:pt x="5890037" y="849190"/>
                        <a:pt x="5876511" y="848808"/>
                        <a:pt x="5864318" y="845569"/>
                      </a:cubicBezTo>
                      <a:cubicBezTo>
                        <a:pt x="5839361" y="839091"/>
                        <a:pt x="5815169" y="829947"/>
                        <a:pt x="5790592" y="821947"/>
                      </a:cubicBezTo>
                      <a:cubicBezTo>
                        <a:pt x="5787924" y="820995"/>
                        <a:pt x="5784686" y="820803"/>
                        <a:pt x="5781830" y="820233"/>
                      </a:cubicBezTo>
                      <a:cubicBezTo>
                        <a:pt x="5765635" y="816992"/>
                        <a:pt x="5749634" y="813754"/>
                        <a:pt x="5733440" y="810896"/>
                      </a:cubicBezTo>
                      <a:cubicBezTo>
                        <a:pt x="5724678" y="809372"/>
                        <a:pt x="5715723" y="809182"/>
                        <a:pt x="5706959" y="807848"/>
                      </a:cubicBezTo>
                      <a:cubicBezTo>
                        <a:pt x="5673050" y="802514"/>
                        <a:pt x="5635711" y="811468"/>
                        <a:pt x="5606372" y="788417"/>
                      </a:cubicBezTo>
                      <a:cubicBezTo>
                        <a:pt x="5587321" y="773557"/>
                        <a:pt x="5568842" y="776987"/>
                        <a:pt x="5548460" y="779273"/>
                      </a:cubicBezTo>
                      <a:cubicBezTo>
                        <a:pt x="5533027" y="780987"/>
                        <a:pt x="5517215" y="780415"/>
                        <a:pt x="5501594" y="780607"/>
                      </a:cubicBezTo>
                      <a:cubicBezTo>
                        <a:pt x="5474161" y="781177"/>
                        <a:pt x="5446728" y="781369"/>
                        <a:pt x="5419295" y="782321"/>
                      </a:cubicBezTo>
                      <a:cubicBezTo>
                        <a:pt x="5410531" y="782701"/>
                        <a:pt x="5401579" y="787465"/>
                        <a:pt x="5393005" y="786703"/>
                      </a:cubicBezTo>
                      <a:cubicBezTo>
                        <a:pt x="5353379" y="783083"/>
                        <a:pt x="5313754" y="777367"/>
                        <a:pt x="5274129" y="774129"/>
                      </a:cubicBezTo>
                      <a:cubicBezTo>
                        <a:pt x="5251650" y="772225"/>
                        <a:pt x="5228597" y="775843"/>
                        <a:pt x="5206308" y="773177"/>
                      </a:cubicBezTo>
                      <a:cubicBezTo>
                        <a:pt x="5180591" y="770129"/>
                        <a:pt x="5155445" y="762319"/>
                        <a:pt x="5129916" y="757554"/>
                      </a:cubicBezTo>
                      <a:cubicBezTo>
                        <a:pt x="5122867" y="756222"/>
                        <a:pt x="5115057" y="757936"/>
                        <a:pt x="5107627" y="758316"/>
                      </a:cubicBezTo>
                      <a:cubicBezTo>
                        <a:pt x="5099245" y="758699"/>
                        <a:pt x="5091052" y="759461"/>
                        <a:pt x="5082670" y="759651"/>
                      </a:cubicBezTo>
                      <a:cubicBezTo>
                        <a:pt x="5057141" y="760033"/>
                        <a:pt x="5031614" y="759461"/>
                        <a:pt x="5006086" y="760795"/>
                      </a:cubicBezTo>
                      <a:cubicBezTo>
                        <a:pt x="4990465" y="761557"/>
                        <a:pt x="4974082" y="769367"/>
                        <a:pt x="4959602" y="766509"/>
                      </a:cubicBezTo>
                      <a:cubicBezTo>
                        <a:pt x="4930075" y="760985"/>
                        <a:pt x="4900546" y="773367"/>
                        <a:pt x="4871019" y="763081"/>
                      </a:cubicBezTo>
                      <a:cubicBezTo>
                        <a:pt x="4861873" y="760033"/>
                        <a:pt x="4849300" y="767653"/>
                        <a:pt x="4838250" y="768033"/>
                      </a:cubicBezTo>
                      <a:cubicBezTo>
                        <a:pt x="4810627" y="768985"/>
                        <a:pt x="4783004" y="768795"/>
                        <a:pt x="4755381" y="768605"/>
                      </a:cubicBezTo>
                      <a:cubicBezTo>
                        <a:pt x="4730614" y="768415"/>
                        <a:pt x="4704895" y="771081"/>
                        <a:pt x="4681083" y="765747"/>
                      </a:cubicBezTo>
                      <a:cubicBezTo>
                        <a:pt x="4656126" y="760033"/>
                        <a:pt x="4633647" y="760795"/>
                        <a:pt x="4609452" y="767271"/>
                      </a:cubicBezTo>
                      <a:cubicBezTo>
                        <a:pt x="4592878" y="771653"/>
                        <a:pt x="4575351" y="772225"/>
                        <a:pt x="4558207" y="773557"/>
                      </a:cubicBezTo>
                      <a:cubicBezTo>
                        <a:pt x="4539728" y="775081"/>
                        <a:pt x="4519343" y="771081"/>
                        <a:pt x="4502579" y="777367"/>
                      </a:cubicBezTo>
                      <a:cubicBezTo>
                        <a:pt x="4452665" y="796038"/>
                        <a:pt x="4401419" y="800038"/>
                        <a:pt x="4349222" y="800038"/>
                      </a:cubicBezTo>
                      <a:cubicBezTo>
                        <a:pt x="4339695" y="800038"/>
                        <a:pt x="4329979" y="797372"/>
                        <a:pt x="4320837" y="794514"/>
                      </a:cubicBezTo>
                      <a:cubicBezTo>
                        <a:pt x="4267493" y="777367"/>
                        <a:pt x="4213961" y="778891"/>
                        <a:pt x="4159667" y="789370"/>
                      </a:cubicBezTo>
                      <a:cubicBezTo>
                        <a:pt x="4148427" y="791656"/>
                        <a:pt x="4135854" y="792038"/>
                        <a:pt x="4124614" y="789752"/>
                      </a:cubicBezTo>
                      <a:cubicBezTo>
                        <a:pt x="4092989" y="783083"/>
                        <a:pt x="4062318" y="772033"/>
                        <a:pt x="4030503" y="767271"/>
                      </a:cubicBezTo>
                      <a:cubicBezTo>
                        <a:pt x="3977925" y="759461"/>
                        <a:pt x="3932394" y="785749"/>
                        <a:pt x="3885338" y="802896"/>
                      </a:cubicBezTo>
                      <a:cubicBezTo>
                        <a:pt x="3840569" y="819089"/>
                        <a:pt x="3802467" y="855666"/>
                        <a:pt x="3749506" y="847473"/>
                      </a:cubicBezTo>
                      <a:cubicBezTo>
                        <a:pt x="3744173" y="846711"/>
                        <a:pt x="3738267" y="851856"/>
                        <a:pt x="3732361" y="853190"/>
                      </a:cubicBezTo>
                      <a:cubicBezTo>
                        <a:pt x="3716168" y="856810"/>
                        <a:pt x="3699976" y="861190"/>
                        <a:pt x="3683591" y="862906"/>
                      </a:cubicBezTo>
                      <a:cubicBezTo>
                        <a:pt x="3663589" y="865192"/>
                        <a:pt x="3643204" y="864430"/>
                        <a:pt x="3623201" y="866334"/>
                      </a:cubicBezTo>
                      <a:cubicBezTo>
                        <a:pt x="3597482" y="868620"/>
                        <a:pt x="3572146" y="874716"/>
                        <a:pt x="3546617" y="874716"/>
                      </a:cubicBezTo>
                      <a:cubicBezTo>
                        <a:pt x="3526042" y="874716"/>
                        <a:pt x="3505657" y="867668"/>
                        <a:pt x="3485275" y="864238"/>
                      </a:cubicBezTo>
                      <a:cubicBezTo>
                        <a:pt x="3456508" y="859476"/>
                        <a:pt x="3424883" y="860810"/>
                        <a:pt x="3399546" y="848618"/>
                      </a:cubicBezTo>
                      <a:cubicBezTo>
                        <a:pt x="3372495" y="835663"/>
                        <a:pt x="3346776" y="829757"/>
                        <a:pt x="3318771" y="833757"/>
                      </a:cubicBezTo>
                      <a:cubicBezTo>
                        <a:pt x="3309437" y="835091"/>
                        <a:pt x="3297434" y="843093"/>
                        <a:pt x="3293244" y="851284"/>
                      </a:cubicBezTo>
                      <a:cubicBezTo>
                        <a:pt x="3283908" y="869572"/>
                        <a:pt x="3271145" y="872812"/>
                        <a:pt x="3253809" y="866524"/>
                      </a:cubicBezTo>
                      <a:cubicBezTo>
                        <a:pt x="3238758" y="861190"/>
                        <a:pt x="3220280" y="858524"/>
                        <a:pt x="3209993" y="848235"/>
                      </a:cubicBezTo>
                      <a:cubicBezTo>
                        <a:pt x="3180844" y="819089"/>
                        <a:pt x="3143695" y="818136"/>
                        <a:pt x="3107500" y="810326"/>
                      </a:cubicBezTo>
                      <a:cubicBezTo>
                        <a:pt x="3085403" y="805562"/>
                        <a:pt x="3064827" y="805372"/>
                        <a:pt x="3042728" y="808610"/>
                      </a:cubicBezTo>
                      <a:cubicBezTo>
                        <a:pt x="2994722" y="815850"/>
                        <a:pt x="2948047" y="805562"/>
                        <a:pt x="2901943" y="792418"/>
                      </a:cubicBezTo>
                      <a:cubicBezTo>
                        <a:pt x="2871462" y="783655"/>
                        <a:pt x="2840219" y="778321"/>
                        <a:pt x="2809930" y="769367"/>
                      </a:cubicBezTo>
                      <a:cubicBezTo>
                        <a:pt x="2787259" y="762509"/>
                        <a:pt x="2764590" y="754316"/>
                        <a:pt x="2743826" y="743268"/>
                      </a:cubicBezTo>
                      <a:cubicBezTo>
                        <a:pt x="2713723" y="727073"/>
                        <a:pt x="2687436" y="702689"/>
                        <a:pt x="2649143" y="709167"/>
                      </a:cubicBezTo>
                      <a:cubicBezTo>
                        <a:pt x="2615421" y="714881"/>
                        <a:pt x="2584942" y="702881"/>
                        <a:pt x="2554079" y="691450"/>
                      </a:cubicBezTo>
                      <a:cubicBezTo>
                        <a:pt x="2531409" y="683068"/>
                        <a:pt x="2508742" y="674494"/>
                        <a:pt x="2485307" y="669160"/>
                      </a:cubicBezTo>
                      <a:cubicBezTo>
                        <a:pt x="2457492" y="662873"/>
                        <a:pt x="2426059" y="665541"/>
                        <a:pt x="2401292" y="653919"/>
                      </a:cubicBezTo>
                      <a:cubicBezTo>
                        <a:pt x="2375383" y="641727"/>
                        <a:pt x="2353859" y="649919"/>
                        <a:pt x="2330806" y="653349"/>
                      </a:cubicBezTo>
                      <a:cubicBezTo>
                        <a:pt x="2294039" y="658683"/>
                        <a:pt x="2257459" y="668590"/>
                        <a:pt x="2220312" y="656015"/>
                      </a:cubicBezTo>
                      <a:cubicBezTo>
                        <a:pt x="2175163" y="640775"/>
                        <a:pt x="2130393" y="624392"/>
                        <a:pt x="2085054" y="609914"/>
                      </a:cubicBezTo>
                      <a:cubicBezTo>
                        <a:pt x="2067525" y="604387"/>
                        <a:pt x="2048668" y="602101"/>
                        <a:pt x="2030378" y="599625"/>
                      </a:cubicBezTo>
                      <a:cubicBezTo>
                        <a:pt x="2013043" y="597529"/>
                        <a:pt x="1992279" y="602863"/>
                        <a:pt x="1978940" y="594863"/>
                      </a:cubicBezTo>
                      <a:cubicBezTo>
                        <a:pt x="1944649" y="574288"/>
                        <a:pt x="1909408" y="564192"/>
                        <a:pt x="1869780" y="564192"/>
                      </a:cubicBezTo>
                      <a:cubicBezTo>
                        <a:pt x="1854920" y="564192"/>
                        <a:pt x="1840441" y="555618"/>
                        <a:pt x="1825393" y="554094"/>
                      </a:cubicBezTo>
                      <a:cubicBezTo>
                        <a:pt x="1804816" y="552190"/>
                        <a:pt x="1781194" y="547045"/>
                        <a:pt x="1763287" y="554286"/>
                      </a:cubicBezTo>
                      <a:cubicBezTo>
                        <a:pt x="1721185" y="571430"/>
                        <a:pt x="1687086" y="557142"/>
                        <a:pt x="1650317" y="540187"/>
                      </a:cubicBezTo>
                      <a:cubicBezTo>
                        <a:pt x="1614120" y="523423"/>
                        <a:pt x="1576019" y="510088"/>
                        <a:pt x="1537537" y="499038"/>
                      </a:cubicBezTo>
                      <a:cubicBezTo>
                        <a:pt x="1523059" y="495038"/>
                        <a:pt x="1505724" y="501706"/>
                        <a:pt x="1489720" y="503038"/>
                      </a:cubicBezTo>
                      <a:cubicBezTo>
                        <a:pt x="1484004" y="503420"/>
                        <a:pt x="1477717" y="503992"/>
                        <a:pt x="1472575" y="502086"/>
                      </a:cubicBezTo>
                      <a:cubicBezTo>
                        <a:pt x="1422854" y="483797"/>
                        <a:pt x="1372368" y="469891"/>
                        <a:pt x="1318456" y="479415"/>
                      </a:cubicBezTo>
                      <a:cubicBezTo>
                        <a:pt x="1313504" y="480369"/>
                        <a:pt x="1307978" y="478273"/>
                        <a:pt x="1303024" y="476939"/>
                      </a:cubicBezTo>
                      <a:cubicBezTo>
                        <a:pt x="1278829" y="470081"/>
                        <a:pt x="1255206" y="459223"/>
                        <a:pt x="1230633" y="456746"/>
                      </a:cubicBezTo>
                      <a:cubicBezTo>
                        <a:pt x="1170051" y="450650"/>
                        <a:pt x="1109091" y="448172"/>
                        <a:pt x="1048125" y="444172"/>
                      </a:cubicBezTo>
                      <a:cubicBezTo>
                        <a:pt x="1044315" y="443982"/>
                        <a:pt x="1040315" y="443982"/>
                        <a:pt x="1036887" y="442648"/>
                      </a:cubicBezTo>
                      <a:cubicBezTo>
                        <a:pt x="1014406" y="434456"/>
                        <a:pt x="994785" y="437124"/>
                        <a:pt x="975733" y="452744"/>
                      </a:cubicBezTo>
                      <a:cubicBezTo>
                        <a:pt x="967350" y="459603"/>
                        <a:pt x="955920" y="463223"/>
                        <a:pt x="945444" y="467033"/>
                      </a:cubicBezTo>
                      <a:cubicBezTo>
                        <a:pt x="930011" y="472749"/>
                        <a:pt x="914200" y="478273"/>
                        <a:pt x="898198" y="481893"/>
                      </a:cubicBezTo>
                      <a:cubicBezTo>
                        <a:pt x="882384" y="485321"/>
                        <a:pt x="865430" y="490084"/>
                        <a:pt x="850189" y="487417"/>
                      </a:cubicBezTo>
                      <a:cubicBezTo>
                        <a:pt x="822756" y="482655"/>
                        <a:pt x="796655" y="471987"/>
                        <a:pt x="769605" y="464937"/>
                      </a:cubicBezTo>
                      <a:cubicBezTo>
                        <a:pt x="760270" y="462461"/>
                        <a:pt x="749982" y="462843"/>
                        <a:pt x="740268" y="462651"/>
                      </a:cubicBezTo>
                      <a:cubicBezTo>
                        <a:pt x="717977" y="462081"/>
                        <a:pt x="695116" y="467605"/>
                        <a:pt x="674923" y="451792"/>
                      </a:cubicBezTo>
                      <a:cubicBezTo>
                        <a:pt x="656255" y="436934"/>
                        <a:pt x="637392" y="441314"/>
                        <a:pt x="617772" y="452554"/>
                      </a:cubicBezTo>
                      <a:cubicBezTo>
                        <a:pt x="603673" y="460557"/>
                        <a:pt x="587672" y="466843"/>
                        <a:pt x="571860" y="469891"/>
                      </a:cubicBezTo>
                      <a:cubicBezTo>
                        <a:pt x="550141" y="474081"/>
                        <a:pt x="528615" y="475797"/>
                        <a:pt x="505182" y="473319"/>
                      </a:cubicBezTo>
                      <a:cubicBezTo>
                        <a:pt x="488607" y="471605"/>
                        <a:pt x="475081" y="470843"/>
                        <a:pt x="462126" y="460747"/>
                      </a:cubicBezTo>
                      <a:cubicBezTo>
                        <a:pt x="460032" y="459223"/>
                        <a:pt x="456222" y="458841"/>
                        <a:pt x="453364" y="459033"/>
                      </a:cubicBezTo>
                      <a:cubicBezTo>
                        <a:pt x="415835" y="462271"/>
                        <a:pt x="378686" y="460557"/>
                        <a:pt x="340774" y="458268"/>
                      </a:cubicBezTo>
                      <a:cubicBezTo>
                        <a:pt x="292579" y="455222"/>
                        <a:pt x="241901" y="464175"/>
                        <a:pt x="200182" y="496180"/>
                      </a:cubicBezTo>
                      <a:cubicBezTo>
                        <a:pt x="194085" y="500944"/>
                        <a:pt x="184941" y="503038"/>
                        <a:pt x="176939" y="504182"/>
                      </a:cubicBezTo>
                      <a:cubicBezTo>
                        <a:pt x="139219" y="509134"/>
                        <a:pt x="101308" y="512564"/>
                        <a:pt x="63587" y="518088"/>
                      </a:cubicBezTo>
                      <a:cubicBezTo>
                        <a:pt x="43012" y="521137"/>
                        <a:pt x="21486" y="523805"/>
                        <a:pt x="2817" y="532187"/>
                      </a:cubicBezTo>
                      <a:lnTo>
                        <a:pt x="0" y="533314"/>
                      </a:lnTo>
                      <a:close/>
                    </a:path>
                  </a:pathLst>
                </a:custGeom>
                <a:grp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grpSp>
      </p:grpSp>
      <p:sp>
        <p:nvSpPr>
          <p:cNvPr id="2" name="Title 1">
            <a:extLst>
              <a:ext uri="{FF2B5EF4-FFF2-40B4-BE49-F238E27FC236}">
                <a16:creationId xmlns:a16="http://schemas.microsoft.com/office/drawing/2014/main" id="{E78FE503-7E9E-0D2C-661D-C3938915583C}"/>
              </a:ext>
            </a:extLst>
          </p:cNvPr>
          <p:cNvSpPr>
            <a:spLocks noGrp="1"/>
          </p:cNvSpPr>
          <p:nvPr>
            <p:ph type="title"/>
          </p:nvPr>
        </p:nvSpPr>
        <p:spPr>
          <a:xfrm>
            <a:off x="819150" y="2700085"/>
            <a:ext cx="2655887" cy="3213277"/>
          </a:xfrm>
        </p:spPr>
        <p:txBody>
          <a:bodyPr anchor="t">
            <a:normAutofit/>
          </a:bodyPr>
          <a:lstStyle/>
          <a:p>
            <a:r>
              <a:rPr lang="en-US" sz="3200" dirty="0"/>
              <a:t>Fundamentals</a:t>
            </a:r>
            <a:endParaRPr lang="en-US" sz="3100" dirty="0"/>
          </a:p>
        </p:txBody>
      </p:sp>
      <p:sp>
        <p:nvSpPr>
          <p:cNvPr id="3" name="Content Placeholder 2">
            <a:extLst>
              <a:ext uri="{FF2B5EF4-FFF2-40B4-BE49-F238E27FC236}">
                <a16:creationId xmlns:a16="http://schemas.microsoft.com/office/drawing/2014/main" id="{61121174-2F28-DD08-B495-25F11B579A83}"/>
              </a:ext>
            </a:extLst>
          </p:cNvPr>
          <p:cNvSpPr>
            <a:spLocks noGrp="1"/>
          </p:cNvSpPr>
          <p:nvPr>
            <p:ph idx="1"/>
          </p:nvPr>
        </p:nvSpPr>
        <p:spPr>
          <a:xfrm>
            <a:off x="5232401" y="1721579"/>
            <a:ext cx="6140449" cy="3952648"/>
          </a:xfrm>
        </p:spPr>
        <p:txBody>
          <a:bodyPr>
            <a:normAutofit/>
          </a:bodyPr>
          <a:lstStyle/>
          <a:p>
            <a:r>
              <a:rPr lang="en-US" sz="2400" dirty="0">
                <a:solidFill>
                  <a:schemeClr val="tx1">
                    <a:alpha val="80000"/>
                  </a:schemeClr>
                </a:solidFill>
              </a:rPr>
              <a:t>Windows Build-in software interface</a:t>
            </a:r>
          </a:p>
          <a:p>
            <a:r>
              <a:rPr lang="en-US" sz="2400" dirty="0">
                <a:solidFill>
                  <a:schemeClr val="tx1">
                    <a:alpha val="80000"/>
                  </a:schemeClr>
                </a:solidFill>
              </a:rPr>
              <a:t>Useful for inter-communication of foreign applications</a:t>
            </a:r>
          </a:p>
          <a:p>
            <a:r>
              <a:rPr lang="en-US" sz="2400" dirty="0">
                <a:solidFill>
                  <a:schemeClr val="tx1">
                    <a:alpha val="80000"/>
                  </a:schemeClr>
                </a:solidFill>
              </a:rPr>
              <a:t>Embeds one application’s functionality to another</a:t>
            </a:r>
          </a:p>
          <a:p>
            <a:r>
              <a:rPr lang="en-US" sz="2400" dirty="0">
                <a:solidFill>
                  <a:schemeClr val="tx1">
                    <a:alpha val="80000"/>
                  </a:schemeClr>
                </a:solidFill>
              </a:rPr>
              <a:t>Supports a large range of different programming languages</a:t>
            </a:r>
          </a:p>
        </p:txBody>
      </p:sp>
    </p:spTree>
    <p:extLst>
      <p:ext uri="{BB962C8B-B14F-4D97-AF65-F5344CB8AC3E}">
        <p14:creationId xmlns:p14="http://schemas.microsoft.com/office/powerpoint/2010/main" val="1876148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E914257E-1E2A-4AC7-89EC-1FB65C9C0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03E1C8F1-97F5-489C-8308-958F096572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6E2F1ABD-6091-CCFC-8B28-E4DCF6A422BE}"/>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pic>
        <p:nvPicPr>
          <p:cNvPr id="7" name="Content Placeholder 6">
            <a:extLst>
              <a:ext uri="{FF2B5EF4-FFF2-40B4-BE49-F238E27FC236}">
                <a16:creationId xmlns:a16="http://schemas.microsoft.com/office/drawing/2014/main" id="{7948149F-B82E-852E-A3CD-98E8402A8306}"/>
              </a:ext>
            </a:extLst>
          </p:cNvPr>
          <p:cNvPicPr>
            <a:picLocks noGrp="1" noChangeAspect="1"/>
          </p:cNvPicPr>
          <p:nvPr>
            <p:ph idx="1"/>
          </p:nvPr>
        </p:nvPicPr>
        <p:blipFill>
          <a:blip r:embed="rId2"/>
          <a:stretch>
            <a:fillRect/>
          </a:stretch>
        </p:blipFill>
        <p:spPr>
          <a:xfrm>
            <a:off x="315126" y="2220278"/>
            <a:ext cx="8645308" cy="4128135"/>
          </a:xfrm>
          <a:prstGeom prst="rect">
            <a:avLst/>
          </a:prstGeom>
        </p:spPr>
      </p:pic>
      <p:sp>
        <p:nvSpPr>
          <p:cNvPr id="16" name="Freeform: Shape 15">
            <a:extLst>
              <a:ext uri="{FF2B5EF4-FFF2-40B4-BE49-F238E27FC236}">
                <a16:creationId xmlns:a16="http://schemas.microsoft.com/office/drawing/2014/main" id="{DEB62645-D4DA-4E99-8344-B1536F63D1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2692734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EEF460C-FE57-5896-B194-17B21B7FF596}"/>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232E1483-FB7E-1EE6-25E4-16299D550E3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31997FD5-B41F-3914-737E-33629D08632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3B9BF3F5-3BC8-71EB-81C1-4375A36B272F}"/>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pic>
        <p:nvPicPr>
          <p:cNvPr id="7" name="Content Placeholder 6">
            <a:extLst>
              <a:ext uri="{FF2B5EF4-FFF2-40B4-BE49-F238E27FC236}">
                <a16:creationId xmlns:a16="http://schemas.microsoft.com/office/drawing/2014/main" id="{E5EC0A7B-0227-9238-A9B1-DE4599467A14}"/>
              </a:ext>
            </a:extLst>
          </p:cNvPr>
          <p:cNvPicPr>
            <a:picLocks noGrp="1" noChangeAspect="1"/>
          </p:cNvPicPr>
          <p:nvPr>
            <p:ph idx="1"/>
          </p:nvPr>
        </p:nvPicPr>
        <p:blipFill>
          <a:blip r:embed="rId2"/>
          <a:stretch>
            <a:fillRect/>
          </a:stretch>
        </p:blipFill>
        <p:spPr>
          <a:xfrm>
            <a:off x="315126" y="2220278"/>
            <a:ext cx="8645308" cy="4128135"/>
          </a:xfrm>
          <a:prstGeom prst="rect">
            <a:avLst/>
          </a:prstGeom>
        </p:spPr>
      </p:pic>
      <p:sp>
        <p:nvSpPr>
          <p:cNvPr id="16" name="Freeform: Shape 15">
            <a:extLst>
              <a:ext uri="{FF2B5EF4-FFF2-40B4-BE49-F238E27FC236}">
                <a16:creationId xmlns:a16="http://schemas.microsoft.com/office/drawing/2014/main" id="{293EE22B-A6B4-7258-E0A6-83D5CE936E4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1AE2CB3B-B551-54E7-07BA-E2519AF5E8BF}"/>
              </a:ext>
            </a:extLst>
          </p:cNvPr>
          <p:cNvPicPr>
            <a:picLocks noChangeAspect="1"/>
          </p:cNvPicPr>
          <p:nvPr/>
        </p:nvPicPr>
        <p:blipFill>
          <a:blip r:embed="rId3"/>
          <a:stretch>
            <a:fillRect/>
          </a:stretch>
        </p:blipFill>
        <p:spPr>
          <a:xfrm>
            <a:off x="3812062" y="1464175"/>
            <a:ext cx="7772400" cy="4513006"/>
          </a:xfrm>
          <a:prstGeom prst="rect">
            <a:avLst/>
          </a:prstGeom>
        </p:spPr>
      </p:pic>
    </p:spTree>
    <p:extLst>
      <p:ext uri="{BB962C8B-B14F-4D97-AF65-F5344CB8AC3E}">
        <p14:creationId xmlns:p14="http://schemas.microsoft.com/office/powerpoint/2010/main" val="301691757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C2BD756-45AC-945C-6D4A-DDCF0DFD7FF0}"/>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5235CE4F-98BA-EF19-C08C-2548BD9CE07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1593DD46-BFF5-9478-9122-03A97B1792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538E7C76-868B-B77E-0505-04B800037D0E}"/>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pic>
        <p:nvPicPr>
          <p:cNvPr id="7" name="Content Placeholder 6">
            <a:extLst>
              <a:ext uri="{FF2B5EF4-FFF2-40B4-BE49-F238E27FC236}">
                <a16:creationId xmlns:a16="http://schemas.microsoft.com/office/drawing/2014/main" id="{1F11B2A8-935F-EC89-C621-454AC0785EC8}"/>
              </a:ext>
            </a:extLst>
          </p:cNvPr>
          <p:cNvPicPr>
            <a:picLocks noGrp="1" noChangeAspect="1"/>
          </p:cNvPicPr>
          <p:nvPr>
            <p:ph idx="1"/>
          </p:nvPr>
        </p:nvPicPr>
        <p:blipFill>
          <a:blip r:embed="rId2"/>
          <a:stretch>
            <a:fillRect/>
          </a:stretch>
        </p:blipFill>
        <p:spPr>
          <a:xfrm>
            <a:off x="315126" y="2220278"/>
            <a:ext cx="8645308" cy="4128135"/>
          </a:xfrm>
          <a:prstGeom prst="rect">
            <a:avLst/>
          </a:prstGeom>
        </p:spPr>
      </p:pic>
      <p:sp>
        <p:nvSpPr>
          <p:cNvPr id="16" name="Freeform: Shape 15">
            <a:extLst>
              <a:ext uri="{FF2B5EF4-FFF2-40B4-BE49-F238E27FC236}">
                <a16:creationId xmlns:a16="http://schemas.microsoft.com/office/drawing/2014/main" id="{4715A2F8-3452-AC46-341F-ECB1B074C8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a:extLst>
              <a:ext uri="{FF2B5EF4-FFF2-40B4-BE49-F238E27FC236}">
                <a16:creationId xmlns:a16="http://schemas.microsoft.com/office/drawing/2014/main" id="{A00A928E-7545-184B-3056-9E0F8E93C749}"/>
              </a:ext>
            </a:extLst>
          </p:cNvPr>
          <p:cNvPicPr>
            <a:picLocks noChangeAspect="1"/>
          </p:cNvPicPr>
          <p:nvPr/>
        </p:nvPicPr>
        <p:blipFill>
          <a:blip r:embed="rId3"/>
          <a:stretch>
            <a:fillRect/>
          </a:stretch>
        </p:blipFill>
        <p:spPr>
          <a:xfrm>
            <a:off x="3812062" y="1464175"/>
            <a:ext cx="7772400" cy="4513006"/>
          </a:xfrm>
          <a:prstGeom prst="rect">
            <a:avLst/>
          </a:prstGeom>
        </p:spPr>
      </p:pic>
      <p:pic>
        <p:nvPicPr>
          <p:cNvPr id="4" name="Picture 3">
            <a:extLst>
              <a:ext uri="{FF2B5EF4-FFF2-40B4-BE49-F238E27FC236}">
                <a16:creationId xmlns:a16="http://schemas.microsoft.com/office/drawing/2014/main" id="{DB4A187F-7337-7465-F1B7-789F0BAB9A23}"/>
              </a:ext>
            </a:extLst>
          </p:cNvPr>
          <p:cNvPicPr>
            <a:picLocks noChangeAspect="1"/>
          </p:cNvPicPr>
          <p:nvPr/>
        </p:nvPicPr>
        <p:blipFill>
          <a:blip r:embed="rId4"/>
          <a:stretch>
            <a:fillRect/>
          </a:stretch>
        </p:blipFill>
        <p:spPr>
          <a:xfrm>
            <a:off x="1748468" y="2796900"/>
            <a:ext cx="7772400" cy="3551513"/>
          </a:xfrm>
          <a:prstGeom prst="rect">
            <a:avLst/>
          </a:prstGeom>
        </p:spPr>
      </p:pic>
    </p:spTree>
    <p:extLst>
      <p:ext uri="{BB962C8B-B14F-4D97-AF65-F5344CB8AC3E}">
        <p14:creationId xmlns:p14="http://schemas.microsoft.com/office/powerpoint/2010/main" val="282887862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057B1F4-53AA-EADD-4BDB-0E0C233C7DAD}"/>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8792D2E9-36F5-E1C6-4D4B-F31726A286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FC61B47-52F9-6A6E-49C9-DB140E49734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BB746F9E-E4AD-0B3B-44B8-CDAE06EDDBE9}"/>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sp>
        <p:nvSpPr>
          <p:cNvPr id="16" name="Freeform: Shape 15">
            <a:extLst>
              <a:ext uri="{FF2B5EF4-FFF2-40B4-BE49-F238E27FC236}">
                <a16:creationId xmlns:a16="http://schemas.microsoft.com/office/drawing/2014/main" id="{18E1D674-0183-A412-4AA1-6A3705A16A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1AEB4859-37B0-5D69-AE9B-7319C3759EB9}"/>
              </a:ext>
            </a:extLst>
          </p:cNvPr>
          <p:cNvSpPr/>
          <p:nvPr/>
        </p:nvSpPr>
        <p:spPr>
          <a:xfrm>
            <a:off x="1430867" y="2823633"/>
            <a:ext cx="2421466" cy="121073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Application A</a:t>
            </a:r>
          </a:p>
        </p:txBody>
      </p:sp>
      <p:sp>
        <p:nvSpPr>
          <p:cNvPr id="6" name="Rectangle 5">
            <a:extLst>
              <a:ext uri="{FF2B5EF4-FFF2-40B4-BE49-F238E27FC236}">
                <a16:creationId xmlns:a16="http://schemas.microsoft.com/office/drawing/2014/main" id="{69B29E42-B418-93F0-DDFA-211E48A4C6A7}"/>
              </a:ext>
            </a:extLst>
          </p:cNvPr>
          <p:cNvSpPr/>
          <p:nvPr/>
        </p:nvSpPr>
        <p:spPr>
          <a:xfrm>
            <a:off x="7611535" y="2823633"/>
            <a:ext cx="2421466" cy="1210734"/>
          </a:xfrm>
          <a:prstGeom prst="rect">
            <a:avLst/>
          </a:prstGeom>
          <a:solidFill>
            <a:schemeClr val="accent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Application B</a:t>
            </a:r>
          </a:p>
        </p:txBody>
      </p:sp>
      <p:sp>
        <p:nvSpPr>
          <p:cNvPr id="8" name="TextBox 7">
            <a:extLst>
              <a:ext uri="{FF2B5EF4-FFF2-40B4-BE49-F238E27FC236}">
                <a16:creationId xmlns:a16="http://schemas.microsoft.com/office/drawing/2014/main" id="{096F371D-54EB-DC96-0A37-4C58D1E8F59E}"/>
              </a:ext>
            </a:extLst>
          </p:cNvPr>
          <p:cNvSpPr txBox="1"/>
          <p:nvPr/>
        </p:nvSpPr>
        <p:spPr>
          <a:xfrm>
            <a:off x="1902231" y="2333560"/>
            <a:ext cx="1478738" cy="369332"/>
          </a:xfrm>
          <a:prstGeom prst="rect">
            <a:avLst/>
          </a:prstGeom>
          <a:noFill/>
        </p:spPr>
        <p:txBody>
          <a:bodyPr wrap="none" rtlCol="0">
            <a:spAutoFit/>
          </a:bodyPr>
          <a:lstStyle/>
          <a:p>
            <a:r>
              <a:rPr lang="en-US" dirty="0">
                <a:solidFill>
                  <a:srgbClr val="FFC000"/>
                </a:solidFill>
              </a:rPr>
              <a:t>COM CLIENT</a:t>
            </a:r>
          </a:p>
        </p:txBody>
      </p:sp>
      <p:sp>
        <p:nvSpPr>
          <p:cNvPr id="9" name="TextBox 8">
            <a:extLst>
              <a:ext uri="{FF2B5EF4-FFF2-40B4-BE49-F238E27FC236}">
                <a16:creationId xmlns:a16="http://schemas.microsoft.com/office/drawing/2014/main" id="{054B0B8B-575B-ED51-D57E-5FFDE280BB4D}"/>
              </a:ext>
            </a:extLst>
          </p:cNvPr>
          <p:cNvSpPr txBox="1"/>
          <p:nvPr/>
        </p:nvSpPr>
        <p:spPr>
          <a:xfrm>
            <a:off x="8051768" y="2304920"/>
            <a:ext cx="1540999" cy="369332"/>
          </a:xfrm>
          <a:prstGeom prst="rect">
            <a:avLst/>
          </a:prstGeom>
          <a:noFill/>
        </p:spPr>
        <p:txBody>
          <a:bodyPr wrap="none" rtlCol="0">
            <a:spAutoFit/>
          </a:bodyPr>
          <a:lstStyle/>
          <a:p>
            <a:r>
              <a:rPr lang="en-US" dirty="0">
                <a:solidFill>
                  <a:srgbClr val="FFC000"/>
                </a:solidFill>
              </a:rPr>
              <a:t>COM SERVER</a:t>
            </a:r>
          </a:p>
        </p:txBody>
      </p:sp>
      <p:sp>
        <p:nvSpPr>
          <p:cNvPr id="10" name="Right Arrow 9">
            <a:extLst>
              <a:ext uri="{FF2B5EF4-FFF2-40B4-BE49-F238E27FC236}">
                <a16:creationId xmlns:a16="http://schemas.microsoft.com/office/drawing/2014/main" id="{ADA1146C-6688-716B-CE31-883319218B3C}"/>
              </a:ext>
            </a:extLst>
          </p:cNvPr>
          <p:cNvSpPr/>
          <p:nvPr/>
        </p:nvSpPr>
        <p:spPr>
          <a:xfrm>
            <a:off x="4042834" y="2954867"/>
            <a:ext cx="3378200" cy="474133"/>
          </a:xfrm>
          <a:prstGeom prst="rightArrow">
            <a:avLst/>
          </a:prstGeom>
          <a:solidFill>
            <a:srgbClr val="92D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FF0000"/>
                </a:solidFill>
              </a:rPr>
              <a:t>Foreign Object</a:t>
            </a:r>
          </a:p>
        </p:txBody>
      </p:sp>
      <p:sp>
        <p:nvSpPr>
          <p:cNvPr id="15" name="Left Arrow 14">
            <a:extLst>
              <a:ext uri="{FF2B5EF4-FFF2-40B4-BE49-F238E27FC236}">
                <a16:creationId xmlns:a16="http://schemas.microsoft.com/office/drawing/2014/main" id="{B0EBB5E8-196D-0AE7-D81B-ABA6ABA37F6F}"/>
              </a:ext>
            </a:extLst>
          </p:cNvPr>
          <p:cNvSpPr/>
          <p:nvPr/>
        </p:nvSpPr>
        <p:spPr>
          <a:xfrm>
            <a:off x="4042834" y="3572933"/>
            <a:ext cx="3263899" cy="533400"/>
          </a:xfrm>
          <a:prstGeom prst="left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92D050"/>
                </a:solidFill>
              </a:rPr>
              <a:t>Functionality</a:t>
            </a:r>
          </a:p>
        </p:txBody>
      </p:sp>
      <p:pic>
        <p:nvPicPr>
          <p:cNvPr id="18" name="Graphic 17" descr="Tag outline">
            <a:extLst>
              <a:ext uri="{FF2B5EF4-FFF2-40B4-BE49-F238E27FC236}">
                <a16:creationId xmlns:a16="http://schemas.microsoft.com/office/drawing/2014/main" id="{6EBD4042-3053-00C9-2DD9-772C907821F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283493" y="3771003"/>
            <a:ext cx="1940009" cy="2008639"/>
          </a:xfrm>
          <a:prstGeom prst="rect">
            <a:avLst/>
          </a:prstGeom>
        </p:spPr>
      </p:pic>
      <p:pic>
        <p:nvPicPr>
          <p:cNvPr id="24" name="Graphic 23" descr="Speech outline">
            <a:extLst>
              <a:ext uri="{FF2B5EF4-FFF2-40B4-BE49-F238E27FC236}">
                <a16:creationId xmlns:a16="http://schemas.microsoft.com/office/drawing/2014/main" id="{87FD2F7A-2193-5C20-3FA4-BCA99B9B7EDE}"/>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rot="18339057">
            <a:off x="5974540" y="3490246"/>
            <a:ext cx="2912192" cy="2703893"/>
          </a:xfrm>
          <a:prstGeom prst="rect">
            <a:avLst/>
          </a:prstGeom>
        </p:spPr>
      </p:pic>
      <p:sp>
        <p:nvSpPr>
          <p:cNvPr id="25" name="TextBox 24">
            <a:extLst>
              <a:ext uri="{FF2B5EF4-FFF2-40B4-BE49-F238E27FC236}">
                <a16:creationId xmlns:a16="http://schemas.microsoft.com/office/drawing/2014/main" id="{E8573D0E-D602-88CB-46DF-305109FE7350}"/>
              </a:ext>
            </a:extLst>
          </p:cNvPr>
          <p:cNvSpPr txBox="1"/>
          <p:nvPr/>
        </p:nvSpPr>
        <p:spPr>
          <a:xfrm rot="18332985">
            <a:off x="6464238" y="4257401"/>
            <a:ext cx="1592078" cy="923330"/>
          </a:xfrm>
          <a:prstGeom prst="rect">
            <a:avLst/>
          </a:prstGeom>
          <a:noFill/>
        </p:spPr>
        <p:txBody>
          <a:bodyPr wrap="square" rtlCol="0">
            <a:spAutoFit/>
          </a:bodyPr>
          <a:lstStyle/>
          <a:p>
            <a:pPr algn="ctr"/>
            <a:r>
              <a:rPr lang="en-US" b="1" dirty="0">
                <a:solidFill>
                  <a:srgbClr val="FF0000"/>
                </a:solidFill>
              </a:rPr>
              <a:t>Unique Identifier </a:t>
            </a:r>
          </a:p>
          <a:p>
            <a:pPr algn="ctr"/>
            <a:r>
              <a:rPr lang="en-US" b="1" dirty="0">
                <a:solidFill>
                  <a:srgbClr val="FF0000"/>
                </a:solidFill>
              </a:rPr>
              <a:t>(CLSID)</a:t>
            </a:r>
          </a:p>
        </p:txBody>
      </p:sp>
    </p:spTree>
    <p:extLst>
      <p:ext uri="{BB962C8B-B14F-4D97-AF65-F5344CB8AC3E}">
        <p14:creationId xmlns:p14="http://schemas.microsoft.com/office/powerpoint/2010/main" val="3746179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blinds(horizontal)">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blinds(horizontal)">
                                      <p:cBhvr>
                                        <p:cTn id="12" dur="500"/>
                                        <p:tgtEl>
                                          <p:spTgt spid="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0-#ppt_w/2"/>
                                          </p:val>
                                        </p:tav>
                                        <p:tav tm="100000">
                                          <p:val>
                                            <p:strVal val="#ppt_x"/>
                                          </p:val>
                                        </p:tav>
                                      </p:tavLst>
                                    </p:anim>
                                    <p:anim calcmode="lin" valueType="num">
                                      <p:cBhvr additive="base">
                                        <p:cTn id="1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1+#ppt_w/2"/>
                                          </p:val>
                                        </p:tav>
                                        <p:tav tm="100000">
                                          <p:val>
                                            <p:strVal val="#ppt_x"/>
                                          </p:val>
                                        </p:tav>
                                      </p:tavLst>
                                    </p:anim>
                                    <p:anim calcmode="lin" valueType="num">
                                      <p:cBhvr additive="base">
                                        <p:cTn id="24"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blinds(horizontal)">
                                      <p:cBhvr>
                                        <p:cTn id="29" dur="500"/>
                                        <p:tgtEl>
                                          <p:spTgt spid="24"/>
                                        </p:tgtEl>
                                      </p:cBhvr>
                                    </p:animEffect>
                                  </p:childTnLst>
                                </p:cTn>
                              </p:par>
                              <p:par>
                                <p:cTn id="30" presetID="3" presetClass="entr" presetSubtype="10" fill="hold" grpId="0" nodeType="with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blinds(horizontal)">
                                      <p:cBhvr>
                                        <p:cTn id="32" dur="500"/>
                                        <p:tgtEl>
                                          <p:spTgt spid="25"/>
                                        </p:tgtEl>
                                      </p:cBhvr>
                                    </p:animEffect>
                                  </p:childTnLst>
                                </p:cTn>
                              </p:par>
                              <p:par>
                                <p:cTn id="33" presetID="3" presetClass="entr" presetSubtype="1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blinds(horizontal)">
                                      <p:cBhvr>
                                        <p:cTn id="3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5" grpId="0" animBg="1"/>
      <p:bldP spid="2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EF0E52-27A9-B318-9EF9-A274B63DF4F2}"/>
              </a:ext>
            </a:extLst>
          </p:cNvPr>
          <p:cNvSpPr>
            <a:spLocks noGrp="1"/>
          </p:cNvSpPr>
          <p:nvPr>
            <p:ph type="title"/>
          </p:nvPr>
        </p:nvSpPr>
        <p:spPr/>
        <p:txBody>
          <a:bodyPr/>
          <a:lstStyle/>
          <a:p>
            <a:r>
              <a:rPr lang="en-US"/>
              <a:t>Fundamentals</a:t>
            </a:r>
            <a:endParaRPr lang="en-US" dirty="0"/>
          </a:p>
        </p:txBody>
      </p:sp>
      <p:pic>
        <p:nvPicPr>
          <p:cNvPr id="10" name="Content Placeholder 9">
            <a:extLst>
              <a:ext uri="{FF2B5EF4-FFF2-40B4-BE49-F238E27FC236}">
                <a16:creationId xmlns:a16="http://schemas.microsoft.com/office/drawing/2014/main" id="{D8CDCABE-524C-8B72-ADCC-80BF1A2CFE70}"/>
              </a:ext>
            </a:extLst>
          </p:cNvPr>
          <p:cNvPicPr>
            <a:picLocks noGrp="1" noChangeAspect="1"/>
          </p:cNvPicPr>
          <p:nvPr>
            <p:ph idx="1"/>
          </p:nvPr>
        </p:nvPicPr>
        <p:blipFill>
          <a:blip r:embed="rId2"/>
          <a:stretch>
            <a:fillRect/>
          </a:stretch>
        </p:blipFill>
        <p:spPr>
          <a:xfrm>
            <a:off x="1692559" y="1660274"/>
            <a:ext cx="8806882" cy="4832601"/>
          </a:xfrm>
          <a:prstGeom prst="rect">
            <a:avLst/>
          </a:prstGeom>
        </p:spPr>
      </p:pic>
    </p:spTree>
    <p:extLst>
      <p:ext uri="{BB962C8B-B14F-4D97-AF65-F5344CB8AC3E}">
        <p14:creationId xmlns:p14="http://schemas.microsoft.com/office/powerpoint/2010/main" val="312243679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7E3B097-2FC6-F1A8-03E4-536CF95EA4AA}"/>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87C304B1-6103-8276-9A79-B8963829DEA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939E68BF-F341-D4A0-9957-0CF1EC9AE9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53F7DBD2-3387-D679-9720-0765ACC9E710}"/>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sp>
        <p:nvSpPr>
          <p:cNvPr id="16" name="Freeform: Shape 15">
            <a:extLst>
              <a:ext uri="{FF2B5EF4-FFF2-40B4-BE49-F238E27FC236}">
                <a16:creationId xmlns:a16="http://schemas.microsoft.com/office/drawing/2014/main" id="{E6E1B002-FCB7-5A14-859C-88F79A9F80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139A00DD-86C8-3E11-50BB-2A91C4489E88}"/>
              </a:ext>
            </a:extLst>
          </p:cNvPr>
          <p:cNvSpPr>
            <a:spLocks noGrp="1"/>
          </p:cNvSpPr>
          <p:nvPr>
            <p:ph idx="1"/>
          </p:nvPr>
        </p:nvSpPr>
        <p:spPr>
          <a:xfrm>
            <a:off x="838200" y="2138892"/>
            <a:ext cx="10515600" cy="4351338"/>
          </a:xfrm>
        </p:spPr>
        <p:txBody>
          <a:bodyPr/>
          <a:lstStyle/>
          <a:p>
            <a:pPr lvl="0"/>
            <a:r>
              <a:rPr lang="en-US" dirty="0"/>
              <a:t>Each COM component is identified by a </a:t>
            </a:r>
            <a:r>
              <a:rPr lang="en-US" b="1" dirty="0"/>
              <a:t>Class ID (CLSID)</a:t>
            </a:r>
            <a:r>
              <a:rPr lang="en-US" dirty="0"/>
              <a:t>, which is a pseudo-randomly generated globally unique identifier. </a:t>
            </a:r>
          </a:p>
          <a:p>
            <a:pPr lvl="0"/>
            <a:r>
              <a:rPr lang="en-US" dirty="0"/>
              <a:t>Each COM component exposes functionality through one or more </a:t>
            </a:r>
            <a:r>
              <a:rPr lang="en-US" b="1" dirty="0"/>
              <a:t>interfaces</a:t>
            </a:r>
            <a:r>
              <a:rPr lang="en-US" dirty="0"/>
              <a:t>, identified by </a:t>
            </a:r>
            <a:r>
              <a:rPr lang="en-US" b="1" dirty="0"/>
              <a:t>Interface IDs (IIDs)</a:t>
            </a:r>
            <a:r>
              <a:rPr lang="en-US" dirty="0"/>
              <a:t>. </a:t>
            </a:r>
          </a:p>
          <a:p>
            <a:pPr lvl="0"/>
            <a:r>
              <a:rPr lang="en-US" dirty="0"/>
              <a:t>A </a:t>
            </a:r>
            <a:r>
              <a:rPr lang="en-US" b="1" dirty="0"/>
              <a:t>COM Class (COCLASS)</a:t>
            </a:r>
            <a:r>
              <a:rPr lang="en-US" dirty="0"/>
              <a:t> is an implementation of one or more interfaces and is represented by its </a:t>
            </a:r>
            <a:r>
              <a:rPr lang="en-US" b="1" dirty="0"/>
              <a:t>CLSID</a:t>
            </a:r>
            <a:r>
              <a:rPr lang="en-US" dirty="0"/>
              <a:t> or a </a:t>
            </a:r>
            <a:r>
              <a:rPr lang="en-US" b="1" dirty="0"/>
              <a:t>Programmatic Identifier (ProgID)</a:t>
            </a:r>
            <a:r>
              <a:rPr lang="en-US" dirty="0"/>
              <a:t>.</a:t>
            </a:r>
          </a:p>
          <a:p>
            <a:endParaRPr lang="en-US" dirty="0"/>
          </a:p>
        </p:txBody>
      </p:sp>
    </p:spTree>
    <p:extLst>
      <p:ext uri="{BB962C8B-B14F-4D97-AF65-F5344CB8AC3E}">
        <p14:creationId xmlns:p14="http://schemas.microsoft.com/office/powerpoint/2010/main" val="398606244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3B3D757-2CC1-E695-95DC-A10747471A8B}"/>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FEFC59D4-D77B-25AD-4A1C-224F060F80F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D7C4C06-2CF5-0102-D999-FF7647A353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0458D52B-4AA8-684C-42C8-D482F6C3F2C2}"/>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sp>
        <p:nvSpPr>
          <p:cNvPr id="16" name="Freeform: Shape 15">
            <a:extLst>
              <a:ext uri="{FF2B5EF4-FFF2-40B4-BE49-F238E27FC236}">
                <a16:creationId xmlns:a16="http://schemas.microsoft.com/office/drawing/2014/main" id="{20EB340E-F81B-B951-B908-05ED0A9AD75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5873C31F-62D8-D331-3E97-C0036C91BFD5}"/>
              </a:ext>
            </a:extLst>
          </p:cNvPr>
          <p:cNvSpPr>
            <a:spLocks noGrp="1"/>
          </p:cNvSpPr>
          <p:nvPr>
            <p:ph idx="1"/>
          </p:nvPr>
        </p:nvSpPr>
        <p:spPr/>
        <p:txBody>
          <a:bodyPr/>
          <a:lstStyle/>
          <a:p>
            <a:pPr lvl="0"/>
            <a:r>
              <a:rPr lang="en-US" dirty="0"/>
              <a:t>Each COM component is identified by a </a:t>
            </a:r>
            <a:r>
              <a:rPr lang="en-US" b="1" dirty="0"/>
              <a:t>Class ID (CLSID)</a:t>
            </a:r>
            <a:r>
              <a:rPr lang="en-US" dirty="0"/>
              <a:t>, which is a pseudo-randomly generated globally unique identifier. </a:t>
            </a:r>
          </a:p>
          <a:p>
            <a:pPr lvl="0"/>
            <a:r>
              <a:rPr lang="en-US" dirty="0"/>
              <a:t>Each COM component exposes functionality through one or more </a:t>
            </a:r>
            <a:r>
              <a:rPr lang="en-US" b="1" dirty="0"/>
              <a:t>interfaces</a:t>
            </a:r>
            <a:r>
              <a:rPr lang="en-US" dirty="0"/>
              <a:t>, identified by </a:t>
            </a:r>
            <a:r>
              <a:rPr lang="en-US" b="1" dirty="0"/>
              <a:t>Interface IDs (IIDs)</a:t>
            </a:r>
            <a:r>
              <a:rPr lang="en-US" dirty="0"/>
              <a:t>. </a:t>
            </a:r>
          </a:p>
          <a:p>
            <a:pPr lvl="0"/>
            <a:r>
              <a:rPr lang="en-US" dirty="0"/>
              <a:t>A </a:t>
            </a:r>
            <a:r>
              <a:rPr lang="en-US" b="1" dirty="0"/>
              <a:t>COM Class (COCLASS)</a:t>
            </a:r>
            <a:r>
              <a:rPr lang="en-US" dirty="0"/>
              <a:t> is an implementation of one or more interfaces and is represented by its </a:t>
            </a:r>
            <a:r>
              <a:rPr lang="en-US" b="1" dirty="0"/>
              <a:t>CLSID</a:t>
            </a:r>
            <a:r>
              <a:rPr lang="en-US" dirty="0"/>
              <a:t> or a </a:t>
            </a:r>
            <a:r>
              <a:rPr lang="en-US" b="1" dirty="0"/>
              <a:t>Programmatic Identifier (ProgID)</a:t>
            </a:r>
            <a:r>
              <a:rPr lang="en-US" dirty="0"/>
              <a:t>.</a:t>
            </a:r>
          </a:p>
          <a:p>
            <a:endParaRPr lang="en-US" dirty="0"/>
          </a:p>
        </p:txBody>
      </p:sp>
      <p:pic>
        <p:nvPicPr>
          <p:cNvPr id="3" name="Picture 2">
            <a:extLst>
              <a:ext uri="{FF2B5EF4-FFF2-40B4-BE49-F238E27FC236}">
                <a16:creationId xmlns:a16="http://schemas.microsoft.com/office/drawing/2014/main" id="{671D4B14-1613-F71A-6E64-3D167FD1E04B}"/>
              </a:ext>
            </a:extLst>
          </p:cNvPr>
          <p:cNvPicPr>
            <a:picLocks noChangeAspect="1"/>
          </p:cNvPicPr>
          <p:nvPr/>
        </p:nvPicPr>
        <p:blipFill>
          <a:blip r:embed="rId2"/>
          <a:stretch>
            <a:fillRect/>
          </a:stretch>
        </p:blipFill>
        <p:spPr>
          <a:xfrm>
            <a:off x="3818592" y="5194789"/>
            <a:ext cx="7772400" cy="881795"/>
          </a:xfrm>
          <a:prstGeom prst="rect">
            <a:avLst/>
          </a:prstGeom>
        </p:spPr>
      </p:pic>
    </p:spTree>
    <p:extLst>
      <p:ext uri="{BB962C8B-B14F-4D97-AF65-F5344CB8AC3E}">
        <p14:creationId xmlns:p14="http://schemas.microsoft.com/office/powerpoint/2010/main" val="371975924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5B944DC-338B-DE70-9675-694D1B8BD770}"/>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38B4D982-B95B-5591-03DF-B1DC277EE9A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ADDCFA6B-AB65-1E69-3EB3-F0CD41CB38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AB827FA4-CD2D-E552-F122-3288FBA85A2F}"/>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sp>
        <p:nvSpPr>
          <p:cNvPr id="16" name="Freeform: Shape 15">
            <a:extLst>
              <a:ext uri="{FF2B5EF4-FFF2-40B4-BE49-F238E27FC236}">
                <a16:creationId xmlns:a16="http://schemas.microsoft.com/office/drawing/2014/main" id="{0AEB31F3-B362-E2C1-919B-FA3889F0F6C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4DE38A4E-2154-4100-7A9C-059B1752419A}"/>
              </a:ext>
            </a:extLst>
          </p:cNvPr>
          <p:cNvSpPr>
            <a:spLocks noGrp="1"/>
          </p:cNvSpPr>
          <p:nvPr>
            <p:ph idx="1"/>
          </p:nvPr>
        </p:nvSpPr>
        <p:spPr>
          <a:xfrm>
            <a:off x="753736" y="2216648"/>
            <a:ext cx="10515600" cy="4351338"/>
          </a:xfrm>
        </p:spPr>
        <p:txBody>
          <a:bodyPr/>
          <a:lstStyle/>
          <a:p>
            <a:pPr>
              <a:buFont typeface="Wingdings" pitchFamily="2" charset="2"/>
              <a:buChar char="Ø"/>
            </a:pPr>
            <a:r>
              <a:rPr lang="en-US" dirty="0"/>
              <a:t>Machine’s COM objects are in </a:t>
            </a:r>
            <a:r>
              <a:rPr lang="en-US" dirty="0">
                <a:solidFill>
                  <a:schemeClr val="accent2"/>
                </a:solidFill>
              </a:rPr>
              <a:t>HKEY_LOCAL_MACHINE\Software\Classes</a:t>
            </a:r>
          </a:p>
          <a:p>
            <a:pPr marL="0" indent="0">
              <a:buNone/>
            </a:pPr>
            <a:endParaRPr lang="en-US" dirty="0"/>
          </a:p>
          <a:p>
            <a:pPr>
              <a:buFont typeface="Wingdings" pitchFamily="2" charset="2"/>
              <a:buChar char="Ø"/>
            </a:pPr>
            <a:r>
              <a:rPr lang="en-US" dirty="0"/>
              <a:t>User’s COM Objects are in</a:t>
            </a:r>
          </a:p>
          <a:p>
            <a:pPr marL="0" indent="0">
              <a:buNone/>
            </a:pPr>
            <a:r>
              <a:rPr lang="en-US" dirty="0">
                <a:solidFill>
                  <a:schemeClr val="accent2"/>
                </a:solidFill>
              </a:rPr>
              <a:t>HKEY_CURRENT_USER\Software\Classes</a:t>
            </a:r>
          </a:p>
        </p:txBody>
      </p:sp>
    </p:spTree>
    <p:extLst>
      <p:ext uri="{BB962C8B-B14F-4D97-AF65-F5344CB8AC3E}">
        <p14:creationId xmlns:p14="http://schemas.microsoft.com/office/powerpoint/2010/main" val="233773907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38BD22A-DE13-900E-E1E1-84C8F9FFC633}"/>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2E027B2E-DC48-EC49-013F-7EDA1431DDB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B2FF9A63-ABD1-F175-808C-67D2F25A2E2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90F78731-F934-2A1F-97F4-DEC40DEB254A}"/>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sp>
        <p:nvSpPr>
          <p:cNvPr id="16" name="Freeform: Shape 15">
            <a:extLst>
              <a:ext uri="{FF2B5EF4-FFF2-40B4-BE49-F238E27FC236}">
                <a16:creationId xmlns:a16="http://schemas.microsoft.com/office/drawing/2014/main" id="{680D8EFE-8DDB-DDDB-A00F-11E063956B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78F27777-B60E-716A-358A-A1AA4154922A}"/>
              </a:ext>
            </a:extLst>
          </p:cNvPr>
          <p:cNvSpPr>
            <a:spLocks noGrp="1"/>
          </p:cNvSpPr>
          <p:nvPr>
            <p:ph idx="1"/>
          </p:nvPr>
        </p:nvSpPr>
        <p:spPr>
          <a:xfrm>
            <a:off x="780612" y="2333189"/>
            <a:ext cx="10515600" cy="4351338"/>
          </a:xfrm>
        </p:spPr>
        <p:txBody>
          <a:bodyPr/>
          <a:lstStyle/>
          <a:p>
            <a:pPr marL="0" indent="0" algn="ctr">
              <a:buNone/>
            </a:pPr>
            <a:r>
              <a:rPr lang="en-US" dirty="0">
                <a:solidFill>
                  <a:schemeClr val="accent2"/>
                </a:solidFill>
              </a:rPr>
              <a:t>HKEY_LOCAL_MACHINE\Software\Classes</a:t>
            </a:r>
          </a:p>
          <a:p>
            <a:pPr marL="0" indent="0" algn="ctr">
              <a:buNone/>
            </a:pPr>
            <a:r>
              <a:rPr lang="en-US" sz="5400" dirty="0">
                <a:solidFill>
                  <a:srgbClr val="FFFF00"/>
                </a:solidFill>
              </a:rPr>
              <a:t>+</a:t>
            </a:r>
            <a:endParaRPr lang="en-US" dirty="0"/>
          </a:p>
          <a:p>
            <a:pPr marL="0" indent="0" algn="ctr">
              <a:buNone/>
            </a:pPr>
            <a:r>
              <a:rPr lang="en-US" dirty="0">
                <a:solidFill>
                  <a:schemeClr val="accent2"/>
                </a:solidFill>
              </a:rPr>
              <a:t>HKEY_CURRENT_USER\Software\Classes</a:t>
            </a:r>
          </a:p>
          <a:p>
            <a:pPr marL="0" indent="0" algn="ctr">
              <a:buNone/>
            </a:pPr>
            <a:endParaRPr lang="en-US" dirty="0">
              <a:solidFill>
                <a:srgbClr val="92D050"/>
              </a:solidFill>
            </a:endParaRPr>
          </a:p>
        </p:txBody>
      </p:sp>
      <p:sp>
        <p:nvSpPr>
          <p:cNvPr id="3" name="Rectangle 2">
            <a:extLst>
              <a:ext uri="{FF2B5EF4-FFF2-40B4-BE49-F238E27FC236}">
                <a16:creationId xmlns:a16="http://schemas.microsoft.com/office/drawing/2014/main" id="{76A0D4E8-4881-432F-BBBA-D1AB6CFF8F60}"/>
              </a:ext>
            </a:extLst>
          </p:cNvPr>
          <p:cNvSpPr/>
          <p:nvPr/>
        </p:nvSpPr>
        <p:spPr>
          <a:xfrm>
            <a:off x="2312894" y="3584312"/>
            <a:ext cx="7234517" cy="708212"/>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89700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184C257-979F-581A-FB30-7CE6A4C9A2A6}"/>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32B660C0-4B24-6D87-548D-ED659BA173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FF50ED03-5C31-52EF-8850-78B05CB895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7733379E-4105-884E-4027-CF908AE78F9C}"/>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a:solidFill>
                  <a:schemeClr val="tx1"/>
                </a:solidFill>
                <a:latin typeface="+mj-lt"/>
                <a:ea typeface="+mj-ea"/>
                <a:cs typeface="+mj-cs"/>
              </a:rPr>
              <a:t>Fundamentals</a:t>
            </a:r>
          </a:p>
        </p:txBody>
      </p:sp>
      <p:sp>
        <p:nvSpPr>
          <p:cNvPr id="16" name="Freeform: Shape 15">
            <a:extLst>
              <a:ext uri="{FF2B5EF4-FFF2-40B4-BE49-F238E27FC236}">
                <a16:creationId xmlns:a16="http://schemas.microsoft.com/office/drawing/2014/main" id="{0A4C860D-F6C5-76BC-757A-C97881D3F0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FC0710DB-F7EA-A90A-E426-2841163E8F95}"/>
              </a:ext>
            </a:extLst>
          </p:cNvPr>
          <p:cNvSpPr>
            <a:spLocks noGrp="1"/>
          </p:cNvSpPr>
          <p:nvPr>
            <p:ph idx="1"/>
          </p:nvPr>
        </p:nvSpPr>
        <p:spPr>
          <a:xfrm>
            <a:off x="780612" y="2333189"/>
            <a:ext cx="10515600" cy="4351338"/>
          </a:xfrm>
        </p:spPr>
        <p:txBody>
          <a:bodyPr/>
          <a:lstStyle/>
          <a:p>
            <a:pPr marL="0" indent="0" algn="ctr">
              <a:buNone/>
            </a:pPr>
            <a:r>
              <a:rPr lang="en-US" dirty="0">
                <a:solidFill>
                  <a:schemeClr val="accent2"/>
                </a:solidFill>
              </a:rPr>
              <a:t>HKEY_LOCAL_MACHINE\Software\Classes</a:t>
            </a:r>
          </a:p>
          <a:p>
            <a:pPr marL="0" indent="0" algn="ctr">
              <a:buNone/>
            </a:pPr>
            <a:r>
              <a:rPr lang="en-US" sz="5400" dirty="0">
                <a:solidFill>
                  <a:srgbClr val="FFFF00"/>
                </a:solidFill>
              </a:rPr>
              <a:t>+</a:t>
            </a:r>
            <a:endParaRPr lang="en-US" dirty="0"/>
          </a:p>
          <a:p>
            <a:pPr marL="0" indent="0" algn="ctr">
              <a:buNone/>
            </a:pPr>
            <a:r>
              <a:rPr lang="en-US" dirty="0">
                <a:solidFill>
                  <a:schemeClr val="accent2"/>
                </a:solidFill>
              </a:rPr>
              <a:t>HKEY_CURRENT_USER\Software\Classes</a:t>
            </a:r>
          </a:p>
          <a:p>
            <a:pPr marL="0" indent="0" algn="ctr">
              <a:buNone/>
            </a:pPr>
            <a:r>
              <a:rPr lang="en-US" sz="4400" dirty="0">
                <a:solidFill>
                  <a:srgbClr val="92D050"/>
                </a:solidFill>
              </a:rPr>
              <a:t>=</a:t>
            </a:r>
          </a:p>
          <a:p>
            <a:pPr marL="0" indent="0" algn="ctr">
              <a:buNone/>
            </a:pPr>
            <a:r>
              <a:rPr lang="en-US" dirty="0">
                <a:solidFill>
                  <a:srgbClr val="FF0000"/>
                </a:solidFill>
              </a:rPr>
              <a:t>HKEY_CLASS_ROOT\CLSID</a:t>
            </a:r>
          </a:p>
          <a:p>
            <a:pPr marL="0" indent="0" algn="ctr">
              <a:buNone/>
            </a:pPr>
            <a:endParaRPr lang="en-US" dirty="0">
              <a:solidFill>
                <a:srgbClr val="92D050"/>
              </a:solidFill>
            </a:endParaRPr>
          </a:p>
        </p:txBody>
      </p:sp>
    </p:spTree>
    <p:extLst>
      <p:ext uri="{BB962C8B-B14F-4D97-AF65-F5344CB8AC3E}">
        <p14:creationId xmlns:p14="http://schemas.microsoft.com/office/powerpoint/2010/main" val="216722149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56BAFB9-1E53-7462-9BB9-4060AEC8B0C1}"/>
            </a:ext>
          </a:extLst>
        </p:cNvPr>
        <p:cNvGrpSpPr/>
        <p:nvPr/>
      </p:nvGrpSpPr>
      <p:grpSpPr>
        <a:xfrm>
          <a:off x="0" y="0"/>
          <a:ext cx="0" cy="0"/>
          <a:chOff x="0" y="0"/>
          <a:chExt cx="0" cy="0"/>
        </a:xfrm>
      </p:grpSpPr>
      <p:sp useBgFill="1">
        <p:nvSpPr>
          <p:cNvPr id="30" name="Rectangle 29">
            <a:extLst>
              <a:ext uri="{FF2B5EF4-FFF2-40B4-BE49-F238E27FC236}">
                <a16:creationId xmlns:a16="http://schemas.microsoft.com/office/drawing/2014/main" id="{99F1FFA9-D672-408C-9220-ADEEC6ABD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007256E8-1B23-37B7-3F19-180AD3333EB5}"/>
              </a:ext>
            </a:extLst>
          </p:cNvPr>
          <p:cNvSpPr>
            <a:spLocks noGrp="1"/>
          </p:cNvSpPr>
          <p:nvPr>
            <p:ph type="title"/>
          </p:nvPr>
        </p:nvSpPr>
        <p:spPr>
          <a:xfrm>
            <a:off x="838201" y="365125"/>
            <a:ext cx="3816095" cy="1938076"/>
          </a:xfrm>
        </p:spPr>
        <p:txBody>
          <a:bodyPr vert="horz" lIns="91440" tIns="45720" rIns="91440" bIns="45720" rtlCol="0">
            <a:normAutofit/>
          </a:bodyPr>
          <a:lstStyle/>
          <a:p>
            <a:r>
              <a:rPr lang="en-US" kern="1200">
                <a:latin typeface="+mj-lt"/>
                <a:ea typeface="+mj-ea"/>
                <a:cs typeface="+mj-cs"/>
              </a:rPr>
              <a:t>Fundamentals</a:t>
            </a:r>
          </a:p>
        </p:txBody>
      </p:sp>
      <p:sp>
        <p:nvSpPr>
          <p:cNvPr id="4" name="Content Placeholder 3">
            <a:extLst>
              <a:ext uri="{FF2B5EF4-FFF2-40B4-BE49-F238E27FC236}">
                <a16:creationId xmlns:a16="http://schemas.microsoft.com/office/drawing/2014/main" id="{08D8612C-27E5-C94F-1F96-91371B9FDDAE}"/>
              </a:ext>
            </a:extLst>
          </p:cNvPr>
          <p:cNvSpPr>
            <a:spLocks noGrp="1"/>
          </p:cNvSpPr>
          <p:nvPr>
            <p:ph idx="1"/>
          </p:nvPr>
        </p:nvSpPr>
        <p:spPr>
          <a:xfrm>
            <a:off x="838201" y="2482589"/>
            <a:ext cx="3816096" cy="3694373"/>
          </a:xfrm>
        </p:spPr>
        <p:txBody>
          <a:bodyPr>
            <a:normAutofit/>
          </a:bodyPr>
          <a:lstStyle/>
          <a:p>
            <a:r>
              <a:rPr lang="en-US" sz="2000" dirty="0"/>
              <a:t>The LocalServer32 key represents the full path to an executable (EXE) implementation</a:t>
            </a:r>
          </a:p>
          <a:p>
            <a:endParaRPr lang="en-US" sz="2000" dirty="0"/>
          </a:p>
          <a:p>
            <a:r>
              <a:rPr lang="en-US" sz="2000" dirty="0"/>
              <a:t>The IncprocSever32 key represents the full path to a dynamic link library (DLL) implementation</a:t>
            </a:r>
          </a:p>
        </p:txBody>
      </p:sp>
      <p:pic>
        <p:nvPicPr>
          <p:cNvPr id="5" name="Picture 4">
            <a:extLst>
              <a:ext uri="{FF2B5EF4-FFF2-40B4-BE49-F238E27FC236}">
                <a16:creationId xmlns:a16="http://schemas.microsoft.com/office/drawing/2014/main" id="{6EFFDF5F-016D-E471-7D4A-A8B692984DEC}"/>
              </a:ext>
            </a:extLst>
          </p:cNvPr>
          <p:cNvPicPr>
            <a:picLocks noChangeAspect="1"/>
          </p:cNvPicPr>
          <p:nvPr/>
        </p:nvPicPr>
        <p:blipFill>
          <a:blip r:embed="rId2"/>
          <a:srcRect l="-2039" r="6762"/>
          <a:stretch>
            <a:fillRect/>
          </a:stretch>
        </p:blipFill>
        <p:spPr>
          <a:xfrm>
            <a:off x="4904316" y="-5"/>
            <a:ext cx="7284636" cy="3842025"/>
          </a:xfrm>
          <a:custGeom>
            <a:avLst/>
            <a:gdLst/>
            <a:ahLst/>
            <a:cxnLst/>
            <a:rect l="l" t="t" r="r" b="b"/>
            <a:pathLst>
              <a:path w="7287684" h="3694372">
                <a:moveTo>
                  <a:pt x="1047969" y="0"/>
                </a:moveTo>
                <a:lnTo>
                  <a:pt x="7287684" y="0"/>
                </a:lnTo>
                <a:lnTo>
                  <a:pt x="7287684" y="814388"/>
                </a:lnTo>
                <a:lnTo>
                  <a:pt x="7287684" y="3694372"/>
                </a:lnTo>
                <a:lnTo>
                  <a:pt x="471411" y="3694372"/>
                </a:lnTo>
                <a:lnTo>
                  <a:pt x="470992" y="3686621"/>
                </a:lnTo>
                <a:cubicBezTo>
                  <a:pt x="458999" y="3642419"/>
                  <a:pt x="427907" y="3602236"/>
                  <a:pt x="376383" y="3554015"/>
                </a:cubicBezTo>
                <a:cubicBezTo>
                  <a:pt x="315976" y="3500438"/>
                  <a:pt x="255568" y="3454003"/>
                  <a:pt x="170288" y="3407569"/>
                </a:cubicBezTo>
                <a:cubicBezTo>
                  <a:pt x="365723" y="3382565"/>
                  <a:pt x="163181" y="3296841"/>
                  <a:pt x="230695" y="3243263"/>
                </a:cubicBezTo>
                <a:cubicBezTo>
                  <a:pt x="369276" y="3221831"/>
                  <a:pt x="479431" y="3393282"/>
                  <a:pt x="667759" y="3343275"/>
                </a:cubicBezTo>
                <a:cubicBezTo>
                  <a:pt x="440344" y="3196828"/>
                  <a:pt x="184501" y="3150393"/>
                  <a:pt x="17493" y="2953940"/>
                </a:cubicBezTo>
                <a:cubicBezTo>
                  <a:pt x="56580" y="2911078"/>
                  <a:pt x="95667" y="2953940"/>
                  <a:pt x="127647" y="2936081"/>
                </a:cubicBezTo>
                <a:cubicBezTo>
                  <a:pt x="127647" y="2925365"/>
                  <a:pt x="500751" y="2993232"/>
                  <a:pt x="522071" y="2714625"/>
                </a:cubicBezTo>
                <a:cubicBezTo>
                  <a:pt x="529178" y="2714625"/>
                  <a:pt x="536285" y="2714625"/>
                  <a:pt x="543391" y="2703909"/>
                </a:cubicBezTo>
                <a:cubicBezTo>
                  <a:pt x="582478" y="2664619"/>
                  <a:pt x="546945" y="2571750"/>
                  <a:pt x="610905" y="2564606"/>
                </a:cubicBezTo>
                <a:cubicBezTo>
                  <a:pt x="681973" y="2557462"/>
                  <a:pt x="749487" y="2525315"/>
                  <a:pt x="824107" y="2543175"/>
                </a:cubicBezTo>
                <a:cubicBezTo>
                  <a:pt x="880961" y="2557462"/>
                  <a:pt x="941368" y="2575322"/>
                  <a:pt x="1001776" y="2575322"/>
                </a:cubicBezTo>
                <a:cubicBezTo>
                  <a:pt x="1065736" y="2575322"/>
                  <a:pt x="1154570" y="2696766"/>
                  <a:pt x="1193658" y="2536031"/>
                </a:cubicBezTo>
                <a:cubicBezTo>
                  <a:pt x="1193658" y="2528888"/>
                  <a:pt x="1303812" y="2546747"/>
                  <a:pt x="1364219" y="2553891"/>
                </a:cubicBezTo>
                <a:cubicBezTo>
                  <a:pt x="1413966" y="2561035"/>
                  <a:pt x="1474374" y="2593181"/>
                  <a:pt x="1509907" y="2528888"/>
                </a:cubicBezTo>
                <a:cubicBezTo>
                  <a:pt x="1527674" y="2489596"/>
                  <a:pt x="1442393" y="2418159"/>
                  <a:pt x="1367772" y="2411015"/>
                </a:cubicBezTo>
                <a:cubicBezTo>
                  <a:pt x="1300259" y="2403872"/>
                  <a:pt x="1232745" y="2396728"/>
                  <a:pt x="1168784" y="2411015"/>
                </a:cubicBezTo>
                <a:cubicBezTo>
                  <a:pt x="1090610" y="2428875"/>
                  <a:pt x="1047969" y="2400300"/>
                  <a:pt x="1026649" y="2336007"/>
                </a:cubicBezTo>
                <a:cubicBezTo>
                  <a:pt x="1001776" y="2268141"/>
                  <a:pt x="955582" y="2232422"/>
                  <a:pt x="891621" y="2200275"/>
                </a:cubicBezTo>
                <a:cubicBezTo>
                  <a:pt x="735273" y="2121694"/>
                  <a:pt x="586032" y="2028825"/>
                  <a:pt x="415470" y="1982390"/>
                </a:cubicBezTo>
                <a:cubicBezTo>
                  <a:pt x="383490" y="1975246"/>
                  <a:pt x="344403" y="1960959"/>
                  <a:pt x="330189" y="1900238"/>
                </a:cubicBezTo>
                <a:cubicBezTo>
                  <a:pt x="792127" y="1993106"/>
                  <a:pt x="1211424" y="2232422"/>
                  <a:pt x="1687576" y="2218135"/>
                </a:cubicBezTo>
                <a:cubicBezTo>
                  <a:pt x="1559654" y="2143125"/>
                  <a:pt x="1406860" y="2139554"/>
                  <a:pt x="1268278" y="2085975"/>
                </a:cubicBezTo>
                <a:cubicBezTo>
                  <a:pt x="1367772" y="2046685"/>
                  <a:pt x="1460160" y="2089547"/>
                  <a:pt x="1552548" y="2110978"/>
                </a:cubicBezTo>
                <a:cubicBezTo>
                  <a:pt x="1630722" y="2128837"/>
                  <a:pt x="1701789" y="2132410"/>
                  <a:pt x="1708896" y="2021681"/>
                </a:cubicBezTo>
                <a:cubicBezTo>
                  <a:pt x="1708896" y="2010965"/>
                  <a:pt x="1708896" y="2003821"/>
                  <a:pt x="1708896" y="1993106"/>
                </a:cubicBezTo>
                <a:cubicBezTo>
                  <a:pt x="1680469" y="1946672"/>
                  <a:pt x="1641382" y="1925240"/>
                  <a:pt x="1591635" y="1910953"/>
                </a:cubicBezTo>
                <a:cubicBezTo>
                  <a:pt x="1563208" y="1903809"/>
                  <a:pt x="1524121" y="1889522"/>
                  <a:pt x="1524121" y="1857375"/>
                </a:cubicBezTo>
                <a:cubicBezTo>
                  <a:pt x="1527674" y="1735931"/>
                  <a:pt x="1431733" y="1700212"/>
                  <a:pt x="1339346" y="1664493"/>
                </a:cubicBezTo>
                <a:cubicBezTo>
                  <a:pt x="1389093" y="1603772"/>
                  <a:pt x="1431733" y="1646635"/>
                  <a:pt x="1470820" y="1643062"/>
                </a:cubicBezTo>
                <a:cubicBezTo>
                  <a:pt x="1495694" y="1639491"/>
                  <a:pt x="1520567" y="1635919"/>
                  <a:pt x="1520567" y="1603772"/>
                </a:cubicBezTo>
                <a:cubicBezTo>
                  <a:pt x="1520567" y="1578769"/>
                  <a:pt x="1509907" y="1546622"/>
                  <a:pt x="1485034" y="1546622"/>
                </a:cubicBezTo>
                <a:cubicBezTo>
                  <a:pt x="1328686" y="1543050"/>
                  <a:pt x="1239851" y="1371600"/>
                  <a:pt x="1076396" y="1371600"/>
                </a:cubicBezTo>
                <a:cubicBezTo>
                  <a:pt x="976902" y="1371600"/>
                  <a:pt x="1126144" y="1275159"/>
                  <a:pt x="1044416" y="1235869"/>
                </a:cubicBezTo>
                <a:cubicBezTo>
                  <a:pt x="1026649" y="1225153"/>
                  <a:pt x="1094163" y="1210866"/>
                  <a:pt x="1122590" y="1214437"/>
                </a:cubicBezTo>
                <a:cubicBezTo>
                  <a:pt x="1151017" y="1218009"/>
                  <a:pt x="1175891" y="1243013"/>
                  <a:pt x="1211424" y="1225153"/>
                </a:cubicBezTo>
                <a:cubicBezTo>
                  <a:pt x="1229191" y="1160860"/>
                  <a:pt x="1182997" y="1135856"/>
                  <a:pt x="1140357" y="1117997"/>
                </a:cubicBezTo>
                <a:cubicBezTo>
                  <a:pt x="1047969" y="1075135"/>
                  <a:pt x="955582" y="1025129"/>
                  <a:pt x="852534" y="1010841"/>
                </a:cubicBezTo>
                <a:cubicBezTo>
                  <a:pt x="817001" y="1007269"/>
                  <a:pt x="795680" y="989409"/>
                  <a:pt x="799234" y="953690"/>
                </a:cubicBezTo>
                <a:cubicBezTo>
                  <a:pt x="806340" y="907256"/>
                  <a:pt x="841874" y="921544"/>
                  <a:pt x="870301" y="925115"/>
                </a:cubicBezTo>
                <a:cubicBezTo>
                  <a:pt x="888068" y="928688"/>
                  <a:pt x="905835" y="939403"/>
                  <a:pt x="923602" y="914400"/>
                </a:cubicBezTo>
                <a:cubicBezTo>
                  <a:pt x="611794" y="724198"/>
                  <a:pt x="409919" y="684684"/>
                  <a:pt x="132090" y="589415"/>
                </a:cubicBezTo>
                <a:lnTo>
                  <a:pt x="31922" y="552917"/>
                </a:lnTo>
                <a:lnTo>
                  <a:pt x="26859" y="541335"/>
                </a:lnTo>
                <a:cubicBezTo>
                  <a:pt x="20137" y="534929"/>
                  <a:pt x="8953" y="532232"/>
                  <a:pt x="0" y="527681"/>
                </a:cubicBezTo>
                <a:cubicBezTo>
                  <a:pt x="5969" y="516305"/>
                  <a:pt x="7617" y="502963"/>
                  <a:pt x="17905" y="493550"/>
                </a:cubicBezTo>
                <a:cubicBezTo>
                  <a:pt x="23947" y="488022"/>
                  <a:pt x="35344" y="487159"/>
                  <a:pt x="44763" y="486724"/>
                </a:cubicBezTo>
                <a:lnTo>
                  <a:pt x="165722" y="483650"/>
                </a:lnTo>
                <a:lnTo>
                  <a:pt x="193385" y="498723"/>
                </a:lnTo>
                <a:cubicBezTo>
                  <a:pt x="210263" y="511671"/>
                  <a:pt x="227142" y="525066"/>
                  <a:pt x="315976" y="535781"/>
                </a:cubicBezTo>
                <a:cubicBezTo>
                  <a:pt x="401257" y="546497"/>
                  <a:pt x="479431" y="582216"/>
                  <a:pt x="575372" y="525066"/>
                </a:cubicBezTo>
                <a:cubicBezTo>
                  <a:pt x="639332" y="485775"/>
                  <a:pt x="742380" y="528637"/>
                  <a:pt x="820554" y="560785"/>
                </a:cubicBezTo>
                <a:cubicBezTo>
                  <a:pt x="884515" y="589360"/>
                  <a:pt x="948475" y="596503"/>
                  <a:pt x="1033756" y="560785"/>
                </a:cubicBezTo>
                <a:cubicBezTo>
                  <a:pt x="955582" y="539354"/>
                  <a:pt x="895175" y="521494"/>
                  <a:pt x="834767" y="507206"/>
                </a:cubicBezTo>
                <a:cubicBezTo>
                  <a:pt x="785020" y="496491"/>
                  <a:pt x="756593" y="471488"/>
                  <a:pt x="760147" y="417909"/>
                </a:cubicBezTo>
                <a:cubicBezTo>
                  <a:pt x="760147" y="389334"/>
                  <a:pt x="749487" y="350044"/>
                  <a:pt x="785020" y="335757"/>
                </a:cubicBezTo>
                <a:cubicBezTo>
                  <a:pt x="813447" y="321469"/>
                  <a:pt x="852534" y="335757"/>
                  <a:pt x="866748" y="360759"/>
                </a:cubicBezTo>
                <a:cubicBezTo>
                  <a:pt x="884515" y="407194"/>
                  <a:pt x="902281" y="450056"/>
                  <a:pt x="962689" y="453629"/>
                </a:cubicBezTo>
                <a:cubicBezTo>
                  <a:pt x="1044416" y="460771"/>
                  <a:pt x="998222" y="432197"/>
                  <a:pt x="984009" y="396478"/>
                </a:cubicBezTo>
                <a:cubicBezTo>
                  <a:pt x="969795" y="357188"/>
                  <a:pt x="1012436" y="346472"/>
                  <a:pt x="1040863" y="353615"/>
                </a:cubicBezTo>
                <a:cubicBezTo>
                  <a:pt x="1147464" y="385763"/>
                  <a:pt x="1257618" y="328613"/>
                  <a:pt x="1367772" y="375047"/>
                </a:cubicBezTo>
                <a:cubicBezTo>
                  <a:pt x="1339346" y="260747"/>
                  <a:pt x="1278938" y="210741"/>
                  <a:pt x="1151017" y="192881"/>
                </a:cubicBezTo>
                <a:cubicBezTo>
                  <a:pt x="1104823" y="189310"/>
                  <a:pt x="1055076" y="196453"/>
                  <a:pt x="1012436" y="164306"/>
                </a:cubicBezTo>
                <a:cubicBezTo>
                  <a:pt x="987562" y="146447"/>
                  <a:pt x="962689" y="125016"/>
                  <a:pt x="980456" y="89297"/>
                </a:cubicBezTo>
                <a:cubicBezTo>
                  <a:pt x="991116" y="64294"/>
                  <a:pt x="1019542" y="64294"/>
                  <a:pt x="1044416" y="71437"/>
                </a:cubicBezTo>
                <a:cubicBezTo>
                  <a:pt x="1147464" y="110728"/>
                  <a:pt x="1257618" y="121444"/>
                  <a:pt x="1364219" y="135731"/>
                </a:cubicBezTo>
                <a:cubicBezTo>
                  <a:pt x="1381986" y="139303"/>
                  <a:pt x="1399753" y="146447"/>
                  <a:pt x="1417520" y="110728"/>
                </a:cubicBezTo>
                <a:cubicBezTo>
                  <a:pt x="1293152" y="78581"/>
                  <a:pt x="1172337" y="35719"/>
                  <a:pt x="1047969" y="0"/>
                </a:cubicBezTo>
                <a:close/>
              </a:path>
            </a:pathLst>
          </a:custGeom>
        </p:spPr>
      </p:pic>
      <p:pic>
        <p:nvPicPr>
          <p:cNvPr id="7" name="Picture 6">
            <a:extLst>
              <a:ext uri="{FF2B5EF4-FFF2-40B4-BE49-F238E27FC236}">
                <a16:creationId xmlns:a16="http://schemas.microsoft.com/office/drawing/2014/main" id="{209BE7EB-E7C2-BFB9-E549-71C236C67F03}"/>
              </a:ext>
            </a:extLst>
          </p:cNvPr>
          <p:cNvPicPr>
            <a:picLocks noChangeAspect="1"/>
          </p:cNvPicPr>
          <p:nvPr/>
        </p:nvPicPr>
        <p:blipFill>
          <a:blip r:embed="rId3"/>
          <a:srcRect l="3982" t="613" r="31813" b="-612"/>
          <a:stretch>
            <a:fillRect/>
          </a:stretch>
        </p:blipFill>
        <p:spPr>
          <a:xfrm>
            <a:off x="5088709" y="3935505"/>
            <a:ext cx="7100243" cy="2902897"/>
          </a:xfrm>
          <a:custGeom>
            <a:avLst/>
            <a:gdLst/>
            <a:ahLst/>
            <a:cxnLst/>
            <a:rect l="l" t="t" r="r" b="b"/>
            <a:pathLst>
              <a:path w="7472381" h="3055043">
                <a:moveTo>
                  <a:pt x="638975" y="0"/>
                </a:moveTo>
                <a:lnTo>
                  <a:pt x="7472381" y="0"/>
                </a:lnTo>
                <a:lnTo>
                  <a:pt x="7472381" y="2579984"/>
                </a:lnTo>
                <a:lnTo>
                  <a:pt x="7472381" y="3055043"/>
                </a:lnTo>
                <a:lnTo>
                  <a:pt x="6992676" y="3055043"/>
                </a:lnTo>
                <a:lnTo>
                  <a:pt x="1946893" y="3055043"/>
                </a:lnTo>
                <a:cubicBezTo>
                  <a:pt x="1801205" y="2983605"/>
                  <a:pt x="1662624" y="2897880"/>
                  <a:pt x="1506276" y="2855018"/>
                </a:cubicBezTo>
                <a:cubicBezTo>
                  <a:pt x="1399675" y="2826443"/>
                  <a:pt x="1296627" y="2776437"/>
                  <a:pt x="1314394" y="2626417"/>
                </a:cubicBezTo>
                <a:cubicBezTo>
                  <a:pt x="1317947" y="2583555"/>
                  <a:pt x="1289520" y="2551409"/>
                  <a:pt x="1246880" y="2562124"/>
                </a:cubicBezTo>
                <a:cubicBezTo>
                  <a:pt x="1165153" y="2583555"/>
                  <a:pt x="1126065" y="2522833"/>
                  <a:pt x="1079872" y="2476399"/>
                </a:cubicBezTo>
                <a:cubicBezTo>
                  <a:pt x="998144" y="2394247"/>
                  <a:pt x="919970" y="2308520"/>
                  <a:pt x="788495" y="2294233"/>
                </a:cubicBezTo>
                <a:cubicBezTo>
                  <a:pt x="813369" y="2229939"/>
                  <a:pt x="856009" y="2237083"/>
                  <a:pt x="895097" y="2251371"/>
                </a:cubicBezTo>
                <a:cubicBezTo>
                  <a:pt x="998144" y="2287090"/>
                  <a:pt x="1101192" y="2326380"/>
                  <a:pt x="1204239" y="2362099"/>
                </a:cubicBezTo>
                <a:cubicBezTo>
                  <a:pt x="1271754" y="2383530"/>
                  <a:pt x="1339267" y="2415677"/>
                  <a:pt x="1428102" y="2390674"/>
                </a:cubicBezTo>
                <a:cubicBezTo>
                  <a:pt x="1349928" y="2262087"/>
                  <a:pt x="1218453" y="2237083"/>
                  <a:pt x="1111852" y="2197793"/>
                </a:cubicBezTo>
                <a:cubicBezTo>
                  <a:pt x="980377" y="2147787"/>
                  <a:pt x="902203" y="2054918"/>
                  <a:pt x="806262" y="1947762"/>
                </a:cubicBezTo>
                <a:cubicBezTo>
                  <a:pt x="902203" y="1919187"/>
                  <a:pt x="962610" y="1997768"/>
                  <a:pt x="1040785" y="1994196"/>
                </a:cubicBezTo>
                <a:cubicBezTo>
                  <a:pt x="1044338" y="1983480"/>
                  <a:pt x="1051445" y="1962049"/>
                  <a:pt x="1051445" y="1962049"/>
                </a:cubicBezTo>
                <a:cubicBezTo>
                  <a:pt x="923523" y="1904899"/>
                  <a:pt x="866670" y="1797743"/>
                  <a:pt x="845349" y="1665583"/>
                </a:cubicBezTo>
                <a:cubicBezTo>
                  <a:pt x="838243" y="1597718"/>
                  <a:pt x="792049" y="1576287"/>
                  <a:pt x="745855" y="1544140"/>
                </a:cubicBezTo>
                <a:cubicBezTo>
                  <a:pt x="589507" y="1433411"/>
                  <a:pt x="422499" y="1333399"/>
                  <a:pt x="291024" y="1183381"/>
                </a:cubicBezTo>
                <a:cubicBezTo>
                  <a:pt x="443819" y="1201239"/>
                  <a:pt x="564633" y="1301252"/>
                  <a:pt x="724535" y="1344115"/>
                </a:cubicBezTo>
                <a:cubicBezTo>
                  <a:pt x="596614" y="1179808"/>
                  <a:pt x="429605" y="1094083"/>
                  <a:pt x="276811" y="994071"/>
                </a:cubicBezTo>
                <a:cubicBezTo>
                  <a:pt x="205743" y="947637"/>
                  <a:pt x="141783" y="890486"/>
                  <a:pt x="60055" y="865484"/>
                </a:cubicBezTo>
                <a:cubicBezTo>
                  <a:pt x="31628" y="858340"/>
                  <a:pt x="-18119" y="840481"/>
                  <a:pt x="6755" y="790474"/>
                </a:cubicBezTo>
                <a:cubicBezTo>
                  <a:pt x="28075" y="747612"/>
                  <a:pt x="67162" y="761900"/>
                  <a:pt x="102696" y="772614"/>
                </a:cubicBezTo>
                <a:cubicBezTo>
                  <a:pt x="187976" y="801190"/>
                  <a:pt x="280364" y="801190"/>
                  <a:pt x="397625" y="801190"/>
                </a:cubicBezTo>
                <a:cubicBezTo>
                  <a:pt x="298131" y="665458"/>
                  <a:pt x="116909" y="708321"/>
                  <a:pt x="31628" y="565446"/>
                </a:cubicBezTo>
                <a:cubicBezTo>
                  <a:pt x="138229" y="540444"/>
                  <a:pt x="219957" y="590450"/>
                  <a:pt x="305237" y="601165"/>
                </a:cubicBezTo>
                <a:cubicBezTo>
                  <a:pt x="383412" y="611881"/>
                  <a:pt x="401178" y="586877"/>
                  <a:pt x="383412" y="508296"/>
                </a:cubicBezTo>
                <a:cubicBezTo>
                  <a:pt x="354985" y="386853"/>
                  <a:pt x="397625" y="326130"/>
                  <a:pt x="511333" y="358278"/>
                </a:cubicBezTo>
                <a:cubicBezTo>
                  <a:pt x="617934" y="390424"/>
                  <a:pt x="628594" y="343990"/>
                  <a:pt x="600167" y="276124"/>
                </a:cubicBezTo>
                <a:cubicBezTo>
                  <a:pt x="557527" y="176112"/>
                  <a:pt x="603720" y="97531"/>
                  <a:pt x="635701" y="11805"/>
                </a:cubicBezTo>
                <a:close/>
              </a:path>
            </a:pathLst>
          </a:custGeom>
        </p:spPr>
      </p:pic>
    </p:spTree>
    <p:extLst>
      <p:ext uri="{BB962C8B-B14F-4D97-AF65-F5344CB8AC3E}">
        <p14:creationId xmlns:p14="http://schemas.microsoft.com/office/powerpoint/2010/main" val="53580727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A7C861D-6D52-9DB2-7DD9-4AF5070157AC}"/>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20F169EB-65D4-5355-551D-599C7BFAC2B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D9543065-6982-4BFC-8F17-3DD052B07716}"/>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dirty="0">
                <a:solidFill>
                  <a:schemeClr val="tx1"/>
                </a:solidFill>
                <a:latin typeface="+mj-lt"/>
                <a:ea typeface="+mj-ea"/>
                <a:cs typeface="+mj-cs"/>
              </a:rPr>
              <a:t>COM Hijacks 4 Beginners</a:t>
            </a:r>
          </a:p>
        </p:txBody>
      </p:sp>
      <p:sp>
        <p:nvSpPr>
          <p:cNvPr id="9" name="sketch line">
            <a:extLst>
              <a:ext uri="{FF2B5EF4-FFF2-40B4-BE49-F238E27FC236}">
                <a16:creationId xmlns:a16="http://schemas.microsoft.com/office/drawing/2014/main" id="{6047B8DF-D825-124A-CDD7-C17FC26E74C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033799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29EA7D7-EB67-E8EC-8242-0982D0DA4F9C}"/>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4B692E81-0A80-8A8C-D3F5-2F095D0FE96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6E6112A4-D42E-437A-4AD9-ADB7FE7514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72A50749-A871-28CF-F9E6-CD4C9AFE5387}"/>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852B8402-BCCB-021D-683C-8D5175A5AE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522B9145-EDCF-67F4-0939-302EB5E77BF8}"/>
              </a:ext>
            </a:extLst>
          </p:cNvPr>
          <p:cNvSpPr>
            <a:spLocks noGrp="1"/>
          </p:cNvSpPr>
          <p:nvPr>
            <p:ph idx="1"/>
          </p:nvPr>
        </p:nvSpPr>
        <p:spPr>
          <a:xfrm>
            <a:off x="723901" y="2216648"/>
            <a:ext cx="10515600" cy="4351338"/>
          </a:xfrm>
        </p:spPr>
        <p:txBody>
          <a:bodyPr/>
          <a:lstStyle/>
          <a:p>
            <a:r>
              <a:rPr lang="en-US" dirty="0"/>
              <a:t>Use </a:t>
            </a:r>
            <a:r>
              <a:rPr lang="en-US" dirty="0" err="1"/>
              <a:t>Procmon.exe</a:t>
            </a:r>
            <a:r>
              <a:rPr lang="en-US" dirty="0"/>
              <a:t> from </a:t>
            </a:r>
            <a:r>
              <a:rPr lang="en-US" dirty="0" err="1"/>
              <a:t>SysInternals</a:t>
            </a:r>
            <a:r>
              <a:rPr lang="en-US" dirty="0"/>
              <a:t> Suite with the following settings:</a:t>
            </a:r>
          </a:p>
          <a:p>
            <a:pPr>
              <a:buFont typeface="Wingdings" pitchFamily="2" charset="2"/>
              <a:buChar char="Ø"/>
            </a:pPr>
            <a:r>
              <a:rPr lang="en-US" dirty="0"/>
              <a:t>The </a:t>
            </a:r>
            <a:r>
              <a:rPr lang="en-US" b="1" dirty="0">
                <a:solidFill>
                  <a:srgbClr val="FF0000"/>
                </a:solidFill>
              </a:rPr>
              <a:t>Operation</a:t>
            </a:r>
            <a:r>
              <a:rPr lang="en-US" dirty="0">
                <a:solidFill>
                  <a:srgbClr val="FF0000"/>
                </a:solidFill>
              </a:rPr>
              <a:t> is </a:t>
            </a:r>
            <a:r>
              <a:rPr lang="en-US" b="1" dirty="0" err="1">
                <a:solidFill>
                  <a:srgbClr val="FF0000"/>
                </a:solidFill>
              </a:rPr>
              <a:t>RegOpenKey</a:t>
            </a:r>
            <a:endParaRPr lang="en-US" b="1" dirty="0">
              <a:solidFill>
                <a:srgbClr val="FF0000"/>
              </a:solidFill>
            </a:endParaRPr>
          </a:p>
          <a:p>
            <a:r>
              <a:rPr lang="en-US" dirty="0"/>
              <a:t>The </a:t>
            </a:r>
            <a:r>
              <a:rPr lang="en-US" b="1" dirty="0">
                <a:solidFill>
                  <a:srgbClr val="FF0000"/>
                </a:solidFill>
              </a:rPr>
              <a:t>Path contains InprocServer32</a:t>
            </a:r>
            <a:r>
              <a:rPr lang="en-US" dirty="0"/>
              <a:t> or </a:t>
            </a:r>
            <a:r>
              <a:rPr lang="en-US" b="1" dirty="0">
                <a:solidFill>
                  <a:srgbClr val="FF0000"/>
                </a:solidFill>
              </a:rPr>
              <a:t>LocalServer32</a:t>
            </a:r>
          </a:p>
          <a:p>
            <a:pPr>
              <a:buFont typeface="Wingdings" pitchFamily="2" charset="2"/>
              <a:buChar char="Ø"/>
            </a:pPr>
            <a:r>
              <a:rPr lang="en-US" dirty="0"/>
              <a:t>The </a:t>
            </a:r>
            <a:r>
              <a:rPr lang="en-US" b="1" dirty="0">
                <a:solidFill>
                  <a:srgbClr val="FF0000"/>
                </a:solidFill>
              </a:rPr>
              <a:t>Result is NAME NOT FOUND</a:t>
            </a:r>
          </a:p>
        </p:txBody>
      </p:sp>
    </p:spTree>
    <p:extLst>
      <p:ext uri="{BB962C8B-B14F-4D97-AF65-F5344CB8AC3E}">
        <p14:creationId xmlns:p14="http://schemas.microsoft.com/office/powerpoint/2010/main" val="139951676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AC84ABB-A380-97C1-49F0-09B4C8E97F88}"/>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F59EC2B2-DAD2-4CB2-CC29-16FA1C23C4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FC7193F7-ED6A-F9E3-952F-5579A812FEB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B6110458-D4FC-162D-0346-1570E784D000}"/>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7CA3E97F-B4FB-CFE1-FA75-82C2287F308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Content Placeholder 4">
            <a:extLst>
              <a:ext uri="{FF2B5EF4-FFF2-40B4-BE49-F238E27FC236}">
                <a16:creationId xmlns:a16="http://schemas.microsoft.com/office/drawing/2014/main" id="{3A864B45-23FC-19B9-AECA-35F552C48D5A}"/>
              </a:ext>
            </a:extLst>
          </p:cNvPr>
          <p:cNvSpPr>
            <a:spLocks noGrp="1"/>
          </p:cNvSpPr>
          <p:nvPr>
            <p:ph idx="1"/>
          </p:nvPr>
        </p:nvSpPr>
        <p:spPr/>
        <p:txBody>
          <a:bodyPr/>
          <a:lstStyle/>
          <a:p>
            <a:endParaRPr lang="en-US"/>
          </a:p>
        </p:txBody>
      </p:sp>
      <p:pic>
        <p:nvPicPr>
          <p:cNvPr id="6" name="Picture 5">
            <a:extLst>
              <a:ext uri="{FF2B5EF4-FFF2-40B4-BE49-F238E27FC236}">
                <a16:creationId xmlns:a16="http://schemas.microsoft.com/office/drawing/2014/main" id="{ED14D4AE-8C35-D125-85F1-CEF04FF1A9C3}"/>
              </a:ext>
            </a:extLst>
          </p:cNvPr>
          <p:cNvPicPr>
            <a:picLocks noChangeAspect="1"/>
          </p:cNvPicPr>
          <p:nvPr/>
        </p:nvPicPr>
        <p:blipFill>
          <a:blip r:embed="rId2"/>
          <a:stretch>
            <a:fillRect/>
          </a:stretch>
        </p:blipFill>
        <p:spPr>
          <a:xfrm>
            <a:off x="0" y="1307225"/>
            <a:ext cx="12192000" cy="5550773"/>
          </a:xfrm>
          <a:prstGeom prst="rect">
            <a:avLst/>
          </a:prstGeom>
        </p:spPr>
      </p:pic>
    </p:spTree>
    <p:extLst>
      <p:ext uri="{BB962C8B-B14F-4D97-AF65-F5344CB8AC3E}">
        <p14:creationId xmlns:p14="http://schemas.microsoft.com/office/powerpoint/2010/main" val="399272031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164D7E2-9372-743A-7DD0-4F2A71735913}"/>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3BFA554D-19FD-0F12-B8EB-EF2719FA423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14FDEFC9-3BA3-0F99-367A-9FDA9A40AA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E2D70D28-31E0-9730-60A8-F9E84EA3BC3A}"/>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B985BF87-A29F-C92A-E594-D5ECE1E88BE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Content Placeholder 6">
            <a:extLst>
              <a:ext uri="{FF2B5EF4-FFF2-40B4-BE49-F238E27FC236}">
                <a16:creationId xmlns:a16="http://schemas.microsoft.com/office/drawing/2014/main" id="{667E9250-AF18-C2F8-4E5F-35F738F7A9A4}"/>
              </a:ext>
            </a:extLst>
          </p:cNvPr>
          <p:cNvPicPr>
            <a:picLocks noGrp="1" noChangeAspect="1"/>
          </p:cNvPicPr>
          <p:nvPr>
            <p:ph idx="1"/>
          </p:nvPr>
        </p:nvPicPr>
        <p:blipFill>
          <a:blip r:embed="rId2"/>
          <a:stretch>
            <a:fillRect/>
          </a:stretch>
        </p:blipFill>
        <p:spPr>
          <a:xfrm>
            <a:off x="215930" y="2253613"/>
            <a:ext cx="10515600" cy="1985462"/>
          </a:xfrm>
          <a:prstGeom prst="rect">
            <a:avLst/>
          </a:prstGeom>
        </p:spPr>
      </p:pic>
    </p:spTree>
    <p:extLst>
      <p:ext uri="{BB962C8B-B14F-4D97-AF65-F5344CB8AC3E}">
        <p14:creationId xmlns:p14="http://schemas.microsoft.com/office/powerpoint/2010/main" val="276573880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5A35B9B-F961-4716-7CE2-86681C346211}"/>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C22EB296-3BA2-4CBB-1DD6-6C317FF3CA6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554FF81C-4641-4C6C-AB2B-D9386604476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EBDE708C-419A-E5CB-68C1-7D4ECB87F962}"/>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D303AE85-29AA-191A-116A-4AFCFC3FFD9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Content Placeholder 6">
            <a:extLst>
              <a:ext uri="{FF2B5EF4-FFF2-40B4-BE49-F238E27FC236}">
                <a16:creationId xmlns:a16="http://schemas.microsoft.com/office/drawing/2014/main" id="{AC54E964-4F9E-C7E0-BA17-7D9FAAEF0985}"/>
              </a:ext>
            </a:extLst>
          </p:cNvPr>
          <p:cNvPicPr>
            <a:picLocks noGrp="1" noChangeAspect="1"/>
          </p:cNvPicPr>
          <p:nvPr>
            <p:ph idx="1"/>
          </p:nvPr>
        </p:nvPicPr>
        <p:blipFill>
          <a:blip r:embed="rId2"/>
          <a:stretch>
            <a:fillRect/>
          </a:stretch>
        </p:blipFill>
        <p:spPr>
          <a:xfrm>
            <a:off x="215930" y="2253613"/>
            <a:ext cx="10515600" cy="1985462"/>
          </a:xfrm>
          <a:prstGeom prst="rect">
            <a:avLst/>
          </a:prstGeom>
        </p:spPr>
      </p:pic>
      <p:pic>
        <p:nvPicPr>
          <p:cNvPr id="4" name="Picture 3">
            <a:extLst>
              <a:ext uri="{FF2B5EF4-FFF2-40B4-BE49-F238E27FC236}">
                <a16:creationId xmlns:a16="http://schemas.microsoft.com/office/drawing/2014/main" id="{9E58F5B4-7B4A-FCE2-FF64-3C82A34630BB}"/>
              </a:ext>
            </a:extLst>
          </p:cNvPr>
          <p:cNvPicPr>
            <a:picLocks noChangeAspect="1"/>
          </p:cNvPicPr>
          <p:nvPr/>
        </p:nvPicPr>
        <p:blipFill>
          <a:blip r:embed="rId3"/>
          <a:stretch>
            <a:fillRect/>
          </a:stretch>
        </p:blipFill>
        <p:spPr>
          <a:xfrm>
            <a:off x="2013131" y="4484047"/>
            <a:ext cx="10178869" cy="1940346"/>
          </a:xfrm>
          <a:prstGeom prst="rect">
            <a:avLst/>
          </a:prstGeom>
        </p:spPr>
      </p:pic>
    </p:spTree>
    <p:extLst>
      <p:ext uri="{BB962C8B-B14F-4D97-AF65-F5344CB8AC3E}">
        <p14:creationId xmlns:p14="http://schemas.microsoft.com/office/powerpoint/2010/main" val="263229259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7FD176B-8844-C669-3BFB-7FA2881A75FA}"/>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0EE21F78-D02E-0593-5D00-F3BE7E1924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BDF3CFA2-0FA4-D4B9-AAE1-7DFC1B2EDC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A8CC7302-A5BE-F357-00F3-57F77700F665}"/>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0CA63B36-4A10-B491-C434-F79FF4BF61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Content Placeholder 12">
            <a:extLst>
              <a:ext uri="{FF2B5EF4-FFF2-40B4-BE49-F238E27FC236}">
                <a16:creationId xmlns:a16="http://schemas.microsoft.com/office/drawing/2014/main" id="{9874C34B-E9C6-255C-C2BF-7BB397D0A792}"/>
              </a:ext>
            </a:extLst>
          </p:cNvPr>
          <p:cNvPicPr>
            <a:picLocks noGrp="1" noChangeAspect="1"/>
          </p:cNvPicPr>
          <p:nvPr>
            <p:ph idx="1"/>
          </p:nvPr>
        </p:nvPicPr>
        <p:blipFill>
          <a:blip r:embed="rId2"/>
          <a:stretch>
            <a:fillRect/>
          </a:stretch>
        </p:blipFill>
        <p:spPr>
          <a:xfrm>
            <a:off x="3762103" y="1377780"/>
            <a:ext cx="4198255" cy="5190206"/>
          </a:xfrm>
          <a:prstGeom prst="rect">
            <a:avLst/>
          </a:prstGeom>
        </p:spPr>
      </p:pic>
    </p:spTree>
    <p:extLst>
      <p:ext uri="{BB962C8B-B14F-4D97-AF65-F5344CB8AC3E}">
        <p14:creationId xmlns:p14="http://schemas.microsoft.com/office/powerpoint/2010/main" val="49960326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C525062-D640-8250-B7C7-A82A81B78779}"/>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CF30A3A6-8972-D410-4307-4647D27C9B6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276DBF91-1829-F3E3-5E6C-1F9E5E20C8B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2D4AF831-1335-37FD-CE76-DCAF8C1B34CB}"/>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2F27F2AC-708E-CCED-4655-5FAB9C9DD2E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Content Placeholder 10">
            <a:extLst>
              <a:ext uri="{FF2B5EF4-FFF2-40B4-BE49-F238E27FC236}">
                <a16:creationId xmlns:a16="http://schemas.microsoft.com/office/drawing/2014/main" id="{231FE068-22FD-8F7F-A773-AEFD2C9FDD8B}"/>
              </a:ext>
            </a:extLst>
          </p:cNvPr>
          <p:cNvPicPr>
            <a:picLocks noGrp="1" noChangeAspect="1"/>
          </p:cNvPicPr>
          <p:nvPr>
            <p:ph idx="1"/>
          </p:nvPr>
        </p:nvPicPr>
        <p:blipFill>
          <a:blip r:embed="rId2"/>
          <a:srcRect b="20718"/>
          <a:stretch>
            <a:fillRect/>
          </a:stretch>
        </p:blipFill>
        <p:spPr>
          <a:xfrm>
            <a:off x="922664" y="2008641"/>
            <a:ext cx="9982279" cy="3922467"/>
          </a:xfrm>
          <a:prstGeom prst="rect">
            <a:avLst/>
          </a:prstGeom>
        </p:spPr>
      </p:pic>
    </p:spTree>
    <p:extLst>
      <p:ext uri="{BB962C8B-B14F-4D97-AF65-F5344CB8AC3E}">
        <p14:creationId xmlns:p14="http://schemas.microsoft.com/office/powerpoint/2010/main" val="428952808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8F50BC1-356A-1877-B75D-D664C6DC6873}"/>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F934F408-6AAC-9863-8C34-E8AFDA0896F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6BD56285-E09A-7713-D3FD-6A50FBC9813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EAFBAA19-46E7-09DD-063E-517A1C471289}"/>
              </a:ext>
            </a:extLst>
          </p:cNvPr>
          <p:cNvSpPr>
            <a:spLocks noGrp="1"/>
          </p:cNvSpPr>
          <p:nvPr>
            <p:ph type="title"/>
          </p:nvPr>
        </p:nvSpPr>
        <p:spPr>
          <a:xfrm>
            <a:off x="723901" y="509587"/>
            <a:ext cx="7649239" cy="742951"/>
          </a:xfrm>
        </p:spPr>
        <p:txBody>
          <a:bodyPr vert="horz" lIns="91440" tIns="45720" rIns="91440" bIns="45720" rtlCol="0" anchor="ctr">
            <a:normAutofit/>
          </a:bodyPr>
          <a:lstStyle/>
          <a:p>
            <a:r>
              <a:rPr lang="en-US" sz="3600" kern="1200" dirty="0">
                <a:solidFill>
                  <a:schemeClr val="tx1"/>
                </a:solidFill>
                <a:latin typeface="+mj-lt"/>
                <a:ea typeface="+mj-ea"/>
                <a:cs typeface="+mj-cs"/>
              </a:rPr>
              <a:t>COM Hijacks 4 Beginners</a:t>
            </a:r>
          </a:p>
        </p:txBody>
      </p:sp>
      <p:sp>
        <p:nvSpPr>
          <p:cNvPr id="16" name="Freeform: Shape 15">
            <a:extLst>
              <a:ext uri="{FF2B5EF4-FFF2-40B4-BE49-F238E27FC236}">
                <a16:creationId xmlns:a16="http://schemas.microsoft.com/office/drawing/2014/main" id="{CBB06526-6493-E70F-23F5-6911040D691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Content Placeholder 6">
            <a:extLst>
              <a:ext uri="{FF2B5EF4-FFF2-40B4-BE49-F238E27FC236}">
                <a16:creationId xmlns:a16="http://schemas.microsoft.com/office/drawing/2014/main" id="{B7E2AC4C-5BFE-FB6B-6482-C8F96C746F4A}"/>
              </a:ext>
            </a:extLst>
          </p:cNvPr>
          <p:cNvPicPr>
            <a:picLocks noGrp="1" noChangeAspect="1"/>
          </p:cNvPicPr>
          <p:nvPr>
            <p:ph idx="1"/>
          </p:nvPr>
        </p:nvPicPr>
        <p:blipFill>
          <a:blip r:embed="rId2"/>
          <a:stretch>
            <a:fillRect/>
          </a:stretch>
        </p:blipFill>
        <p:spPr>
          <a:xfrm>
            <a:off x="136714" y="3010953"/>
            <a:ext cx="11702073" cy="1630716"/>
          </a:xfrm>
          <a:prstGeom prst="rect">
            <a:avLst/>
          </a:prstGeom>
        </p:spPr>
      </p:pic>
    </p:spTree>
    <p:extLst>
      <p:ext uri="{BB962C8B-B14F-4D97-AF65-F5344CB8AC3E}">
        <p14:creationId xmlns:p14="http://schemas.microsoft.com/office/powerpoint/2010/main" val="231775943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2A6CF812-7E14-AB92-34FC-E70308F18FA4}"/>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Exercise 1</a:t>
            </a:r>
          </a:p>
        </p:txBody>
      </p:sp>
      <p:sp>
        <p:nvSpPr>
          <p:cNvPr id="3" name="Content Placeholder 2">
            <a:extLst>
              <a:ext uri="{FF2B5EF4-FFF2-40B4-BE49-F238E27FC236}">
                <a16:creationId xmlns:a16="http://schemas.microsoft.com/office/drawing/2014/main" id="{51CA007A-B095-C9DA-1C59-B0D3BCAE535C}"/>
              </a:ext>
            </a:extLst>
          </p:cNvPr>
          <p:cNvSpPr>
            <a:spLocks noGrp="1"/>
          </p:cNvSpPr>
          <p:nvPr>
            <p:ph idx="1"/>
          </p:nvPr>
        </p:nvSpPr>
        <p:spPr>
          <a:xfrm>
            <a:off x="1245326" y="2431767"/>
            <a:ext cx="9808342" cy="3685156"/>
          </a:xfrm>
        </p:spPr>
        <p:txBody>
          <a:bodyPr anchor="ctr">
            <a:normAutofit/>
          </a:bodyPr>
          <a:lstStyle/>
          <a:p>
            <a:r>
              <a:rPr lang="en-US" dirty="0">
                <a:solidFill>
                  <a:schemeClr val="tx1">
                    <a:lumMod val="85000"/>
                    <a:lumOff val="15000"/>
                  </a:schemeClr>
                </a:solidFill>
              </a:rPr>
              <a:t>Use </a:t>
            </a:r>
            <a:r>
              <a:rPr lang="en-US" dirty="0" err="1">
                <a:solidFill>
                  <a:schemeClr val="tx1">
                    <a:lumMod val="85000"/>
                    <a:lumOff val="15000"/>
                  </a:schemeClr>
                </a:solidFill>
              </a:rPr>
              <a:t>procmon.exe</a:t>
            </a:r>
            <a:r>
              <a:rPr lang="en-US" dirty="0">
                <a:solidFill>
                  <a:schemeClr val="tx1">
                    <a:lumMod val="85000"/>
                    <a:lumOff val="15000"/>
                  </a:schemeClr>
                </a:solidFill>
              </a:rPr>
              <a:t> and find another CLSID for </a:t>
            </a:r>
            <a:r>
              <a:rPr lang="en-US" dirty="0" err="1">
                <a:solidFill>
                  <a:schemeClr val="tx1">
                    <a:lumMod val="85000"/>
                    <a:lumOff val="15000"/>
                  </a:schemeClr>
                </a:solidFill>
              </a:rPr>
              <a:t>DLLHost.exe</a:t>
            </a:r>
            <a:r>
              <a:rPr lang="en-US" dirty="0">
                <a:solidFill>
                  <a:schemeClr val="tx1">
                    <a:lumMod val="85000"/>
                    <a:lumOff val="15000"/>
                  </a:schemeClr>
                </a:solidFill>
              </a:rPr>
              <a:t> or any other interesting process (3 mins)</a:t>
            </a:r>
          </a:p>
        </p:txBody>
      </p:sp>
    </p:spTree>
    <p:extLst>
      <p:ext uri="{BB962C8B-B14F-4D97-AF65-F5344CB8AC3E}">
        <p14:creationId xmlns:p14="http://schemas.microsoft.com/office/powerpoint/2010/main" val="205862966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943CAA20-3569-4189-9E48-239A229A86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731C36D3-C07D-AAFC-3830-0685891854D4}"/>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a:solidFill>
                  <a:schemeClr val="tx1"/>
                </a:solidFill>
                <a:latin typeface="+mj-lt"/>
                <a:ea typeface="+mj-ea"/>
                <a:cs typeface="+mj-cs"/>
              </a:rPr>
              <a:t>COM-Hunter</a:t>
            </a:r>
          </a:p>
        </p:txBody>
      </p:sp>
      <p:sp>
        <p:nvSpPr>
          <p:cNvPr id="9" name="sketch line">
            <a:extLst>
              <a:ext uri="{FF2B5EF4-FFF2-40B4-BE49-F238E27FC236}">
                <a16:creationId xmlns:a16="http://schemas.microsoft.com/office/drawing/2014/main" id="{DA542B6D-E775-4832-91DC-2D20F857813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1029294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81FC948-DA03-4977-E9EF-AFCCAC640F31}"/>
            </a:ext>
          </a:extLst>
        </p:cNvPr>
        <p:cNvGrpSpPr/>
        <p:nvPr/>
      </p:nvGrpSpPr>
      <p:grpSpPr>
        <a:xfrm>
          <a:off x="0" y="0"/>
          <a:ext cx="0" cy="0"/>
          <a:chOff x="0" y="0"/>
          <a:chExt cx="0" cy="0"/>
        </a:xfrm>
      </p:grpSpPr>
      <p:sp useBgFill="1">
        <p:nvSpPr>
          <p:cNvPr id="21" name="Rectangle 20">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29850F4-55D2-2910-5351-2C2F1AA99643}"/>
              </a:ext>
            </a:extLst>
          </p:cNvPr>
          <p:cNvSpPr>
            <a:spLocks noGrp="1"/>
          </p:cNvSpPr>
          <p:nvPr>
            <p:ph type="title"/>
          </p:nvPr>
        </p:nvSpPr>
        <p:spPr>
          <a:xfrm>
            <a:off x="1137036" y="548640"/>
            <a:ext cx="9916632" cy="1188720"/>
          </a:xfrm>
        </p:spPr>
        <p:txBody>
          <a:bodyPr vert="horz" lIns="91440" tIns="45720" rIns="91440" bIns="45720" rtlCol="0">
            <a:normAutofit/>
          </a:bodyPr>
          <a:lstStyle/>
          <a:p>
            <a:r>
              <a:rPr lang="en-US" kern="1200">
                <a:solidFill>
                  <a:schemeClr val="tx1">
                    <a:lumMod val="85000"/>
                    <a:lumOff val="15000"/>
                  </a:schemeClr>
                </a:solidFill>
                <a:latin typeface="+mj-lt"/>
                <a:ea typeface="+mj-ea"/>
                <a:cs typeface="+mj-cs"/>
              </a:rPr>
              <a:t>COM-Hunter</a:t>
            </a:r>
          </a:p>
        </p:txBody>
      </p:sp>
      <p:sp>
        <p:nvSpPr>
          <p:cNvPr id="4" name="Content Placeholder 3">
            <a:extLst>
              <a:ext uri="{FF2B5EF4-FFF2-40B4-BE49-F238E27FC236}">
                <a16:creationId xmlns:a16="http://schemas.microsoft.com/office/drawing/2014/main" id="{1A57F411-9F2F-ED7E-3FCC-66AA886A94A0}"/>
              </a:ext>
            </a:extLst>
          </p:cNvPr>
          <p:cNvSpPr>
            <a:spLocks noGrp="1"/>
          </p:cNvSpPr>
          <p:nvPr>
            <p:ph idx="1"/>
          </p:nvPr>
        </p:nvSpPr>
        <p:spPr>
          <a:xfrm>
            <a:off x="499534" y="2431766"/>
            <a:ext cx="10778066" cy="4189167"/>
          </a:xfrm>
        </p:spPr>
        <p:txBody>
          <a:bodyPr anchor="ctr">
            <a:normAutofit/>
          </a:bodyPr>
          <a:lstStyle/>
          <a:p>
            <a:r>
              <a:rPr lang="en-US" sz="1600" dirty="0">
                <a:solidFill>
                  <a:schemeClr val="tx1">
                    <a:lumMod val="85000"/>
                    <a:lumOff val="15000"/>
                  </a:schemeClr>
                </a:solidFill>
              </a:rPr>
              <a:t>COM-Hunter is a COM Hijacking persistence tool.</a:t>
            </a:r>
          </a:p>
          <a:p>
            <a:r>
              <a:rPr lang="en-US" sz="1600" dirty="0">
                <a:solidFill>
                  <a:schemeClr val="tx1">
                    <a:lumMod val="85000"/>
                    <a:lumOff val="15000"/>
                  </a:schemeClr>
                </a:solidFill>
              </a:rPr>
              <a:t>Available in both a .NET version and a BOF variant fully compatible with Cobalt Strike.</a:t>
            </a:r>
          </a:p>
          <a:p>
            <a:r>
              <a:rPr lang="en-US" sz="1600" dirty="0">
                <a:solidFill>
                  <a:schemeClr val="tx1">
                    <a:lumMod val="85000"/>
                    <a:lumOff val="15000"/>
                  </a:schemeClr>
                </a:solidFill>
              </a:rPr>
              <a:t>The following list explains the available modes:</a:t>
            </a:r>
          </a:p>
          <a:p>
            <a:pPr lvl="1"/>
            <a:r>
              <a:rPr lang="en-US" sz="1600" b="1" dirty="0">
                <a:solidFill>
                  <a:schemeClr val="tx1">
                    <a:lumMod val="85000"/>
                    <a:lumOff val="15000"/>
                  </a:schemeClr>
                </a:solidFill>
              </a:rPr>
              <a:t>Search Mode</a:t>
            </a:r>
            <a:r>
              <a:rPr lang="en-US" sz="1600" dirty="0">
                <a:solidFill>
                  <a:schemeClr val="tx1">
                    <a:lumMod val="85000"/>
                    <a:lumOff val="15000"/>
                  </a:schemeClr>
                </a:solidFill>
              </a:rPr>
              <a:t>: Searches for CLSIDs based on LocalServer32, InprocServer32, and registry entries under both HKLM and HKCU.</a:t>
            </a:r>
          </a:p>
          <a:p>
            <a:pPr lvl="1"/>
            <a:r>
              <a:rPr lang="en-US" sz="1600" b="1" dirty="0">
                <a:solidFill>
                  <a:schemeClr val="tx1">
                    <a:lumMod val="85000"/>
                    <a:lumOff val="15000"/>
                  </a:schemeClr>
                </a:solidFill>
              </a:rPr>
              <a:t>Classic Persist Mode</a:t>
            </a:r>
            <a:r>
              <a:rPr lang="en-US" sz="1600" dirty="0">
                <a:solidFill>
                  <a:schemeClr val="tx1">
                    <a:lumMod val="85000"/>
                    <a:lumOff val="15000"/>
                  </a:schemeClr>
                </a:solidFill>
              </a:rPr>
              <a:t>: Performs classic COM hijacking persistence using LocalServer32 or InprocServer32.</a:t>
            </a:r>
          </a:p>
          <a:p>
            <a:pPr lvl="1"/>
            <a:r>
              <a:rPr lang="en-US" sz="1600" b="1" dirty="0">
                <a:solidFill>
                  <a:schemeClr val="tx1">
                    <a:lumMod val="85000"/>
                    <a:lumOff val="15000"/>
                  </a:schemeClr>
                </a:solidFill>
              </a:rPr>
              <a:t>Task Scheduler Mode</a:t>
            </a:r>
            <a:r>
              <a:rPr lang="en-US" sz="1600" dirty="0">
                <a:solidFill>
                  <a:schemeClr val="tx1">
                    <a:lumMod val="85000"/>
                    <a:lumOff val="15000"/>
                  </a:schemeClr>
                </a:solidFill>
              </a:rPr>
              <a:t>: Automatically establishes COM hijacking persistence via Task Scheduler using LocalServer32 or InprocServer32.</a:t>
            </a:r>
          </a:p>
          <a:p>
            <a:pPr lvl="1"/>
            <a:r>
              <a:rPr lang="en-US" sz="1600" b="1" dirty="0" err="1">
                <a:solidFill>
                  <a:schemeClr val="tx1">
                    <a:lumMod val="85000"/>
                    <a:lumOff val="15000"/>
                  </a:schemeClr>
                </a:solidFill>
              </a:rPr>
              <a:t>TreatAs</a:t>
            </a:r>
            <a:r>
              <a:rPr lang="en-US" sz="1600" b="1" dirty="0">
                <a:solidFill>
                  <a:schemeClr val="tx1">
                    <a:lumMod val="85000"/>
                    <a:lumOff val="15000"/>
                  </a:schemeClr>
                </a:solidFill>
              </a:rPr>
              <a:t> Mode</a:t>
            </a:r>
            <a:r>
              <a:rPr lang="en-US" sz="1600" dirty="0">
                <a:solidFill>
                  <a:schemeClr val="tx1">
                    <a:lumMod val="85000"/>
                    <a:lumOff val="15000"/>
                  </a:schemeClr>
                </a:solidFill>
              </a:rPr>
              <a:t>: Performs COM hijacking persistence via the </a:t>
            </a:r>
            <a:r>
              <a:rPr lang="en-US" sz="1600" dirty="0" err="1">
                <a:solidFill>
                  <a:schemeClr val="tx1">
                    <a:lumMod val="85000"/>
                    <a:lumOff val="15000"/>
                  </a:schemeClr>
                </a:solidFill>
              </a:rPr>
              <a:t>TreatAs</a:t>
            </a:r>
            <a:r>
              <a:rPr lang="en-US" sz="1600" dirty="0">
                <a:solidFill>
                  <a:schemeClr val="tx1">
                    <a:lumMod val="85000"/>
                    <a:lumOff val="15000"/>
                  </a:schemeClr>
                </a:solidFill>
              </a:rPr>
              <a:t> registry key and a fake (forwardable) CLSID using LocalServer32 or InprocServer32.</a:t>
            </a:r>
          </a:p>
          <a:p>
            <a:pPr lvl="1"/>
            <a:r>
              <a:rPr lang="en-US" sz="1600" b="1" dirty="0">
                <a:solidFill>
                  <a:schemeClr val="tx1">
                    <a:lumMod val="85000"/>
                    <a:lumOff val="15000"/>
                  </a:schemeClr>
                </a:solidFill>
              </a:rPr>
              <a:t>Remove Mode</a:t>
            </a:r>
            <a:r>
              <a:rPr lang="en-US" sz="1600" dirty="0">
                <a:solidFill>
                  <a:schemeClr val="tx1">
                    <a:lumMod val="85000"/>
                    <a:lumOff val="15000"/>
                  </a:schemeClr>
                </a:solidFill>
              </a:rPr>
              <a:t>: Removes persistence mechanisms that rely on LocalServer32, InprocServer32, and related registry entries under both HKLM and HKCU.</a:t>
            </a:r>
          </a:p>
          <a:p>
            <a:pPr marL="0" indent="0">
              <a:buNone/>
            </a:pPr>
            <a:br>
              <a:rPr lang="en-US" sz="1400" dirty="0">
                <a:solidFill>
                  <a:schemeClr val="tx1">
                    <a:lumMod val="85000"/>
                    <a:lumOff val="15000"/>
                  </a:schemeClr>
                </a:solidFill>
              </a:rPr>
            </a:br>
            <a:endParaRPr lang="en-US" sz="1400" dirty="0">
              <a:solidFill>
                <a:schemeClr val="tx1">
                  <a:lumMod val="85000"/>
                  <a:lumOff val="15000"/>
                </a:schemeClr>
              </a:solidFill>
            </a:endParaRPr>
          </a:p>
        </p:txBody>
      </p:sp>
    </p:spTree>
    <p:extLst>
      <p:ext uri="{BB962C8B-B14F-4D97-AF65-F5344CB8AC3E}">
        <p14:creationId xmlns:p14="http://schemas.microsoft.com/office/powerpoint/2010/main" val="300295824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9" name="Rectangle 18">
            <a:extLst>
              <a:ext uri="{FF2B5EF4-FFF2-40B4-BE49-F238E27FC236}">
                <a16:creationId xmlns:a16="http://schemas.microsoft.com/office/drawing/2014/main" id="{743AA782-23D1-4521-8CAD-47662984AA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F8A35EF-00FF-F7DF-A7CD-04C5095A81C8}"/>
              </a:ext>
            </a:extLst>
          </p:cNvPr>
          <p:cNvSpPr>
            <a:spLocks noGrp="1"/>
          </p:cNvSpPr>
          <p:nvPr>
            <p:ph type="title"/>
          </p:nvPr>
        </p:nvSpPr>
        <p:spPr>
          <a:xfrm>
            <a:off x="630936" y="640080"/>
            <a:ext cx="4818888" cy="1481328"/>
          </a:xfrm>
        </p:spPr>
        <p:txBody>
          <a:bodyPr anchor="b">
            <a:normAutofit/>
          </a:bodyPr>
          <a:lstStyle/>
          <a:p>
            <a:r>
              <a:rPr lang="en-US" sz="5400"/>
              <a:t>COM-Hunter</a:t>
            </a:r>
          </a:p>
        </p:txBody>
      </p:sp>
      <p:sp>
        <p:nvSpPr>
          <p:cNvPr id="21" name="sketch line">
            <a:extLst>
              <a:ext uri="{FF2B5EF4-FFF2-40B4-BE49-F238E27FC236}">
                <a16:creationId xmlns:a16="http://schemas.microsoft.com/office/drawing/2014/main" id="{71877DBC-BB60-40F0-AC93-2ACDBAAE60C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278" y="2372868"/>
            <a:ext cx="3255095" cy="18288"/>
          </a:xfrm>
          <a:custGeom>
            <a:avLst/>
            <a:gdLst>
              <a:gd name="csX0" fmla="*/ 0 w 3255095"/>
              <a:gd name="csY0" fmla="*/ 0 h 18288"/>
              <a:gd name="csX1" fmla="*/ 618468 w 3255095"/>
              <a:gd name="csY1" fmla="*/ 0 h 18288"/>
              <a:gd name="csX2" fmla="*/ 1269487 w 3255095"/>
              <a:gd name="csY2" fmla="*/ 0 h 18288"/>
              <a:gd name="csX3" fmla="*/ 1953057 w 3255095"/>
              <a:gd name="csY3" fmla="*/ 0 h 18288"/>
              <a:gd name="csX4" fmla="*/ 2636627 w 3255095"/>
              <a:gd name="csY4" fmla="*/ 0 h 18288"/>
              <a:gd name="csX5" fmla="*/ 3255095 w 3255095"/>
              <a:gd name="csY5" fmla="*/ 0 h 18288"/>
              <a:gd name="csX6" fmla="*/ 3255095 w 3255095"/>
              <a:gd name="csY6" fmla="*/ 18288 h 18288"/>
              <a:gd name="csX7" fmla="*/ 2538974 w 3255095"/>
              <a:gd name="csY7" fmla="*/ 18288 h 18288"/>
              <a:gd name="csX8" fmla="*/ 1822853 w 3255095"/>
              <a:gd name="csY8" fmla="*/ 18288 h 18288"/>
              <a:gd name="csX9" fmla="*/ 1171834 w 3255095"/>
              <a:gd name="csY9" fmla="*/ 18288 h 18288"/>
              <a:gd name="csX10" fmla="*/ 0 w 3255095"/>
              <a:gd name="csY10" fmla="*/ 18288 h 18288"/>
              <a:gd name="csX11" fmla="*/ 0 w 3255095"/>
              <a:gd name="csY11"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255095" h="18288" fill="none" extrusionOk="0">
                <a:moveTo>
                  <a:pt x="0" y="0"/>
                </a:moveTo>
                <a:cubicBezTo>
                  <a:pt x="240201" y="-22123"/>
                  <a:pt x="462021" y="-19623"/>
                  <a:pt x="618468" y="0"/>
                </a:cubicBezTo>
                <a:cubicBezTo>
                  <a:pt x="774915" y="19623"/>
                  <a:pt x="974734" y="2035"/>
                  <a:pt x="1269487" y="0"/>
                </a:cubicBezTo>
                <a:cubicBezTo>
                  <a:pt x="1564240" y="-2035"/>
                  <a:pt x="1733579" y="10639"/>
                  <a:pt x="1953057" y="0"/>
                </a:cubicBezTo>
                <a:cubicBezTo>
                  <a:pt x="2172535" y="-10639"/>
                  <a:pt x="2453962" y="14018"/>
                  <a:pt x="2636627" y="0"/>
                </a:cubicBezTo>
                <a:cubicBezTo>
                  <a:pt x="2819292" y="-14018"/>
                  <a:pt x="3121375" y="5399"/>
                  <a:pt x="3255095" y="0"/>
                </a:cubicBezTo>
                <a:cubicBezTo>
                  <a:pt x="3254386" y="8157"/>
                  <a:pt x="3254682" y="12125"/>
                  <a:pt x="3255095" y="18288"/>
                </a:cubicBezTo>
                <a:cubicBezTo>
                  <a:pt x="3088545" y="23203"/>
                  <a:pt x="2687475" y="7419"/>
                  <a:pt x="2538974" y="18288"/>
                </a:cubicBezTo>
                <a:cubicBezTo>
                  <a:pt x="2390473" y="29157"/>
                  <a:pt x="2137381" y="-8959"/>
                  <a:pt x="1822853" y="18288"/>
                </a:cubicBezTo>
                <a:cubicBezTo>
                  <a:pt x="1508325" y="45535"/>
                  <a:pt x="1466437" y="20385"/>
                  <a:pt x="1171834" y="18288"/>
                </a:cubicBezTo>
                <a:cubicBezTo>
                  <a:pt x="877231" y="16191"/>
                  <a:pt x="561097" y="37643"/>
                  <a:pt x="0" y="18288"/>
                </a:cubicBezTo>
                <a:cubicBezTo>
                  <a:pt x="-46" y="12483"/>
                  <a:pt x="-203" y="6491"/>
                  <a:pt x="0" y="0"/>
                </a:cubicBezTo>
                <a:close/>
              </a:path>
              <a:path w="3255095" h="18288" stroke="0" extrusionOk="0">
                <a:moveTo>
                  <a:pt x="0" y="0"/>
                </a:moveTo>
                <a:cubicBezTo>
                  <a:pt x="291965" y="19429"/>
                  <a:pt x="363155" y="8568"/>
                  <a:pt x="618468" y="0"/>
                </a:cubicBezTo>
                <a:cubicBezTo>
                  <a:pt x="873781" y="-8568"/>
                  <a:pt x="904459" y="-19505"/>
                  <a:pt x="1171834" y="0"/>
                </a:cubicBezTo>
                <a:cubicBezTo>
                  <a:pt x="1439209" y="19505"/>
                  <a:pt x="1744369" y="9790"/>
                  <a:pt x="1887955" y="0"/>
                </a:cubicBezTo>
                <a:cubicBezTo>
                  <a:pt x="2031541" y="-9790"/>
                  <a:pt x="2346378" y="21240"/>
                  <a:pt x="2506423" y="0"/>
                </a:cubicBezTo>
                <a:cubicBezTo>
                  <a:pt x="2666468" y="-21240"/>
                  <a:pt x="2990257" y="30414"/>
                  <a:pt x="3255095" y="0"/>
                </a:cubicBezTo>
                <a:cubicBezTo>
                  <a:pt x="3254831" y="4493"/>
                  <a:pt x="3255479" y="9472"/>
                  <a:pt x="3255095" y="18288"/>
                </a:cubicBezTo>
                <a:cubicBezTo>
                  <a:pt x="3120743" y="16690"/>
                  <a:pt x="2759628" y="42462"/>
                  <a:pt x="2604076" y="18288"/>
                </a:cubicBezTo>
                <a:cubicBezTo>
                  <a:pt x="2448524" y="-5886"/>
                  <a:pt x="2184336" y="19599"/>
                  <a:pt x="1887955" y="18288"/>
                </a:cubicBezTo>
                <a:cubicBezTo>
                  <a:pt x="1591574" y="16977"/>
                  <a:pt x="1548845" y="6870"/>
                  <a:pt x="1334589" y="18288"/>
                </a:cubicBezTo>
                <a:cubicBezTo>
                  <a:pt x="1120333" y="29706"/>
                  <a:pt x="996014" y="9662"/>
                  <a:pt x="683570" y="18288"/>
                </a:cubicBezTo>
                <a:cubicBezTo>
                  <a:pt x="371126" y="26914"/>
                  <a:pt x="198687" y="16167"/>
                  <a:pt x="0" y="18288"/>
                </a:cubicBezTo>
                <a:cubicBezTo>
                  <a:pt x="843" y="9577"/>
                  <a:pt x="371" y="6900"/>
                  <a:pt x="0" y="0"/>
                </a:cubicBezTo>
                <a:close/>
              </a:path>
            </a:pathLst>
          </a:custGeom>
          <a:solidFill>
            <a:schemeClr val="accent2"/>
          </a:solidFill>
          <a:ln w="38100"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Content Placeholder 15">
            <a:extLst>
              <a:ext uri="{FF2B5EF4-FFF2-40B4-BE49-F238E27FC236}">
                <a16:creationId xmlns:a16="http://schemas.microsoft.com/office/drawing/2014/main" id="{91D58807-DC74-2D49-C25F-40D91F0EAC75}"/>
              </a:ext>
            </a:extLst>
          </p:cNvPr>
          <p:cNvSpPr>
            <a:spLocks noGrp="1"/>
          </p:cNvSpPr>
          <p:nvPr>
            <p:ph idx="1"/>
          </p:nvPr>
        </p:nvSpPr>
        <p:spPr>
          <a:xfrm>
            <a:off x="630936" y="2660904"/>
            <a:ext cx="5465064" cy="3547872"/>
          </a:xfrm>
        </p:spPr>
        <p:txBody>
          <a:bodyPr anchor="t">
            <a:normAutofit/>
          </a:bodyPr>
          <a:lstStyle/>
          <a:p>
            <a:r>
              <a:rPr lang="en-US" sz="2200" dirty="0"/>
              <a:t>Authors: @</a:t>
            </a:r>
            <a:r>
              <a:rPr lang="en-US" sz="2200" dirty="0" err="1"/>
              <a:t>nickvourd</a:t>
            </a:r>
            <a:r>
              <a:rPr lang="en-US" sz="2200" dirty="0"/>
              <a:t> &amp;&amp; @S1ckBoy1337</a:t>
            </a:r>
          </a:p>
          <a:p>
            <a:r>
              <a:rPr lang="en-US" sz="2200" dirty="0"/>
              <a:t>License: MIT</a:t>
            </a:r>
          </a:p>
          <a:p>
            <a:r>
              <a:rPr lang="en-US" sz="2200" dirty="0"/>
              <a:t>Part of CS Community Kit</a:t>
            </a:r>
          </a:p>
          <a:p>
            <a:r>
              <a:rPr lang="en-US" sz="2200" dirty="0"/>
              <a:t>https://github.com/nickvourd/COM-Hunter</a:t>
            </a:r>
          </a:p>
          <a:p>
            <a:endParaRPr lang="en-US" sz="2200" dirty="0"/>
          </a:p>
          <a:p>
            <a:endParaRPr lang="en-US" sz="2200" dirty="0"/>
          </a:p>
        </p:txBody>
      </p:sp>
      <p:pic>
        <p:nvPicPr>
          <p:cNvPr id="5" name="Content Placeholder 4">
            <a:extLst>
              <a:ext uri="{FF2B5EF4-FFF2-40B4-BE49-F238E27FC236}">
                <a16:creationId xmlns:a16="http://schemas.microsoft.com/office/drawing/2014/main" id="{A6F84E9D-B364-B57F-F398-A61333015FF3}"/>
              </a:ext>
            </a:extLst>
          </p:cNvPr>
          <p:cNvPicPr>
            <a:picLocks noChangeAspect="1"/>
          </p:cNvPicPr>
          <p:nvPr/>
        </p:nvPicPr>
        <p:blipFill>
          <a:blip r:embed="rId2"/>
          <a:stretch>
            <a:fillRect/>
          </a:stretch>
        </p:blipFill>
        <p:spPr>
          <a:xfrm>
            <a:off x="6701980" y="640080"/>
            <a:ext cx="4253103" cy="5577840"/>
          </a:xfrm>
          <a:prstGeom prst="rect">
            <a:avLst/>
          </a:prstGeom>
        </p:spPr>
      </p:pic>
    </p:spTree>
    <p:extLst>
      <p:ext uri="{BB962C8B-B14F-4D97-AF65-F5344CB8AC3E}">
        <p14:creationId xmlns:p14="http://schemas.microsoft.com/office/powerpoint/2010/main" val="220398069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1F38C9F-5A63-D17B-CFE2-78FCB518D219}"/>
            </a:ext>
          </a:extLst>
        </p:cNvPr>
        <p:cNvGrpSpPr/>
        <p:nvPr/>
      </p:nvGrpSpPr>
      <p:grpSpPr>
        <a:xfrm>
          <a:off x="0" y="0"/>
          <a:ext cx="0" cy="0"/>
          <a:chOff x="0" y="0"/>
          <a:chExt cx="0" cy="0"/>
        </a:xfrm>
      </p:grpSpPr>
      <p:sp useBgFill="1">
        <p:nvSpPr>
          <p:cNvPr id="21" name="Rectangle 20">
            <a:extLst>
              <a:ext uri="{FF2B5EF4-FFF2-40B4-BE49-F238E27FC236}">
                <a16:creationId xmlns:a16="http://schemas.microsoft.com/office/drawing/2014/main" id="{F3CAC3C7-7B4A-1BE5-89E1-663E8676F7A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703DB179-2B20-28B7-ED78-4643F873C4F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46FE90D-222A-1192-E5AD-7C6FC4F1A58C}"/>
              </a:ext>
            </a:extLst>
          </p:cNvPr>
          <p:cNvSpPr>
            <a:spLocks noGrp="1"/>
          </p:cNvSpPr>
          <p:nvPr>
            <p:ph type="title"/>
          </p:nvPr>
        </p:nvSpPr>
        <p:spPr>
          <a:xfrm>
            <a:off x="1137036" y="548640"/>
            <a:ext cx="9916632" cy="1188720"/>
          </a:xfrm>
        </p:spPr>
        <p:txBody>
          <a:bodyPr vert="horz" lIns="91440" tIns="45720" rIns="91440" bIns="45720" rtlCol="0">
            <a:normAutofit/>
          </a:bodyPr>
          <a:lstStyle/>
          <a:p>
            <a:r>
              <a:rPr lang="en-US" kern="1200">
                <a:solidFill>
                  <a:schemeClr val="tx1">
                    <a:lumMod val="85000"/>
                    <a:lumOff val="15000"/>
                  </a:schemeClr>
                </a:solidFill>
                <a:latin typeface="+mj-lt"/>
                <a:ea typeface="+mj-ea"/>
                <a:cs typeface="+mj-cs"/>
              </a:rPr>
              <a:t>COM-Hunter</a:t>
            </a:r>
          </a:p>
        </p:txBody>
      </p:sp>
      <p:sp>
        <p:nvSpPr>
          <p:cNvPr id="4" name="Content Placeholder 3">
            <a:extLst>
              <a:ext uri="{FF2B5EF4-FFF2-40B4-BE49-F238E27FC236}">
                <a16:creationId xmlns:a16="http://schemas.microsoft.com/office/drawing/2014/main" id="{C9453819-79A0-8BC0-6C29-BE5FBD985AD0}"/>
              </a:ext>
            </a:extLst>
          </p:cNvPr>
          <p:cNvSpPr>
            <a:spLocks noGrp="1"/>
          </p:cNvSpPr>
          <p:nvPr>
            <p:ph idx="1"/>
          </p:nvPr>
        </p:nvSpPr>
        <p:spPr>
          <a:xfrm>
            <a:off x="499534" y="2431766"/>
            <a:ext cx="10778066" cy="4189167"/>
          </a:xfrm>
        </p:spPr>
        <p:txBody>
          <a:bodyPr anchor="ctr">
            <a:normAutofit/>
          </a:bodyPr>
          <a:lstStyle/>
          <a:p>
            <a:pPr marL="0" indent="0">
              <a:buNone/>
            </a:pPr>
            <a:br>
              <a:rPr lang="en-US" sz="1400" dirty="0">
                <a:solidFill>
                  <a:schemeClr val="tx1">
                    <a:lumMod val="85000"/>
                    <a:lumOff val="15000"/>
                  </a:schemeClr>
                </a:solidFill>
              </a:rPr>
            </a:br>
            <a:endParaRPr lang="en-US" sz="1400" dirty="0">
              <a:solidFill>
                <a:schemeClr val="tx1">
                  <a:lumMod val="85000"/>
                  <a:lumOff val="15000"/>
                </a:schemeClr>
              </a:solidFill>
            </a:endParaRPr>
          </a:p>
        </p:txBody>
      </p:sp>
      <p:pic>
        <p:nvPicPr>
          <p:cNvPr id="5" name="Picture 4">
            <a:extLst>
              <a:ext uri="{FF2B5EF4-FFF2-40B4-BE49-F238E27FC236}">
                <a16:creationId xmlns:a16="http://schemas.microsoft.com/office/drawing/2014/main" id="{858CB7B5-7380-BF00-DBD2-F435931851F6}"/>
              </a:ext>
            </a:extLst>
          </p:cNvPr>
          <p:cNvPicPr>
            <a:picLocks noChangeAspect="1"/>
          </p:cNvPicPr>
          <p:nvPr/>
        </p:nvPicPr>
        <p:blipFill>
          <a:blip r:embed="rId2"/>
          <a:stretch>
            <a:fillRect/>
          </a:stretch>
        </p:blipFill>
        <p:spPr>
          <a:xfrm>
            <a:off x="1137036" y="2431766"/>
            <a:ext cx="8576734" cy="3880916"/>
          </a:xfrm>
          <a:prstGeom prst="rect">
            <a:avLst/>
          </a:prstGeom>
        </p:spPr>
      </p:pic>
    </p:spTree>
    <p:extLst>
      <p:ext uri="{BB962C8B-B14F-4D97-AF65-F5344CB8AC3E}">
        <p14:creationId xmlns:p14="http://schemas.microsoft.com/office/powerpoint/2010/main" val="78558680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C98E094-FA9C-BAD5-62D4-04F555B879B3}"/>
            </a:ext>
          </a:extLst>
        </p:cNvPr>
        <p:cNvGrpSpPr/>
        <p:nvPr/>
      </p:nvGrpSpPr>
      <p:grpSpPr>
        <a:xfrm>
          <a:off x="0" y="0"/>
          <a:ext cx="0" cy="0"/>
          <a:chOff x="0" y="0"/>
          <a:chExt cx="0" cy="0"/>
        </a:xfrm>
      </p:grpSpPr>
      <p:sp useBgFill="1">
        <p:nvSpPr>
          <p:cNvPr id="21" name="Rectangle 20">
            <a:extLst>
              <a:ext uri="{FF2B5EF4-FFF2-40B4-BE49-F238E27FC236}">
                <a16:creationId xmlns:a16="http://schemas.microsoft.com/office/drawing/2014/main" id="{3B83D100-675A-E5D6-61CF-78FBAB6759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B4C068BE-F506-15A1-CB38-E1DC7BE2E56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E08ED564-F2A1-6AE0-8206-D5E160880073}"/>
              </a:ext>
            </a:extLst>
          </p:cNvPr>
          <p:cNvSpPr>
            <a:spLocks noGrp="1"/>
          </p:cNvSpPr>
          <p:nvPr>
            <p:ph type="title"/>
          </p:nvPr>
        </p:nvSpPr>
        <p:spPr>
          <a:xfrm>
            <a:off x="1137036" y="548640"/>
            <a:ext cx="9916632" cy="1188720"/>
          </a:xfrm>
        </p:spPr>
        <p:txBody>
          <a:bodyPr vert="horz" lIns="91440" tIns="45720" rIns="91440" bIns="45720" rtlCol="0">
            <a:normAutofit/>
          </a:bodyPr>
          <a:lstStyle/>
          <a:p>
            <a:r>
              <a:rPr lang="en-US" kern="1200">
                <a:solidFill>
                  <a:schemeClr val="tx1">
                    <a:lumMod val="85000"/>
                    <a:lumOff val="15000"/>
                  </a:schemeClr>
                </a:solidFill>
                <a:latin typeface="+mj-lt"/>
                <a:ea typeface="+mj-ea"/>
                <a:cs typeface="+mj-cs"/>
              </a:rPr>
              <a:t>COM-Hunter</a:t>
            </a:r>
          </a:p>
        </p:txBody>
      </p:sp>
      <p:sp>
        <p:nvSpPr>
          <p:cNvPr id="4" name="Content Placeholder 3">
            <a:extLst>
              <a:ext uri="{FF2B5EF4-FFF2-40B4-BE49-F238E27FC236}">
                <a16:creationId xmlns:a16="http://schemas.microsoft.com/office/drawing/2014/main" id="{ED6DE5EF-4186-D0F6-4BB6-545A56BCF085}"/>
              </a:ext>
            </a:extLst>
          </p:cNvPr>
          <p:cNvSpPr>
            <a:spLocks noGrp="1"/>
          </p:cNvSpPr>
          <p:nvPr>
            <p:ph idx="1"/>
          </p:nvPr>
        </p:nvSpPr>
        <p:spPr>
          <a:xfrm>
            <a:off x="499534" y="2431766"/>
            <a:ext cx="10778066" cy="4189167"/>
          </a:xfrm>
        </p:spPr>
        <p:txBody>
          <a:bodyPr anchor="ctr">
            <a:normAutofit/>
          </a:bodyPr>
          <a:lstStyle/>
          <a:p>
            <a:pPr marL="0" indent="0">
              <a:buNone/>
            </a:pPr>
            <a:br>
              <a:rPr lang="en-US" sz="1400" dirty="0">
                <a:solidFill>
                  <a:schemeClr val="tx1">
                    <a:lumMod val="85000"/>
                    <a:lumOff val="15000"/>
                  </a:schemeClr>
                </a:solidFill>
              </a:rPr>
            </a:br>
            <a:endParaRPr lang="en-US" sz="1400" dirty="0">
              <a:solidFill>
                <a:schemeClr val="tx1">
                  <a:lumMod val="85000"/>
                  <a:lumOff val="15000"/>
                </a:schemeClr>
              </a:solidFill>
            </a:endParaRPr>
          </a:p>
        </p:txBody>
      </p:sp>
      <p:sp>
        <p:nvSpPr>
          <p:cNvPr id="7" name="TextBox 6">
            <a:extLst>
              <a:ext uri="{FF2B5EF4-FFF2-40B4-BE49-F238E27FC236}">
                <a16:creationId xmlns:a16="http://schemas.microsoft.com/office/drawing/2014/main" id="{109A3D62-A57D-BEAC-2145-DEA57D7495E4}"/>
              </a:ext>
            </a:extLst>
          </p:cNvPr>
          <p:cNvSpPr txBox="1"/>
          <p:nvPr/>
        </p:nvSpPr>
        <p:spPr>
          <a:xfrm>
            <a:off x="1137036" y="2194699"/>
            <a:ext cx="1635063" cy="400110"/>
          </a:xfrm>
          <a:prstGeom prst="rect">
            <a:avLst/>
          </a:prstGeom>
          <a:noFill/>
        </p:spPr>
        <p:txBody>
          <a:bodyPr wrap="none" rtlCol="0">
            <a:spAutoFit/>
          </a:bodyPr>
          <a:lstStyle/>
          <a:p>
            <a:r>
              <a:rPr lang="en-US" sz="2000" dirty="0"/>
              <a:t>Search Mode</a:t>
            </a:r>
          </a:p>
        </p:txBody>
      </p:sp>
      <p:pic>
        <p:nvPicPr>
          <p:cNvPr id="9" name="Picture 8">
            <a:extLst>
              <a:ext uri="{FF2B5EF4-FFF2-40B4-BE49-F238E27FC236}">
                <a16:creationId xmlns:a16="http://schemas.microsoft.com/office/drawing/2014/main" id="{603C027A-63A4-C619-5782-8CAA4EBEE00B}"/>
              </a:ext>
            </a:extLst>
          </p:cNvPr>
          <p:cNvPicPr>
            <a:picLocks noChangeAspect="1"/>
          </p:cNvPicPr>
          <p:nvPr/>
        </p:nvPicPr>
        <p:blipFill>
          <a:blip r:embed="rId2"/>
          <a:srcRect t="6940"/>
          <a:stretch>
            <a:fillRect/>
          </a:stretch>
        </p:blipFill>
        <p:spPr>
          <a:xfrm>
            <a:off x="1137036" y="2778043"/>
            <a:ext cx="7772400" cy="1509098"/>
          </a:xfrm>
          <a:prstGeom prst="rect">
            <a:avLst/>
          </a:prstGeom>
        </p:spPr>
      </p:pic>
    </p:spTree>
    <p:extLst>
      <p:ext uri="{BB962C8B-B14F-4D97-AF65-F5344CB8AC3E}">
        <p14:creationId xmlns:p14="http://schemas.microsoft.com/office/powerpoint/2010/main" val="294131658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66B07CC-DC1E-46E7-5E75-134232A0E336}"/>
            </a:ext>
          </a:extLst>
        </p:cNvPr>
        <p:cNvGrpSpPr/>
        <p:nvPr/>
      </p:nvGrpSpPr>
      <p:grpSpPr>
        <a:xfrm>
          <a:off x="0" y="0"/>
          <a:ext cx="0" cy="0"/>
          <a:chOff x="0" y="0"/>
          <a:chExt cx="0" cy="0"/>
        </a:xfrm>
      </p:grpSpPr>
      <p:sp useBgFill="1">
        <p:nvSpPr>
          <p:cNvPr id="21" name="Rectangle 20">
            <a:extLst>
              <a:ext uri="{FF2B5EF4-FFF2-40B4-BE49-F238E27FC236}">
                <a16:creationId xmlns:a16="http://schemas.microsoft.com/office/drawing/2014/main" id="{87DF87CB-FF09-185D-F7BF-806B43E4C3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F744563-4348-DED0-A0BF-13EFB85335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475F812D-082A-E52E-4A70-79712EDF0C40}"/>
              </a:ext>
            </a:extLst>
          </p:cNvPr>
          <p:cNvSpPr>
            <a:spLocks noGrp="1"/>
          </p:cNvSpPr>
          <p:nvPr>
            <p:ph type="title"/>
          </p:nvPr>
        </p:nvSpPr>
        <p:spPr>
          <a:xfrm>
            <a:off x="1137036" y="548640"/>
            <a:ext cx="9916632" cy="1188720"/>
          </a:xfrm>
        </p:spPr>
        <p:txBody>
          <a:bodyPr vert="horz" lIns="91440" tIns="45720" rIns="91440" bIns="45720" rtlCol="0">
            <a:normAutofit/>
          </a:bodyPr>
          <a:lstStyle/>
          <a:p>
            <a:r>
              <a:rPr lang="en-US" kern="1200">
                <a:solidFill>
                  <a:schemeClr val="tx1">
                    <a:lumMod val="85000"/>
                    <a:lumOff val="15000"/>
                  </a:schemeClr>
                </a:solidFill>
                <a:latin typeface="+mj-lt"/>
                <a:ea typeface="+mj-ea"/>
                <a:cs typeface="+mj-cs"/>
              </a:rPr>
              <a:t>COM-Hunter</a:t>
            </a:r>
          </a:p>
        </p:txBody>
      </p:sp>
      <p:sp>
        <p:nvSpPr>
          <p:cNvPr id="4" name="Content Placeholder 3">
            <a:extLst>
              <a:ext uri="{FF2B5EF4-FFF2-40B4-BE49-F238E27FC236}">
                <a16:creationId xmlns:a16="http://schemas.microsoft.com/office/drawing/2014/main" id="{CBF99586-3C97-2DA6-0357-61450BBB76FE}"/>
              </a:ext>
            </a:extLst>
          </p:cNvPr>
          <p:cNvSpPr>
            <a:spLocks noGrp="1"/>
          </p:cNvSpPr>
          <p:nvPr>
            <p:ph idx="1"/>
          </p:nvPr>
        </p:nvSpPr>
        <p:spPr>
          <a:xfrm>
            <a:off x="499534" y="2431766"/>
            <a:ext cx="10778066" cy="4189167"/>
          </a:xfrm>
        </p:spPr>
        <p:txBody>
          <a:bodyPr anchor="ctr">
            <a:normAutofit/>
          </a:bodyPr>
          <a:lstStyle/>
          <a:p>
            <a:pPr marL="0" indent="0">
              <a:buNone/>
            </a:pPr>
            <a:br>
              <a:rPr lang="en-US" sz="1400" dirty="0">
                <a:solidFill>
                  <a:schemeClr val="tx1">
                    <a:lumMod val="85000"/>
                    <a:lumOff val="15000"/>
                  </a:schemeClr>
                </a:solidFill>
              </a:rPr>
            </a:br>
            <a:endParaRPr lang="en-US" sz="1400" dirty="0">
              <a:solidFill>
                <a:schemeClr val="tx1">
                  <a:lumMod val="85000"/>
                  <a:lumOff val="15000"/>
                </a:schemeClr>
              </a:solidFill>
            </a:endParaRPr>
          </a:p>
        </p:txBody>
      </p:sp>
      <p:sp>
        <p:nvSpPr>
          <p:cNvPr id="7" name="TextBox 6">
            <a:extLst>
              <a:ext uri="{FF2B5EF4-FFF2-40B4-BE49-F238E27FC236}">
                <a16:creationId xmlns:a16="http://schemas.microsoft.com/office/drawing/2014/main" id="{3F7A814B-08C2-951C-9CA5-ACA2D4E4B16B}"/>
              </a:ext>
            </a:extLst>
          </p:cNvPr>
          <p:cNvSpPr txBox="1"/>
          <p:nvPr/>
        </p:nvSpPr>
        <p:spPr>
          <a:xfrm>
            <a:off x="1137036" y="2194699"/>
            <a:ext cx="1635063" cy="400110"/>
          </a:xfrm>
          <a:prstGeom prst="rect">
            <a:avLst/>
          </a:prstGeom>
          <a:noFill/>
        </p:spPr>
        <p:txBody>
          <a:bodyPr wrap="none" rtlCol="0">
            <a:spAutoFit/>
          </a:bodyPr>
          <a:lstStyle/>
          <a:p>
            <a:r>
              <a:rPr lang="en-US" sz="2000" dirty="0"/>
              <a:t>Search Mode</a:t>
            </a:r>
          </a:p>
        </p:txBody>
      </p:sp>
      <p:pic>
        <p:nvPicPr>
          <p:cNvPr id="9" name="Picture 8">
            <a:extLst>
              <a:ext uri="{FF2B5EF4-FFF2-40B4-BE49-F238E27FC236}">
                <a16:creationId xmlns:a16="http://schemas.microsoft.com/office/drawing/2014/main" id="{E987895B-1BCF-3A35-3507-183CB154350A}"/>
              </a:ext>
            </a:extLst>
          </p:cNvPr>
          <p:cNvPicPr>
            <a:picLocks noChangeAspect="1"/>
          </p:cNvPicPr>
          <p:nvPr/>
        </p:nvPicPr>
        <p:blipFill>
          <a:blip r:embed="rId2"/>
          <a:srcRect t="6940"/>
          <a:stretch>
            <a:fillRect/>
          </a:stretch>
        </p:blipFill>
        <p:spPr>
          <a:xfrm>
            <a:off x="1137036" y="2778043"/>
            <a:ext cx="7772400" cy="1509098"/>
          </a:xfrm>
          <a:prstGeom prst="rect">
            <a:avLst/>
          </a:prstGeom>
        </p:spPr>
      </p:pic>
      <p:pic>
        <p:nvPicPr>
          <p:cNvPr id="3" name="Picture 2">
            <a:extLst>
              <a:ext uri="{FF2B5EF4-FFF2-40B4-BE49-F238E27FC236}">
                <a16:creationId xmlns:a16="http://schemas.microsoft.com/office/drawing/2014/main" id="{E51B7771-F115-EA46-8716-6C954202CCF7}"/>
              </a:ext>
            </a:extLst>
          </p:cNvPr>
          <p:cNvPicPr>
            <a:picLocks noChangeAspect="1"/>
          </p:cNvPicPr>
          <p:nvPr/>
        </p:nvPicPr>
        <p:blipFill>
          <a:blip r:embed="rId3"/>
          <a:stretch>
            <a:fillRect/>
          </a:stretch>
        </p:blipFill>
        <p:spPr>
          <a:xfrm>
            <a:off x="3435531" y="2718364"/>
            <a:ext cx="7772400" cy="3902569"/>
          </a:xfrm>
          <a:prstGeom prst="rect">
            <a:avLst/>
          </a:prstGeom>
        </p:spPr>
      </p:pic>
    </p:spTree>
    <p:extLst>
      <p:ext uri="{BB962C8B-B14F-4D97-AF65-F5344CB8AC3E}">
        <p14:creationId xmlns:p14="http://schemas.microsoft.com/office/powerpoint/2010/main" val="223975784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74207B2-99E0-541D-6279-AA03CF74C472}"/>
            </a:ext>
          </a:extLst>
        </p:cNvPr>
        <p:cNvGrpSpPr/>
        <p:nvPr/>
      </p:nvGrpSpPr>
      <p:grpSpPr>
        <a:xfrm>
          <a:off x="0" y="0"/>
          <a:ext cx="0" cy="0"/>
          <a:chOff x="0" y="0"/>
          <a:chExt cx="0" cy="0"/>
        </a:xfrm>
      </p:grpSpPr>
      <p:sp useBgFill="1">
        <p:nvSpPr>
          <p:cNvPr id="21" name="Rectangle 20">
            <a:extLst>
              <a:ext uri="{FF2B5EF4-FFF2-40B4-BE49-F238E27FC236}">
                <a16:creationId xmlns:a16="http://schemas.microsoft.com/office/drawing/2014/main" id="{D8EAD22D-3A2A-4131-FF77-D6039C8D1D3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9E33744-47BA-2CD7-9E29-0D7F97534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3BF48806-A129-E84B-7AFA-11EFDDFD820D}"/>
              </a:ext>
            </a:extLst>
          </p:cNvPr>
          <p:cNvSpPr>
            <a:spLocks noGrp="1"/>
          </p:cNvSpPr>
          <p:nvPr>
            <p:ph type="title"/>
          </p:nvPr>
        </p:nvSpPr>
        <p:spPr>
          <a:xfrm>
            <a:off x="1137036" y="548640"/>
            <a:ext cx="9916632" cy="1188720"/>
          </a:xfrm>
        </p:spPr>
        <p:txBody>
          <a:bodyPr vert="horz" lIns="91440" tIns="45720" rIns="91440" bIns="45720" rtlCol="0">
            <a:normAutofit/>
          </a:bodyPr>
          <a:lstStyle/>
          <a:p>
            <a:r>
              <a:rPr lang="en-US" kern="1200">
                <a:solidFill>
                  <a:schemeClr val="tx1">
                    <a:lumMod val="85000"/>
                    <a:lumOff val="15000"/>
                  </a:schemeClr>
                </a:solidFill>
                <a:latin typeface="+mj-lt"/>
                <a:ea typeface="+mj-ea"/>
                <a:cs typeface="+mj-cs"/>
              </a:rPr>
              <a:t>COM-Hunter</a:t>
            </a:r>
          </a:p>
        </p:txBody>
      </p:sp>
      <p:sp>
        <p:nvSpPr>
          <p:cNvPr id="4" name="Content Placeholder 3">
            <a:extLst>
              <a:ext uri="{FF2B5EF4-FFF2-40B4-BE49-F238E27FC236}">
                <a16:creationId xmlns:a16="http://schemas.microsoft.com/office/drawing/2014/main" id="{597E8D8C-BAB2-84F4-F592-0E526E06689B}"/>
              </a:ext>
            </a:extLst>
          </p:cNvPr>
          <p:cNvSpPr>
            <a:spLocks noGrp="1"/>
          </p:cNvSpPr>
          <p:nvPr>
            <p:ph idx="1"/>
          </p:nvPr>
        </p:nvSpPr>
        <p:spPr>
          <a:xfrm>
            <a:off x="499534" y="2431766"/>
            <a:ext cx="10778066" cy="4189167"/>
          </a:xfrm>
        </p:spPr>
        <p:txBody>
          <a:bodyPr anchor="ctr">
            <a:normAutofit/>
          </a:bodyPr>
          <a:lstStyle/>
          <a:p>
            <a:pPr marL="0" indent="0">
              <a:buNone/>
            </a:pPr>
            <a:br>
              <a:rPr lang="en-US" sz="1400" dirty="0">
                <a:solidFill>
                  <a:schemeClr val="tx1">
                    <a:lumMod val="85000"/>
                    <a:lumOff val="15000"/>
                  </a:schemeClr>
                </a:solidFill>
              </a:rPr>
            </a:br>
            <a:endParaRPr lang="en-US" sz="1400" dirty="0">
              <a:solidFill>
                <a:schemeClr val="tx1">
                  <a:lumMod val="85000"/>
                  <a:lumOff val="15000"/>
                </a:schemeClr>
              </a:solidFill>
            </a:endParaRPr>
          </a:p>
        </p:txBody>
      </p:sp>
      <p:sp>
        <p:nvSpPr>
          <p:cNvPr id="7" name="TextBox 6">
            <a:extLst>
              <a:ext uri="{FF2B5EF4-FFF2-40B4-BE49-F238E27FC236}">
                <a16:creationId xmlns:a16="http://schemas.microsoft.com/office/drawing/2014/main" id="{2ABC94E8-911F-9D69-9C8E-8DD7C13A2050}"/>
              </a:ext>
            </a:extLst>
          </p:cNvPr>
          <p:cNvSpPr txBox="1"/>
          <p:nvPr/>
        </p:nvSpPr>
        <p:spPr>
          <a:xfrm>
            <a:off x="1137036" y="2194699"/>
            <a:ext cx="1608967" cy="400110"/>
          </a:xfrm>
          <a:prstGeom prst="rect">
            <a:avLst/>
          </a:prstGeom>
          <a:noFill/>
        </p:spPr>
        <p:txBody>
          <a:bodyPr wrap="none" rtlCol="0">
            <a:spAutoFit/>
          </a:bodyPr>
          <a:lstStyle/>
          <a:p>
            <a:r>
              <a:rPr lang="en-US" sz="2000" dirty="0"/>
              <a:t>Persist Mode</a:t>
            </a:r>
          </a:p>
        </p:txBody>
      </p:sp>
      <p:pic>
        <p:nvPicPr>
          <p:cNvPr id="5" name="Picture 4">
            <a:extLst>
              <a:ext uri="{FF2B5EF4-FFF2-40B4-BE49-F238E27FC236}">
                <a16:creationId xmlns:a16="http://schemas.microsoft.com/office/drawing/2014/main" id="{FE3FBC80-9FC2-4E80-5F61-EBBFBA7710F3}"/>
              </a:ext>
            </a:extLst>
          </p:cNvPr>
          <p:cNvPicPr>
            <a:picLocks noChangeAspect="1"/>
          </p:cNvPicPr>
          <p:nvPr/>
        </p:nvPicPr>
        <p:blipFill>
          <a:blip r:embed="rId2"/>
          <a:srcRect b="16010"/>
          <a:stretch>
            <a:fillRect/>
          </a:stretch>
        </p:blipFill>
        <p:spPr>
          <a:xfrm>
            <a:off x="1137035" y="2778326"/>
            <a:ext cx="8375789" cy="1484866"/>
          </a:xfrm>
          <a:prstGeom prst="rect">
            <a:avLst/>
          </a:prstGeom>
        </p:spPr>
      </p:pic>
    </p:spTree>
    <p:extLst>
      <p:ext uri="{BB962C8B-B14F-4D97-AF65-F5344CB8AC3E}">
        <p14:creationId xmlns:p14="http://schemas.microsoft.com/office/powerpoint/2010/main" val="274680988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D041ED6-F487-65F3-08A0-01F8E86878AD}"/>
            </a:ext>
          </a:extLst>
        </p:cNvPr>
        <p:cNvGrpSpPr/>
        <p:nvPr/>
      </p:nvGrpSpPr>
      <p:grpSpPr>
        <a:xfrm>
          <a:off x="0" y="0"/>
          <a:ext cx="0" cy="0"/>
          <a:chOff x="0" y="0"/>
          <a:chExt cx="0" cy="0"/>
        </a:xfrm>
      </p:grpSpPr>
      <p:sp useBgFill="1">
        <p:nvSpPr>
          <p:cNvPr id="21" name="Rectangle 20">
            <a:extLst>
              <a:ext uri="{FF2B5EF4-FFF2-40B4-BE49-F238E27FC236}">
                <a16:creationId xmlns:a16="http://schemas.microsoft.com/office/drawing/2014/main" id="{DB4D0DC7-C645-9403-5FF9-36267488E7D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EEEC81D-3CB5-568A-97FD-50F1AB2E9CA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A38006B-B7BD-80BE-4F20-5269E535C54D}"/>
              </a:ext>
            </a:extLst>
          </p:cNvPr>
          <p:cNvSpPr>
            <a:spLocks noGrp="1"/>
          </p:cNvSpPr>
          <p:nvPr>
            <p:ph type="title"/>
          </p:nvPr>
        </p:nvSpPr>
        <p:spPr>
          <a:xfrm>
            <a:off x="1137036" y="548640"/>
            <a:ext cx="9916632" cy="1188720"/>
          </a:xfrm>
        </p:spPr>
        <p:txBody>
          <a:bodyPr vert="horz" lIns="91440" tIns="45720" rIns="91440" bIns="45720" rtlCol="0">
            <a:normAutofit/>
          </a:bodyPr>
          <a:lstStyle/>
          <a:p>
            <a:r>
              <a:rPr lang="en-US" kern="1200">
                <a:solidFill>
                  <a:schemeClr val="tx1">
                    <a:lumMod val="85000"/>
                    <a:lumOff val="15000"/>
                  </a:schemeClr>
                </a:solidFill>
                <a:latin typeface="+mj-lt"/>
                <a:ea typeface="+mj-ea"/>
                <a:cs typeface="+mj-cs"/>
              </a:rPr>
              <a:t>COM-Hunter</a:t>
            </a:r>
          </a:p>
        </p:txBody>
      </p:sp>
      <p:sp>
        <p:nvSpPr>
          <p:cNvPr id="4" name="Content Placeholder 3">
            <a:extLst>
              <a:ext uri="{FF2B5EF4-FFF2-40B4-BE49-F238E27FC236}">
                <a16:creationId xmlns:a16="http://schemas.microsoft.com/office/drawing/2014/main" id="{81D307E3-7FDD-B973-09AC-FAE76099BAA7}"/>
              </a:ext>
            </a:extLst>
          </p:cNvPr>
          <p:cNvSpPr>
            <a:spLocks noGrp="1"/>
          </p:cNvSpPr>
          <p:nvPr>
            <p:ph idx="1"/>
          </p:nvPr>
        </p:nvSpPr>
        <p:spPr>
          <a:xfrm>
            <a:off x="499534" y="2431766"/>
            <a:ext cx="10778066" cy="4189167"/>
          </a:xfrm>
        </p:spPr>
        <p:txBody>
          <a:bodyPr anchor="ctr">
            <a:normAutofit/>
          </a:bodyPr>
          <a:lstStyle/>
          <a:p>
            <a:pPr marL="0" indent="0">
              <a:buNone/>
            </a:pPr>
            <a:br>
              <a:rPr lang="en-US" sz="1400" dirty="0">
                <a:solidFill>
                  <a:schemeClr val="tx1">
                    <a:lumMod val="85000"/>
                    <a:lumOff val="15000"/>
                  </a:schemeClr>
                </a:solidFill>
              </a:rPr>
            </a:br>
            <a:endParaRPr lang="en-US" sz="1400" dirty="0">
              <a:solidFill>
                <a:schemeClr val="tx1">
                  <a:lumMod val="85000"/>
                  <a:lumOff val="15000"/>
                </a:schemeClr>
              </a:solidFill>
            </a:endParaRPr>
          </a:p>
        </p:txBody>
      </p:sp>
      <p:sp>
        <p:nvSpPr>
          <p:cNvPr id="7" name="TextBox 6">
            <a:extLst>
              <a:ext uri="{FF2B5EF4-FFF2-40B4-BE49-F238E27FC236}">
                <a16:creationId xmlns:a16="http://schemas.microsoft.com/office/drawing/2014/main" id="{D3716CA4-EA9A-07C6-ECE8-633A5572CD8D}"/>
              </a:ext>
            </a:extLst>
          </p:cNvPr>
          <p:cNvSpPr txBox="1"/>
          <p:nvPr/>
        </p:nvSpPr>
        <p:spPr>
          <a:xfrm>
            <a:off x="1137036" y="2194699"/>
            <a:ext cx="1608967" cy="400110"/>
          </a:xfrm>
          <a:prstGeom prst="rect">
            <a:avLst/>
          </a:prstGeom>
          <a:noFill/>
        </p:spPr>
        <p:txBody>
          <a:bodyPr wrap="none" rtlCol="0">
            <a:spAutoFit/>
          </a:bodyPr>
          <a:lstStyle/>
          <a:p>
            <a:r>
              <a:rPr lang="en-US" sz="2000" dirty="0"/>
              <a:t>Persist Mode</a:t>
            </a:r>
          </a:p>
        </p:txBody>
      </p:sp>
      <p:pic>
        <p:nvPicPr>
          <p:cNvPr id="5" name="Picture 4">
            <a:extLst>
              <a:ext uri="{FF2B5EF4-FFF2-40B4-BE49-F238E27FC236}">
                <a16:creationId xmlns:a16="http://schemas.microsoft.com/office/drawing/2014/main" id="{AC9F9BED-6DD1-E937-E6E9-B1331B3B9210}"/>
              </a:ext>
            </a:extLst>
          </p:cNvPr>
          <p:cNvPicPr>
            <a:picLocks noChangeAspect="1"/>
          </p:cNvPicPr>
          <p:nvPr/>
        </p:nvPicPr>
        <p:blipFill>
          <a:blip r:embed="rId2"/>
          <a:srcRect b="16010"/>
          <a:stretch>
            <a:fillRect/>
          </a:stretch>
        </p:blipFill>
        <p:spPr>
          <a:xfrm>
            <a:off x="1137035" y="2778326"/>
            <a:ext cx="8375789" cy="1484866"/>
          </a:xfrm>
          <a:prstGeom prst="rect">
            <a:avLst/>
          </a:prstGeom>
        </p:spPr>
      </p:pic>
      <p:pic>
        <p:nvPicPr>
          <p:cNvPr id="3" name="Picture 2">
            <a:extLst>
              <a:ext uri="{FF2B5EF4-FFF2-40B4-BE49-F238E27FC236}">
                <a16:creationId xmlns:a16="http://schemas.microsoft.com/office/drawing/2014/main" id="{F552558C-1F7A-EC41-FE27-3FD6484EAA40}"/>
              </a:ext>
            </a:extLst>
          </p:cNvPr>
          <p:cNvPicPr>
            <a:picLocks noChangeAspect="1"/>
          </p:cNvPicPr>
          <p:nvPr/>
        </p:nvPicPr>
        <p:blipFill>
          <a:blip r:embed="rId3"/>
          <a:stretch>
            <a:fillRect/>
          </a:stretch>
        </p:blipFill>
        <p:spPr>
          <a:xfrm>
            <a:off x="3962399" y="4164489"/>
            <a:ext cx="8159931" cy="2703366"/>
          </a:xfrm>
          <a:prstGeom prst="rect">
            <a:avLst/>
          </a:prstGeom>
        </p:spPr>
      </p:pic>
    </p:spTree>
    <p:extLst>
      <p:ext uri="{BB962C8B-B14F-4D97-AF65-F5344CB8AC3E}">
        <p14:creationId xmlns:p14="http://schemas.microsoft.com/office/powerpoint/2010/main" val="33124754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1F97E4F-9045-59FB-6E83-0BD9D49900C2}"/>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744E3634-CCEB-E689-9C19-79C1167CCB9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85AD1899-8C71-92A1-07D6-2E054363F30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BBB325A-1E32-61E9-5093-A48920DBC7B3}"/>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Exercise 2</a:t>
            </a:r>
          </a:p>
        </p:txBody>
      </p:sp>
      <p:sp>
        <p:nvSpPr>
          <p:cNvPr id="3" name="Content Placeholder 2">
            <a:extLst>
              <a:ext uri="{FF2B5EF4-FFF2-40B4-BE49-F238E27FC236}">
                <a16:creationId xmlns:a16="http://schemas.microsoft.com/office/drawing/2014/main" id="{37A9880B-E619-4363-A3A0-72E6D0C92C63}"/>
              </a:ext>
            </a:extLst>
          </p:cNvPr>
          <p:cNvSpPr>
            <a:spLocks noGrp="1"/>
          </p:cNvSpPr>
          <p:nvPr>
            <p:ph idx="1"/>
          </p:nvPr>
        </p:nvSpPr>
        <p:spPr>
          <a:xfrm>
            <a:off x="1245327" y="2431767"/>
            <a:ext cx="9117874" cy="3685156"/>
          </a:xfrm>
        </p:spPr>
        <p:txBody>
          <a:bodyPr anchor="ctr">
            <a:normAutofit/>
          </a:bodyPr>
          <a:lstStyle/>
          <a:p>
            <a:r>
              <a:rPr lang="en-US" dirty="0">
                <a:solidFill>
                  <a:schemeClr val="tx1">
                    <a:lumMod val="85000"/>
                    <a:lumOff val="15000"/>
                  </a:schemeClr>
                </a:solidFill>
              </a:rPr>
              <a:t>Use COM-</a:t>
            </a:r>
            <a:r>
              <a:rPr lang="en-US" dirty="0" err="1">
                <a:solidFill>
                  <a:schemeClr val="tx1">
                    <a:lumMod val="85000"/>
                    <a:lumOff val="15000"/>
                  </a:schemeClr>
                </a:solidFill>
              </a:rPr>
              <a:t>Hunter.exe</a:t>
            </a:r>
            <a:r>
              <a:rPr lang="en-US" dirty="0">
                <a:solidFill>
                  <a:schemeClr val="tx1">
                    <a:lumMod val="85000"/>
                    <a:lumOff val="15000"/>
                  </a:schemeClr>
                </a:solidFill>
              </a:rPr>
              <a:t> to re-perform the example (5 mins)</a:t>
            </a:r>
          </a:p>
        </p:txBody>
      </p:sp>
    </p:spTree>
    <p:extLst>
      <p:ext uri="{BB962C8B-B14F-4D97-AF65-F5344CB8AC3E}">
        <p14:creationId xmlns:p14="http://schemas.microsoft.com/office/powerpoint/2010/main" val="370106088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A964D29-2846-6CFB-98BB-3DAAF9316207}"/>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2C1F55AB-CF60-2093-E01D-08C58619F15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0C4A0341-E2FA-46EB-AF1C-770AE45BB0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0D3FDD2A-B0E3-01CA-7B18-4A5608ECEBE5}"/>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Bonus Exercise</a:t>
            </a:r>
          </a:p>
        </p:txBody>
      </p:sp>
      <p:sp>
        <p:nvSpPr>
          <p:cNvPr id="3" name="Content Placeholder 2">
            <a:extLst>
              <a:ext uri="{FF2B5EF4-FFF2-40B4-BE49-F238E27FC236}">
                <a16:creationId xmlns:a16="http://schemas.microsoft.com/office/drawing/2014/main" id="{F7C8F2A5-4C16-9B56-1724-7D622B73D0E3}"/>
              </a:ext>
            </a:extLst>
          </p:cNvPr>
          <p:cNvSpPr>
            <a:spLocks noGrp="1"/>
          </p:cNvSpPr>
          <p:nvPr>
            <p:ph idx="1"/>
          </p:nvPr>
        </p:nvSpPr>
        <p:spPr>
          <a:xfrm>
            <a:off x="1245326" y="2431767"/>
            <a:ext cx="9507341" cy="3685156"/>
          </a:xfrm>
        </p:spPr>
        <p:txBody>
          <a:bodyPr anchor="ctr">
            <a:normAutofit/>
          </a:bodyPr>
          <a:lstStyle/>
          <a:p>
            <a:r>
              <a:rPr lang="en-US" dirty="0">
                <a:solidFill>
                  <a:schemeClr val="tx1">
                    <a:lumMod val="85000"/>
                    <a:lumOff val="15000"/>
                  </a:schemeClr>
                </a:solidFill>
              </a:rPr>
              <a:t>Use COM-</a:t>
            </a:r>
            <a:r>
              <a:rPr lang="en-US" dirty="0" err="1">
                <a:solidFill>
                  <a:schemeClr val="tx1">
                    <a:lumMod val="85000"/>
                    <a:lumOff val="15000"/>
                  </a:schemeClr>
                </a:solidFill>
              </a:rPr>
              <a:t>Hunter.exe</a:t>
            </a:r>
            <a:r>
              <a:rPr lang="en-US" dirty="0">
                <a:solidFill>
                  <a:schemeClr val="tx1">
                    <a:lumMod val="85000"/>
                    <a:lumOff val="15000"/>
                  </a:schemeClr>
                </a:solidFill>
              </a:rPr>
              <a:t> to perform classic persistence with the CLSID that you discover from Exercise 1 (5 mins)</a:t>
            </a:r>
          </a:p>
        </p:txBody>
      </p:sp>
    </p:spTree>
    <p:extLst>
      <p:ext uri="{BB962C8B-B14F-4D97-AF65-F5344CB8AC3E}">
        <p14:creationId xmlns:p14="http://schemas.microsoft.com/office/powerpoint/2010/main" val="175734357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505271E-0805-C025-97AE-FC5F7B79EC56}"/>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91E2724D-D357-141F-279B-62FBAAAE2F7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1436D24A-8CF1-96A9-F409-E9B66BBBA0E6}"/>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dirty="0">
                <a:solidFill>
                  <a:schemeClr val="tx1"/>
                </a:solidFill>
                <a:latin typeface="+mj-lt"/>
                <a:ea typeface="+mj-ea"/>
                <a:cs typeface="+mj-cs"/>
              </a:rPr>
              <a:t>COM-Hunter  &amp; Other TTPs</a:t>
            </a:r>
          </a:p>
        </p:txBody>
      </p:sp>
      <p:sp>
        <p:nvSpPr>
          <p:cNvPr id="9" name="sketch line">
            <a:extLst>
              <a:ext uri="{FF2B5EF4-FFF2-40B4-BE49-F238E27FC236}">
                <a16:creationId xmlns:a16="http://schemas.microsoft.com/office/drawing/2014/main" id="{C92D60F8-1321-E885-3E02-3435E3CB82D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1806835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B3B49F9-FCEC-3A27-00AF-5FF290D3959E}"/>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85EE4880-8A97-6212-ACAA-9EC333A14C8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B31A7BDA-E838-2205-DABB-2B6E68B714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832560B1-EE9F-F9EB-293C-BD89EE8A871B}"/>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sp>
        <p:nvSpPr>
          <p:cNvPr id="6" name="TextBox 5">
            <a:extLst>
              <a:ext uri="{FF2B5EF4-FFF2-40B4-BE49-F238E27FC236}">
                <a16:creationId xmlns:a16="http://schemas.microsoft.com/office/drawing/2014/main" id="{D3752344-CFF5-EFD4-6B8F-0B08EB8B49D8}"/>
              </a:ext>
            </a:extLst>
          </p:cNvPr>
          <p:cNvSpPr txBox="1"/>
          <p:nvPr/>
        </p:nvSpPr>
        <p:spPr>
          <a:xfrm>
            <a:off x="635725" y="2286000"/>
            <a:ext cx="7184571" cy="646331"/>
          </a:xfrm>
          <a:prstGeom prst="rect">
            <a:avLst/>
          </a:prstGeom>
          <a:noFill/>
        </p:spPr>
        <p:txBody>
          <a:bodyPr wrap="square" rtlCol="0">
            <a:spAutoFit/>
          </a:bodyPr>
          <a:lstStyle/>
          <a:p>
            <a:r>
              <a:rPr lang="en-US" dirty="0"/>
              <a:t>Remove Mode</a:t>
            </a:r>
          </a:p>
          <a:p>
            <a:endParaRPr lang="en-US" dirty="0"/>
          </a:p>
        </p:txBody>
      </p:sp>
      <p:pic>
        <p:nvPicPr>
          <p:cNvPr id="12" name="Content Placeholder 11">
            <a:extLst>
              <a:ext uri="{FF2B5EF4-FFF2-40B4-BE49-F238E27FC236}">
                <a16:creationId xmlns:a16="http://schemas.microsoft.com/office/drawing/2014/main" id="{A88B85BB-515D-8284-3118-F2520B950D71}"/>
              </a:ext>
            </a:extLst>
          </p:cNvPr>
          <p:cNvPicPr>
            <a:picLocks noGrp="1" noChangeAspect="1"/>
          </p:cNvPicPr>
          <p:nvPr>
            <p:ph idx="1"/>
          </p:nvPr>
        </p:nvPicPr>
        <p:blipFill>
          <a:blip r:embed="rId2"/>
          <a:stretch>
            <a:fillRect/>
          </a:stretch>
        </p:blipFill>
        <p:spPr>
          <a:xfrm>
            <a:off x="635725" y="2932331"/>
            <a:ext cx="9804400" cy="2159000"/>
          </a:xfrm>
          <a:prstGeom prst="rect">
            <a:avLst/>
          </a:prstGeom>
        </p:spPr>
      </p:pic>
    </p:spTree>
    <p:extLst>
      <p:ext uri="{BB962C8B-B14F-4D97-AF65-F5344CB8AC3E}">
        <p14:creationId xmlns:p14="http://schemas.microsoft.com/office/powerpoint/2010/main" val="261704213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E12E1F4-9AFF-18EA-47AE-2FD51BD27A91}"/>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9E5B1DDD-9283-F543-E798-2DB2299C4A4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DE2FF0BC-7FAD-3758-D1D8-ADDFA3FA77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D193D2CE-746C-DCC3-32E2-855C01106E57}"/>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sp>
        <p:nvSpPr>
          <p:cNvPr id="6" name="TextBox 5">
            <a:extLst>
              <a:ext uri="{FF2B5EF4-FFF2-40B4-BE49-F238E27FC236}">
                <a16:creationId xmlns:a16="http://schemas.microsoft.com/office/drawing/2014/main" id="{1116E5E4-C11F-5CBC-DFAF-7FBE16B4C07D}"/>
              </a:ext>
            </a:extLst>
          </p:cNvPr>
          <p:cNvSpPr txBox="1"/>
          <p:nvPr/>
        </p:nvSpPr>
        <p:spPr>
          <a:xfrm>
            <a:off x="635725" y="2286000"/>
            <a:ext cx="7184571" cy="646331"/>
          </a:xfrm>
          <a:prstGeom prst="rect">
            <a:avLst/>
          </a:prstGeom>
          <a:noFill/>
        </p:spPr>
        <p:txBody>
          <a:bodyPr wrap="square" rtlCol="0">
            <a:spAutoFit/>
          </a:bodyPr>
          <a:lstStyle/>
          <a:p>
            <a:r>
              <a:rPr lang="en-US" dirty="0"/>
              <a:t>Remove Mode</a:t>
            </a:r>
          </a:p>
          <a:p>
            <a:endParaRPr lang="en-US" dirty="0"/>
          </a:p>
        </p:txBody>
      </p:sp>
      <p:pic>
        <p:nvPicPr>
          <p:cNvPr id="12" name="Content Placeholder 11">
            <a:extLst>
              <a:ext uri="{FF2B5EF4-FFF2-40B4-BE49-F238E27FC236}">
                <a16:creationId xmlns:a16="http://schemas.microsoft.com/office/drawing/2014/main" id="{AB38FFBD-8117-E57B-F5E5-17E548477038}"/>
              </a:ext>
            </a:extLst>
          </p:cNvPr>
          <p:cNvPicPr>
            <a:picLocks noGrp="1" noChangeAspect="1"/>
          </p:cNvPicPr>
          <p:nvPr>
            <p:ph idx="1"/>
          </p:nvPr>
        </p:nvPicPr>
        <p:blipFill>
          <a:blip r:embed="rId2"/>
          <a:stretch>
            <a:fillRect/>
          </a:stretch>
        </p:blipFill>
        <p:spPr>
          <a:xfrm>
            <a:off x="635725" y="2932331"/>
            <a:ext cx="9804400" cy="2159000"/>
          </a:xfrm>
          <a:prstGeom prst="rect">
            <a:avLst/>
          </a:prstGeom>
        </p:spPr>
      </p:pic>
      <p:pic>
        <p:nvPicPr>
          <p:cNvPr id="16" name="Picture 15">
            <a:extLst>
              <a:ext uri="{FF2B5EF4-FFF2-40B4-BE49-F238E27FC236}">
                <a16:creationId xmlns:a16="http://schemas.microsoft.com/office/drawing/2014/main" id="{9FD528E5-3135-0533-A842-FED57ECD8910}"/>
              </a:ext>
            </a:extLst>
          </p:cNvPr>
          <p:cNvPicPr>
            <a:picLocks noChangeAspect="1"/>
          </p:cNvPicPr>
          <p:nvPr/>
        </p:nvPicPr>
        <p:blipFill>
          <a:blip r:embed="rId3"/>
          <a:stretch>
            <a:fillRect/>
          </a:stretch>
        </p:blipFill>
        <p:spPr>
          <a:xfrm>
            <a:off x="4228010" y="4064346"/>
            <a:ext cx="7968341" cy="2793654"/>
          </a:xfrm>
          <a:prstGeom prst="rect">
            <a:avLst/>
          </a:prstGeom>
        </p:spPr>
      </p:pic>
    </p:spTree>
    <p:extLst>
      <p:ext uri="{BB962C8B-B14F-4D97-AF65-F5344CB8AC3E}">
        <p14:creationId xmlns:p14="http://schemas.microsoft.com/office/powerpoint/2010/main" val="8614613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CC3647B-945E-4945-E748-5BB84C4A20B3}"/>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D9A0B578-FDB5-E670-9290-A389B2E2F5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37033CC4-69A1-3117-392A-6D012DEE74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DAF432C-6D09-5EA9-987C-D8D0897EBAB2}"/>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pic>
        <p:nvPicPr>
          <p:cNvPr id="5" name="Content Placeholder 4">
            <a:extLst>
              <a:ext uri="{FF2B5EF4-FFF2-40B4-BE49-F238E27FC236}">
                <a16:creationId xmlns:a16="http://schemas.microsoft.com/office/drawing/2014/main" id="{898231AE-3ADB-B2F8-62C8-FFAA99339E47}"/>
              </a:ext>
            </a:extLst>
          </p:cNvPr>
          <p:cNvPicPr>
            <a:picLocks noGrp="1" noChangeAspect="1"/>
          </p:cNvPicPr>
          <p:nvPr>
            <p:ph idx="1"/>
          </p:nvPr>
        </p:nvPicPr>
        <p:blipFill>
          <a:blip r:embed="rId2"/>
          <a:stretch>
            <a:fillRect/>
          </a:stretch>
        </p:blipFill>
        <p:spPr>
          <a:xfrm>
            <a:off x="635725" y="3572270"/>
            <a:ext cx="6616700" cy="1346200"/>
          </a:xfrm>
          <a:prstGeom prst="rect">
            <a:avLst/>
          </a:prstGeom>
        </p:spPr>
      </p:pic>
      <p:sp>
        <p:nvSpPr>
          <p:cNvPr id="6" name="TextBox 5">
            <a:extLst>
              <a:ext uri="{FF2B5EF4-FFF2-40B4-BE49-F238E27FC236}">
                <a16:creationId xmlns:a16="http://schemas.microsoft.com/office/drawing/2014/main" id="{A81FF152-CB79-BB6F-D18D-5693DE223C29}"/>
              </a:ext>
            </a:extLst>
          </p:cNvPr>
          <p:cNvSpPr txBox="1"/>
          <p:nvPr/>
        </p:nvSpPr>
        <p:spPr>
          <a:xfrm>
            <a:off x="635725" y="2286000"/>
            <a:ext cx="7184571" cy="1200329"/>
          </a:xfrm>
          <a:prstGeom prst="rect">
            <a:avLst/>
          </a:prstGeom>
          <a:noFill/>
        </p:spPr>
        <p:txBody>
          <a:bodyPr wrap="square" rtlCol="0">
            <a:spAutoFit/>
          </a:bodyPr>
          <a:lstStyle/>
          <a:p>
            <a:r>
              <a:rPr lang="en-US" dirty="0"/>
              <a:t>Task Scheduler Mode</a:t>
            </a:r>
          </a:p>
          <a:p>
            <a:endParaRPr lang="en-US" dirty="0"/>
          </a:p>
          <a:p>
            <a:r>
              <a:rPr lang="en-US" dirty="0"/>
              <a:t>Standard CLSID: 01575CFE-9A55-4003-A5E1-F38D1EBDCBE1</a:t>
            </a:r>
          </a:p>
          <a:p>
            <a:endParaRPr lang="en-US" dirty="0"/>
          </a:p>
        </p:txBody>
      </p:sp>
    </p:spTree>
    <p:extLst>
      <p:ext uri="{BB962C8B-B14F-4D97-AF65-F5344CB8AC3E}">
        <p14:creationId xmlns:p14="http://schemas.microsoft.com/office/powerpoint/2010/main" val="273943474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4AE41D4-D39B-80D4-5DB2-3B3D74E64109}"/>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F0BA9032-1E8C-2F57-F7CC-486F5047D50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16853F8C-4A10-7157-F173-F62DD79DB97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3903508B-67A5-E6A3-5F09-8B68A7576004}"/>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pic>
        <p:nvPicPr>
          <p:cNvPr id="5" name="Content Placeholder 4">
            <a:extLst>
              <a:ext uri="{FF2B5EF4-FFF2-40B4-BE49-F238E27FC236}">
                <a16:creationId xmlns:a16="http://schemas.microsoft.com/office/drawing/2014/main" id="{CD11DEC5-E85C-FF14-6F47-CFAD7363D25A}"/>
              </a:ext>
            </a:extLst>
          </p:cNvPr>
          <p:cNvPicPr>
            <a:picLocks noGrp="1" noChangeAspect="1"/>
          </p:cNvPicPr>
          <p:nvPr>
            <p:ph idx="1"/>
          </p:nvPr>
        </p:nvPicPr>
        <p:blipFill>
          <a:blip r:embed="rId2"/>
          <a:stretch>
            <a:fillRect/>
          </a:stretch>
        </p:blipFill>
        <p:spPr>
          <a:xfrm>
            <a:off x="635725" y="3572270"/>
            <a:ext cx="6616700" cy="1346200"/>
          </a:xfrm>
          <a:prstGeom prst="rect">
            <a:avLst/>
          </a:prstGeom>
        </p:spPr>
      </p:pic>
      <p:sp>
        <p:nvSpPr>
          <p:cNvPr id="6" name="TextBox 5">
            <a:extLst>
              <a:ext uri="{FF2B5EF4-FFF2-40B4-BE49-F238E27FC236}">
                <a16:creationId xmlns:a16="http://schemas.microsoft.com/office/drawing/2014/main" id="{C8B11EDF-0017-C46F-2FB9-DF0031ADE515}"/>
              </a:ext>
            </a:extLst>
          </p:cNvPr>
          <p:cNvSpPr txBox="1"/>
          <p:nvPr/>
        </p:nvSpPr>
        <p:spPr>
          <a:xfrm>
            <a:off x="635725" y="2286000"/>
            <a:ext cx="7184571" cy="1200329"/>
          </a:xfrm>
          <a:prstGeom prst="rect">
            <a:avLst/>
          </a:prstGeom>
          <a:noFill/>
        </p:spPr>
        <p:txBody>
          <a:bodyPr wrap="square" rtlCol="0">
            <a:spAutoFit/>
          </a:bodyPr>
          <a:lstStyle/>
          <a:p>
            <a:r>
              <a:rPr lang="en-US" dirty="0"/>
              <a:t>Task Scheduler Mode</a:t>
            </a:r>
          </a:p>
          <a:p>
            <a:endParaRPr lang="en-US" dirty="0"/>
          </a:p>
          <a:p>
            <a:r>
              <a:rPr lang="en-US" dirty="0"/>
              <a:t>Standard CLSID: 01575CFE-9A55-4003-A5E1-F38D1EBDCBE1</a:t>
            </a:r>
          </a:p>
          <a:p>
            <a:endParaRPr lang="en-US" dirty="0"/>
          </a:p>
        </p:txBody>
      </p:sp>
      <p:pic>
        <p:nvPicPr>
          <p:cNvPr id="3" name="Picture 2">
            <a:extLst>
              <a:ext uri="{FF2B5EF4-FFF2-40B4-BE49-F238E27FC236}">
                <a16:creationId xmlns:a16="http://schemas.microsoft.com/office/drawing/2014/main" id="{AE9CA97E-0380-227D-E5F0-E5B80ADC8EB7}"/>
              </a:ext>
            </a:extLst>
          </p:cNvPr>
          <p:cNvPicPr>
            <a:picLocks noChangeAspect="1"/>
          </p:cNvPicPr>
          <p:nvPr/>
        </p:nvPicPr>
        <p:blipFill>
          <a:blip r:embed="rId3"/>
          <a:stretch>
            <a:fillRect/>
          </a:stretch>
        </p:blipFill>
        <p:spPr>
          <a:xfrm>
            <a:off x="4419600" y="3899154"/>
            <a:ext cx="7772400" cy="2958846"/>
          </a:xfrm>
          <a:prstGeom prst="rect">
            <a:avLst/>
          </a:prstGeom>
        </p:spPr>
      </p:pic>
    </p:spTree>
    <p:extLst>
      <p:ext uri="{BB962C8B-B14F-4D97-AF65-F5344CB8AC3E}">
        <p14:creationId xmlns:p14="http://schemas.microsoft.com/office/powerpoint/2010/main" val="72703446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3FB49ED-0E4B-DFF0-1C4D-DB332E02AA44}"/>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33B6F9F0-10AD-EB8A-026A-59739E0FCD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754D74DB-EFF5-CDF4-1AB6-2507F33B9E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433719D-4673-ADED-B2A5-4BF27C9754F9}"/>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pic>
        <p:nvPicPr>
          <p:cNvPr id="9" name="Content Placeholder 8">
            <a:extLst>
              <a:ext uri="{FF2B5EF4-FFF2-40B4-BE49-F238E27FC236}">
                <a16:creationId xmlns:a16="http://schemas.microsoft.com/office/drawing/2014/main" id="{E5FDCB63-5282-D624-1D26-07976F70403E}"/>
              </a:ext>
            </a:extLst>
          </p:cNvPr>
          <p:cNvPicPr>
            <a:picLocks noGrp="1" noChangeAspect="1"/>
          </p:cNvPicPr>
          <p:nvPr>
            <p:ph idx="1"/>
          </p:nvPr>
        </p:nvPicPr>
        <p:blipFill>
          <a:blip r:embed="rId2"/>
          <a:stretch>
            <a:fillRect/>
          </a:stretch>
        </p:blipFill>
        <p:spPr>
          <a:xfrm>
            <a:off x="718897" y="3429000"/>
            <a:ext cx="10752909" cy="891374"/>
          </a:xfrm>
          <a:prstGeom prst="rect">
            <a:avLst/>
          </a:prstGeom>
        </p:spPr>
      </p:pic>
    </p:spTree>
    <p:extLst>
      <p:ext uri="{BB962C8B-B14F-4D97-AF65-F5344CB8AC3E}">
        <p14:creationId xmlns:p14="http://schemas.microsoft.com/office/powerpoint/2010/main" val="350474390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3705D44-F2BF-0C4B-04AE-5A6CFB44B3D9}"/>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4FCF523B-F4B6-8D2B-9A44-2238320F95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D0E5BC07-7C73-649F-63ED-94710681127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388E76D-AA12-EF9F-08E2-AB241B524197}"/>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sp>
        <p:nvSpPr>
          <p:cNvPr id="4" name="Content Placeholder 3">
            <a:extLst>
              <a:ext uri="{FF2B5EF4-FFF2-40B4-BE49-F238E27FC236}">
                <a16:creationId xmlns:a16="http://schemas.microsoft.com/office/drawing/2014/main" id="{0A47B141-CB78-6A5D-D9D4-E1920B9D68CB}"/>
              </a:ext>
            </a:extLst>
          </p:cNvPr>
          <p:cNvSpPr>
            <a:spLocks noGrp="1"/>
          </p:cNvSpPr>
          <p:nvPr>
            <p:ph idx="1"/>
          </p:nvPr>
        </p:nvSpPr>
        <p:spPr/>
        <p:txBody>
          <a:bodyPr/>
          <a:lstStyle/>
          <a:p>
            <a:r>
              <a:rPr lang="en-US" dirty="0" err="1"/>
              <a:t>TreatAs</a:t>
            </a:r>
            <a:r>
              <a:rPr lang="en-US" dirty="0"/>
              <a:t> Mode</a:t>
            </a:r>
          </a:p>
          <a:p>
            <a:r>
              <a:rPr lang="en-US" dirty="0"/>
              <a:t>Fake CLSID length/format: x8-x4-x4-x4-x12</a:t>
            </a:r>
          </a:p>
        </p:txBody>
      </p:sp>
      <p:pic>
        <p:nvPicPr>
          <p:cNvPr id="8" name="Picture 7">
            <a:extLst>
              <a:ext uri="{FF2B5EF4-FFF2-40B4-BE49-F238E27FC236}">
                <a16:creationId xmlns:a16="http://schemas.microsoft.com/office/drawing/2014/main" id="{0E88E307-7FE9-61C2-9A91-8BBA2CE9CE43}"/>
              </a:ext>
            </a:extLst>
          </p:cNvPr>
          <p:cNvPicPr>
            <a:picLocks noChangeAspect="1"/>
          </p:cNvPicPr>
          <p:nvPr/>
        </p:nvPicPr>
        <p:blipFill>
          <a:blip r:embed="rId2"/>
          <a:stretch>
            <a:fillRect/>
          </a:stretch>
        </p:blipFill>
        <p:spPr>
          <a:xfrm>
            <a:off x="838198" y="3365429"/>
            <a:ext cx="7772400" cy="1163600"/>
          </a:xfrm>
          <a:prstGeom prst="rect">
            <a:avLst/>
          </a:prstGeom>
        </p:spPr>
      </p:pic>
    </p:spTree>
    <p:extLst>
      <p:ext uri="{BB962C8B-B14F-4D97-AF65-F5344CB8AC3E}">
        <p14:creationId xmlns:p14="http://schemas.microsoft.com/office/powerpoint/2010/main" val="377818813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7E11C3A-020E-48B4-854F-37F906868BC1}"/>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3A0ED1A3-4E10-5932-54AE-2F9255E5DF3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EEA18E4F-84B3-F5DF-F858-198CC4B723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CA7DF04-034E-E123-7B18-EDD53F4AC9BB}"/>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sp>
        <p:nvSpPr>
          <p:cNvPr id="4" name="Content Placeholder 3">
            <a:extLst>
              <a:ext uri="{FF2B5EF4-FFF2-40B4-BE49-F238E27FC236}">
                <a16:creationId xmlns:a16="http://schemas.microsoft.com/office/drawing/2014/main" id="{B3D3FAE6-1F85-A023-5C32-4C6AEB3BF48E}"/>
              </a:ext>
            </a:extLst>
          </p:cNvPr>
          <p:cNvSpPr>
            <a:spLocks noGrp="1"/>
          </p:cNvSpPr>
          <p:nvPr>
            <p:ph idx="1"/>
          </p:nvPr>
        </p:nvSpPr>
        <p:spPr/>
        <p:txBody>
          <a:bodyPr/>
          <a:lstStyle/>
          <a:p>
            <a:r>
              <a:rPr lang="en-US" dirty="0" err="1"/>
              <a:t>TreatAs</a:t>
            </a:r>
            <a:r>
              <a:rPr lang="en-US" dirty="0"/>
              <a:t> Mode</a:t>
            </a:r>
          </a:p>
          <a:p>
            <a:r>
              <a:rPr lang="en-US" dirty="0"/>
              <a:t>Fake CLSID length/format: x8-x4-x4-x4-x12</a:t>
            </a:r>
          </a:p>
        </p:txBody>
      </p:sp>
      <p:pic>
        <p:nvPicPr>
          <p:cNvPr id="8" name="Picture 7">
            <a:extLst>
              <a:ext uri="{FF2B5EF4-FFF2-40B4-BE49-F238E27FC236}">
                <a16:creationId xmlns:a16="http://schemas.microsoft.com/office/drawing/2014/main" id="{3BDD0EA1-614F-899E-2FBB-D3E345BA6A32}"/>
              </a:ext>
            </a:extLst>
          </p:cNvPr>
          <p:cNvPicPr>
            <a:picLocks noChangeAspect="1"/>
          </p:cNvPicPr>
          <p:nvPr/>
        </p:nvPicPr>
        <p:blipFill>
          <a:blip r:embed="rId2"/>
          <a:stretch>
            <a:fillRect/>
          </a:stretch>
        </p:blipFill>
        <p:spPr>
          <a:xfrm>
            <a:off x="838198" y="3365429"/>
            <a:ext cx="7772400" cy="1163600"/>
          </a:xfrm>
          <a:prstGeom prst="rect">
            <a:avLst/>
          </a:prstGeom>
        </p:spPr>
      </p:pic>
      <p:pic>
        <p:nvPicPr>
          <p:cNvPr id="10" name="Picture 9">
            <a:extLst>
              <a:ext uri="{FF2B5EF4-FFF2-40B4-BE49-F238E27FC236}">
                <a16:creationId xmlns:a16="http://schemas.microsoft.com/office/drawing/2014/main" id="{99F44320-6817-D7DD-8A42-D0F8124AFB1E}"/>
              </a:ext>
            </a:extLst>
          </p:cNvPr>
          <p:cNvPicPr>
            <a:picLocks noChangeAspect="1"/>
          </p:cNvPicPr>
          <p:nvPr/>
        </p:nvPicPr>
        <p:blipFill>
          <a:blip r:embed="rId3"/>
          <a:stretch>
            <a:fillRect/>
          </a:stretch>
        </p:blipFill>
        <p:spPr>
          <a:xfrm>
            <a:off x="3295815" y="3894436"/>
            <a:ext cx="8896185" cy="2917121"/>
          </a:xfrm>
          <a:prstGeom prst="rect">
            <a:avLst/>
          </a:prstGeom>
        </p:spPr>
      </p:pic>
    </p:spTree>
    <p:extLst>
      <p:ext uri="{BB962C8B-B14F-4D97-AF65-F5344CB8AC3E}">
        <p14:creationId xmlns:p14="http://schemas.microsoft.com/office/powerpoint/2010/main" val="110822208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4E8300F-977C-A433-F00E-21758A5BC7BE}"/>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DBF252EB-384C-1281-9F57-142C0387CA9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8DF45601-62B6-8202-DD5F-ACD46FFA859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29148850-7E60-AADA-8795-5F7108BCB3C7}"/>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pic>
        <p:nvPicPr>
          <p:cNvPr id="5" name="Content Placeholder 4">
            <a:extLst>
              <a:ext uri="{FF2B5EF4-FFF2-40B4-BE49-F238E27FC236}">
                <a16:creationId xmlns:a16="http://schemas.microsoft.com/office/drawing/2014/main" id="{2D63E74A-B17B-BDE0-648F-7D09F2368702}"/>
              </a:ext>
            </a:extLst>
          </p:cNvPr>
          <p:cNvPicPr>
            <a:picLocks noGrp="1" noChangeAspect="1"/>
          </p:cNvPicPr>
          <p:nvPr>
            <p:ph idx="1"/>
          </p:nvPr>
        </p:nvPicPr>
        <p:blipFill>
          <a:blip r:embed="rId2"/>
          <a:stretch>
            <a:fillRect/>
          </a:stretch>
        </p:blipFill>
        <p:spPr>
          <a:xfrm>
            <a:off x="839526" y="1737360"/>
            <a:ext cx="8440308" cy="4351338"/>
          </a:xfrm>
          <a:prstGeom prst="rect">
            <a:avLst/>
          </a:prstGeom>
        </p:spPr>
      </p:pic>
    </p:spTree>
    <p:extLst>
      <p:ext uri="{BB962C8B-B14F-4D97-AF65-F5344CB8AC3E}">
        <p14:creationId xmlns:p14="http://schemas.microsoft.com/office/powerpoint/2010/main" val="419406235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FC86EF6-03E9-D3C3-1373-3E87D3038CBD}"/>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695FBD5B-C685-A043-0CA8-A2E8C3B1B4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82B4D4A8-F1C2-E2A3-0137-AD55A26B77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F3BDC80D-5EEB-2EF9-9224-8D5DB393830C}"/>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COM-Hunter &amp; Other TTPs</a:t>
            </a:r>
          </a:p>
        </p:txBody>
      </p:sp>
      <p:pic>
        <p:nvPicPr>
          <p:cNvPr id="5" name="Content Placeholder 4">
            <a:extLst>
              <a:ext uri="{FF2B5EF4-FFF2-40B4-BE49-F238E27FC236}">
                <a16:creationId xmlns:a16="http://schemas.microsoft.com/office/drawing/2014/main" id="{6434E333-8FFA-6FD3-5311-0DB838EBDD09}"/>
              </a:ext>
            </a:extLst>
          </p:cNvPr>
          <p:cNvPicPr>
            <a:picLocks noGrp="1" noChangeAspect="1"/>
          </p:cNvPicPr>
          <p:nvPr>
            <p:ph idx="1"/>
          </p:nvPr>
        </p:nvPicPr>
        <p:blipFill>
          <a:blip r:embed="rId2"/>
          <a:stretch>
            <a:fillRect/>
          </a:stretch>
        </p:blipFill>
        <p:spPr>
          <a:xfrm>
            <a:off x="839526" y="1737360"/>
            <a:ext cx="8440308" cy="4351338"/>
          </a:xfrm>
          <a:prstGeom prst="rect">
            <a:avLst/>
          </a:prstGeom>
        </p:spPr>
      </p:pic>
      <p:pic>
        <p:nvPicPr>
          <p:cNvPr id="4" name="Picture 3">
            <a:extLst>
              <a:ext uri="{FF2B5EF4-FFF2-40B4-BE49-F238E27FC236}">
                <a16:creationId xmlns:a16="http://schemas.microsoft.com/office/drawing/2014/main" id="{89B66BEF-C7D4-8FE1-A7AA-DEB9FAE6045D}"/>
              </a:ext>
            </a:extLst>
          </p:cNvPr>
          <p:cNvPicPr>
            <a:picLocks noChangeAspect="1"/>
          </p:cNvPicPr>
          <p:nvPr/>
        </p:nvPicPr>
        <p:blipFill>
          <a:blip r:embed="rId3"/>
          <a:stretch>
            <a:fillRect/>
          </a:stretch>
        </p:blipFill>
        <p:spPr>
          <a:xfrm>
            <a:off x="4049486" y="3474720"/>
            <a:ext cx="8003177" cy="3267140"/>
          </a:xfrm>
          <a:prstGeom prst="rect">
            <a:avLst/>
          </a:prstGeom>
        </p:spPr>
      </p:pic>
    </p:spTree>
    <p:extLst>
      <p:ext uri="{BB962C8B-B14F-4D97-AF65-F5344CB8AC3E}">
        <p14:creationId xmlns:p14="http://schemas.microsoft.com/office/powerpoint/2010/main" val="391310136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C996217-EF4E-7E58-80C3-D21BFA9F38A4}"/>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EE1CD15C-6856-8602-0AD4-3F3E0BCAF7A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9FB26E06-B33C-2E6D-F265-11AE006BB91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86393206-BE68-5EFE-49FF-77459C8A9E31}"/>
              </a:ext>
            </a:extLst>
          </p:cNvPr>
          <p:cNvSpPr>
            <a:spLocks noGrp="1"/>
          </p:cNvSpPr>
          <p:nvPr>
            <p:ph type="title"/>
          </p:nvPr>
        </p:nvSpPr>
        <p:spPr>
          <a:xfrm>
            <a:off x="1137036" y="548640"/>
            <a:ext cx="9916632" cy="1188720"/>
          </a:xfrm>
        </p:spPr>
        <p:txBody>
          <a:bodyPr>
            <a:normAutofit/>
          </a:bodyPr>
          <a:lstStyle/>
          <a:p>
            <a:r>
              <a:rPr lang="en-US" dirty="0">
                <a:solidFill>
                  <a:schemeClr val="tx1">
                    <a:lumMod val="85000"/>
                    <a:lumOff val="15000"/>
                  </a:schemeClr>
                </a:solidFill>
              </a:rPr>
              <a:t>Exercise 3</a:t>
            </a:r>
          </a:p>
        </p:txBody>
      </p:sp>
      <p:sp>
        <p:nvSpPr>
          <p:cNvPr id="4" name="Content Placeholder 3">
            <a:extLst>
              <a:ext uri="{FF2B5EF4-FFF2-40B4-BE49-F238E27FC236}">
                <a16:creationId xmlns:a16="http://schemas.microsoft.com/office/drawing/2014/main" id="{F19D16C8-7DB4-2F71-BEB1-217AF2629671}"/>
              </a:ext>
            </a:extLst>
          </p:cNvPr>
          <p:cNvSpPr>
            <a:spLocks noGrp="1"/>
          </p:cNvSpPr>
          <p:nvPr>
            <p:ph idx="1"/>
          </p:nvPr>
        </p:nvSpPr>
        <p:spPr>
          <a:xfrm>
            <a:off x="753732" y="3906973"/>
            <a:ext cx="10683240" cy="4483735"/>
          </a:xfrm>
        </p:spPr>
        <p:txBody>
          <a:bodyPr/>
          <a:lstStyle/>
          <a:p>
            <a:r>
              <a:rPr lang="en-US" dirty="0"/>
              <a:t>Experiment with Task Scheduler mode of COM-</a:t>
            </a:r>
            <a:r>
              <a:rPr lang="en-US" dirty="0" err="1"/>
              <a:t>Hunter.exe</a:t>
            </a:r>
            <a:r>
              <a:rPr lang="en-US" dirty="0"/>
              <a:t> (3 mins)</a:t>
            </a:r>
          </a:p>
        </p:txBody>
      </p:sp>
    </p:spTree>
    <p:extLst>
      <p:ext uri="{BB962C8B-B14F-4D97-AF65-F5344CB8AC3E}">
        <p14:creationId xmlns:p14="http://schemas.microsoft.com/office/powerpoint/2010/main" val="163416855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BF5C2EE-6F0B-F0B8-BB1F-A3048D4A0874}"/>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94D337A3-95D3-A803-1C3E-BA3FCF5E782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F6C73004-781E-FFE8-3514-FDF972980DEF}"/>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dirty="0">
                <a:solidFill>
                  <a:schemeClr val="tx1"/>
                </a:solidFill>
                <a:latin typeface="+mj-lt"/>
                <a:ea typeface="+mj-ea"/>
                <a:cs typeface="+mj-cs"/>
              </a:rPr>
              <a:t>CS BOF</a:t>
            </a:r>
          </a:p>
        </p:txBody>
      </p:sp>
      <p:sp>
        <p:nvSpPr>
          <p:cNvPr id="9" name="sketch line">
            <a:extLst>
              <a:ext uri="{FF2B5EF4-FFF2-40B4-BE49-F238E27FC236}">
                <a16:creationId xmlns:a16="http://schemas.microsoft.com/office/drawing/2014/main" id="{67714628-7E36-D3B7-CD26-C81EA8A413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9188055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5A31F49-D11D-AE2D-753E-055ADF4D500E}"/>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FC40CA5D-9C08-77F7-9584-58A2D1B274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EB9A9207-FEE7-6ACF-F855-3169F13C9D1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78374DE-B87B-82A5-0347-3E5B7DA58232}"/>
              </a:ext>
            </a:extLst>
          </p:cNvPr>
          <p:cNvSpPr>
            <a:spLocks noGrp="1"/>
          </p:cNvSpPr>
          <p:nvPr>
            <p:ph type="title"/>
          </p:nvPr>
        </p:nvSpPr>
        <p:spPr>
          <a:xfrm>
            <a:off x="1137036" y="548640"/>
            <a:ext cx="9916632" cy="1188720"/>
          </a:xfrm>
        </p:spPr>
        <p:txBody>
          <a:bodyPr>
            <a:normAutofit/>
          </a:bodyPr>
          <a:lstStyle/>
          <a:p>
            <a:r>
              <a:rPr lang="en-US" dirty="0">
                <a:solidFill>
                  <a:schemeClr val="tx1">
                    <a:alpha val="80000"/>
                  </a:schemeClr>
                </a:solidFill>
              </a:rPr>
              <a:t>CS BOF</a:t>
            </a:r>
          </a:p>
        </p:txBody>
      </p:sp>
      <p:sp>
        <p:nvSpPr>
          <p:cNvPr id="10" name="Content Placeholder 9">
            <a:extLst>
              <a:ext uri="{FF2B5EF4-FFF2-40B4-BE49-F238E27FC236}">
                <a16:creationId xmlns:a16="http://schemas.microsoft.com/office/drawing/2014/main" id="{79C64F6C-6F0D-9373-EC39-CEDD6D534C00}"/>
              </a:ext>
            </a:extLst>
          </p:cNvPr>
          <p:cNvSpPr>
            <a:spLocks noGrp="1"/>
          </p:cNvSpPr>
          <p:nvPr>
            <p:ph idx="1"/>
          </p:nvPr>
        </p:nvSpPr>
        <p:spPr/>
        <p:txBody>
          <a:bodyPr/>
          <a:lstStyle/>
          <a:p>
            <a:r>
              <a:rPr lang="en-US" dirty="0"/>
              <a:t>Following </a:t>
            </a:r>
            <a:r>
              <a:rPr lang="en-US" dirty="0" err="1"/>
              <a:t>TrustedSec’s</a:t>
            </a:r>
            <a:r>
              <a:rPr lang="en-US" dirty="0"/>
              <a:t> BOF Format</a:t>
            </a:r>
          </a:p>
          <a:p>
            <a:r>
              <a:rPr lang="en-US" dirty="0"/>
              <a:t>Includes all functionalities of .NET implementation</a:t>
            </a:r>
          </a:p>
          <a:p>
            <a:r>
              <a:rPr lang="en-US" dirty="0"/>
              <a:t>Compile:</a:t>
            </a:r>
          </a:p>
        </p:txBody>
      </p:sp>
      <p:pic>
        <p:nvPicPr>
          <p:cNvPr id="11" name="Content Placeholder 6">
            <a:extLst>
              <a:ext uri="{FF2B5EF4-FFF2-40B4-BE49-F238E27FC236}">
                <a16:creationId xmlns:a16="http://schemas.microsoft.com/office/drawing/2014/main" id="{185ED647-24E2-0919-2FF6-205C47A1FE29}"/>
              </a:ext>
            </a:extLst>
          </p:cNvPr>
          <p:cNvPicPr>
            <a:picLocks noChangeAspect="1"/>
          </p:cNvPicPr>
          <p:nvPr/>
        </p:nvPicPr>
        <p:blipFill>
          <a:blip r:embed="rId2"/>
          <a:stretch>
            <a:fillRect/>
          </a:stretch>
        </p:blipFill>
        <p:spPr>
          <a:xfrm>
            <a:off x="838198" y="3477356"/>
            <a:ext cx="7061200" cy="2146300"/>
          </a:xfrm>
          <a:prstGeom prst="rect">
            <a:avLst/>
          </a:prstGeom>
        </p:spPr>
      </p:pic>
    </p:spTree>
    <p:extLst>
      <p:ext uri="{BB962C8B-B14F-4D97-AF65-F5344CB8AC3E}">
        <p14:creationId xmlns:p14="http://schemas.microsoft.com/office/powerpoint/2010/main" val="310819857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B21A2EA-4A5B-C9A1-343F-17D810FD1676}"/>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164F378B-C3DE-2B88-FA2B-996796E121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DA16703D-A2E5-5466-E083-91E229CA0F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0323B1F-D775-A418-08C8-CCD65F927919}"/>
              </a:ext>
            </a:extLst>
          </p:cNvPr>
          <p:cNvSpPr>
            <a:spLocks noGrp="1"/>
          </p:cNvSpPr>
          <p:nvPr>
            <p:ph type="title"/>
          </p:nvPr>
        </p:nvSpPr>
        <p:spPr>
          <a:xfrm>
            <a:off x="1137036" y="548640"/>
            <a:ext cx="9916632" cy="1188720"/>
          </a:xfrm>
        </p:spPr>
        <p:txBody>
          <a:bodyPr>
            <a:normAutofit/>
          </a:bodyPr>
          <a:lstStyle/>
          <a:p>
            <a:r>
              <a:rPr lang="en-US" dirty="0">
                <a:solidFill>
                  <a:schemeClr val="tx1">
                    <a:alpha val="80000"/>
                  </a:schemeClr>
                </a:solidFill>
              </a:rPr>
              <a:t>CS BOF</a:t>
            </a:r>
          </a:p>
        </p:txBody>
      </p:sp>
      <p:sp>
        <p:nvSpPr>
          <p:cNvPr id="10" name="Content Placeholder 9">
            <a:extLst>
              <a:ext uri="{FF2B5EF4-FFF2-40B4-BE49-F238E27FC236}">
                <a16:creationId xmlns:a16="http://schemas.microsoft.com/office/drawing/2014/main" id="{0B8B1602-AEA2-78CF-4D96-A059DAB1EE94}"/>
              </a:ext>
            </a:extLst>
          </p:cNvPr>
          <p:cNvSpPr>
            <a:spLocks noGrp="1"/>
          </p:cNvSpPr>
          <p:nvPr>
            <p:ph idx="1"/>
          </p:nvPr>
        </p:nvSpPr>
        <p:spPr/>
        <p:txBody>
          <a:bodyPr/>
          <a:lstStyle/>
          <a:p>
            <a:r>
              <a:rPr lang="en-US" dirty="0"/>
              <a:t>Following </a:t>
            </a:r>
            <a:r>
              <a:rPr lang="en-US" dirty="0" err="1"/>
              <a:t>TrustedSec’s</a:t>
            </a:r>
            <a:r>
              <a:rPr lang="en-US" dirty="0"/>
              <a:t> BOF Format</a:t>
            </a:r>
          </a:p>
          <a:p>
            <a:r>
              <a:rPr lang="en-US" dirty="0"/>
              <a:t>Includes all functionalities of .NET implementation</a:t>
            </a:r>
          </a:p>
          <a:p>
            <a:r>
              <a:rPr lang="en-US" dirty="0"/>
              <a:t>Compile:</a:t>
            </a:r>
          </a:p>
        </p:txBody>
      </p:sp>
      <p:pic>
        <p:nvPicPr>
          <p:cNvPr id="11" name="Content Placeholder 6">
            <a:extLst>
              <a:ext uri="{FF2B5EF4-FFF2-40B4-BE49-F238E27FC236}">
                <a16:creationId xmlns:a16="http://schemas.microsoft.com/office/drawing/2014/main" id="{0BFF0103-7A40-EDE4-2F9A-E889D02094AD}"/>
              </a:ext>
            </a:extLst>
          </p:cNvPr>
          <p:cNvPicPr>
            <a:picLocks noChangeAspect="1"/>
          </p:cNvPicPr>
          <p:nvPr/>
        </p:nvPicPr>
        <p:blipFill>
          <a:blip r:embed="rId2"/>
          <a:stretch>
            <a:fillRect/>
          </a:stretch>
        </p:blipFill>
        <p:spPr>
          <a:xfrm>
            <a:off x="838198" y="3477356"/>
            <a:ext cx="7061200" cy="2146300"/>
          </a:xfrm>
          <a:prstGeom prst="rect">
            <a:avLst/>
          </a:prstGeom>
        </p:spPr>
      </p:pic>
      <p:pic>
        <p:nvPicPr>
          <p:cNvPr id="4" name="Picture 3">
            <a:extLst>
              <a:ext uri="{FF2B5EF4-FFF2-40B4-BE49-F238E27FC236}">
                <a16:creationId xmlns:a16="http://schemas.microsoft.com/office/drawing/2014/main" id="{178C0232-753A-2B6C-8450-A237A3694E23}"/>
              </a:ext>
            </a:extLst>
          </p:cNvPr>
          <p:cNvPicPr>
            <a:picLocks noChangeAspect="1"/>
          </p:cNvPicPr>
          <p:nvPr/>
        </p:nvPicPr>
        <p:blipFill>
          <a:blip r:embed="rId3"/>
          <a:stretch>
            <a:fillRect/>
          </a:stretch>
        </p:blipFill>
        <p:spPr>
          <a:xfrm>
            <a:off x="5410200" y="2874708"/>
            <a:ext cx="6276703" cy="3983292"/>
          </a:xfrm>
          <a:prstGeom prst="rect">
            <a:avLst/>
          </a:prstGeom>
        </p:spPr>
      </p:pic>
    </p:spTree>
    <p:extLst>
      <p:ext uri="{BB962C8B-B14F-4D97-AF65-F5344CB8AC3E}">
        <p14:creationId xmlns:p14="http://schemas.microsoft.com/office/powerpoint/2010/main" val="104683328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164C511-0D5B-00F7-0B18-F19172B05976}"/>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9CEE5D31-B240-85AE-8305-8F2D04E7C3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CA067C81-3076-C854-81A3-CE5D9F3271D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4983E6CC-77C2-E4A0-653F-6E894614C424}"/>
              </a:ext>
            </a:extLst>
          </p:cNvPr>
          <p:cNvSpPr>
            <a:spLocks noGrp="1"/>
          </p:cNvSpPr>
          <p:nvPr>
            <p:ph type="title"/>
          </p:nvPr>
        </p:nvSpPr>
        <p:spPr>
          <a:xfrm>
            <a:off x="1137036" y="548640"/>
            <a:ext cx="9916632" cy="1188720"/>
          </a:xfrm>
        </p:spPr>
        <p:txBody>
          <a:bodyPr>
            <a:normAutofit/>
          </a:bodyPr>
          <a:lstStyle/>
          <a:p>
            <a:r>
              <a:rPr lang="en-US" dirty="0">
                <a:solidFill>
                  <a:schemeClr val="tx1">
                    <a:alpha val="80000"/>
                  </a:schemeClr>
                </a:solidFill>
              </a:rPr>
              <a:t>CS BOF</a:t>
            </a:r>
          </a:p>
        </p:txBody>
      </p:sp>
      <p:pic>
        <p:nvPicPr>
          <p:cNvPr id="5" name="Content Placeholder 4">
            <a:extLst>
              <a:ext uri="{FF2B5EF4-FFF2-40B4-BE49-F238E27FC236}">
                <a16:creationId xmlns:a16="http://schemas.microsoft.com/office/drawing/2014/main" id="{0B631654-FD8E-B35F-8C18-F74993BF3CB2}"/>
              </a:ext>
            </a:extLst>
          </p:cNvPr>
          <p:cNvPicPr>
            <a:picLocks noGrp="1" noChangeAspect="1"/>
          </p:cNvPicPr>
          <p:nvPr>
            <p:ph idx="1"/>
          </p:nvPr>
        </p:nvPicPr>
        <p:blipFill>
          <a:blip r:embed="rId2"/>
          <a:srcRect r="2869" b="12297"/>
          <a:stretch>
            <a:fillRect/>
          </a:stretch>
        </p:blipFill>
        <p:spPr>
          <a:xfrm>
            <a:off x="1137036" y="2493115"/>
            <a:ext cx="9056831" cy="3816245"/>
          </a:xfrm>
          <a:prstGeom prst="rect">
            <a:avLst/>
          </a:prstGeom>
        </p:spPr>
      </p:pic>
    </p:spTree>
    <p:extLst>
      <p:ext uri="{BB962C8B-B14F-4D97-AF65-F5344CB8AC3E}">
        <p14:creationId xmlns:p14="http://schemas.microsoft.com/office/powerpoint/2010/main" val="228898757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52D2052-901B-620B-022E-60CBFF80A20C}"/>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BD8423A0-AC7E-2BF4-AAAB-094BEE8B04F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D1EAEBA8-6784-178C-5240-9A01378168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047E318-2BD1-A366-B01B-4C1EB6FBE42E}"/>
              </a:ext>
            </a:extLst>
          </p:cNvPr>
          <p:cNvSpPr>
            <a:spLocks noGrp="1"/>
          </p:cNvSpPr>
          <p:nvPr>
            <p:ph type="title"/>
          </p:nvPr>
        </p:nvSpPr>
        <p:spPr>
          <a:xfrm>
            <a:off x="1137036" y="548640"/>
            <a:ext cx="9916632" cy="1188720"/>
          </a:xfrm>
        </p:spPr>
        <p:txBody>
          <a:bodyPr>
            <a:normAutofit/>
          </a:bodyPr>
          <a:lstStyle/>
          <a:p>
            <a:r>
              <a:rPr lang="en-US" dirty="0">
                <a:solidFill>
                  <a:schemeClr val="tx1">
                    <a:alpha val="80000"/>
                  </a:schemeClr>
                </a:solidFill>
              </a:rPr>
              <a:t>CS BOF</a:t>
            </a:r>
          </a:p>
        </p:txBody>
      </p:sp>
      <p:pic>
        <p:nvPicPr>
          <p:cNvPr id="8" name="Picture 7">
            <a:extLst>
              <a:ext uri="{FF2B5EF4-FFF2-40B4-BE49-F238E27FC236}">
                <a16:creationId xmlns:a16="http://schemas.microsoft.com/office/drawing/2014/main" id="{37D274EA-5C80-11C7-AC8A-74796B4FFF12}"/>
              </a:ext>
            </a:extLst>
          </p:cNvPr>
          <p:cNvPicPr>
            <a:picLocks noChangeAspect="1"/>
          </p:cNvPicPr>
          <p:nvPr/>
        </p:nvPicPr>
        <p:blipFill>
          <a:blip r:embed="rId2"/>
          <a:srcRect r="3861" b="12827"/>
          <a:stretch>
            <a:fillRect/>
          </a:stretch>
        </p:blipFill>
        <p:spPr>
          <a:xfrm>
            <a:off x="702091" y="2499543"/>
            <a:ext cx="10634776" cy="3105390"/>
          </a:xfrm>
          <a:prstGeom prst="rect">
            <a:avLst/>
          </a:prstGeom>
        </p:spPr>
      </p:pic>
    </p:spTree>
    <p:extLst>
      <p:ext uri="{BB962C8B-B14F-4D97-AF65-F5344CB8AC3E}">
        <p14:creationId xmlns:p14="http://schemas.microsoft.com/office/powerpoint/2010/main" val="19092814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987D3D5-7E91-331B-0A3E-E880C286BBEB}"/>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21FA8FA6-2823-5F5B-1FA6-EFC8E922F1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BD95DB0C-C609-B5CA-15A8-52C6DB7EB1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7366D55-1485-E2F4-BD3E-6E0992967C8D}"/>
              </a:ext>
            </a:extLst>
          </p:cNvPr>
          <p:cNvSpPr>
            <a:spLocks noGrp="1"/>
          </p:cNvSpPr>
          <p:nvPr>
            <p:ph type="title"/>
          </p:nvPr>
        </p:nvSpPr>
        <p:spPr>
          <a:xfrm>
            <a:off x="1137036" y="548640"/>
            <a:ext cx="9916632" cy="1188720"/>
          </a:xfrm>
        </p:spPr>
        <p:txBody>
          <a:bodyPr>
            <a:normAutofit/>
          </a:bodyPr>
          <a:lstStyle/>
          <a:p>
            <a:r>
              <a:rPr lang="en-US" dirty="0">
                <a:solidFill>
                  <a:schemeClr val="tx1">
                    <a:alpha val="80000"/>
                  </a:schemeClr>
                </a:solidFill>
              </a:rPr>
              <a:t>CS BOF</a:t>
            </a:r>
          </a:p>
        </p:txBody>
      </p:sp>
      <p:pic>
        <p:nvPicPr>
          <p:cNvPr id="4" name="Content Placeholder 3">
            <a:extLst>
              <a:ext uri="{FF2B5EF4-FFF2-40B4-BE49-F238E27FC236}">
                <a16:creationId xmlns:a16="http://schemas.microsoft.com/office/drawing/2014/main" id="{A8E0E55B-1ADC-AA5C-EA92-EEA769EF9158}"/>
              </a:ext>
            </a:extLst>
          </p:cNvPr>
          <p:cNvPicPr>
            <a:picLocks noGrp="1" noChangeAspect="1"/>
          </p:cNvPicPr>
          <p:nvPr>
            <p:ph idx="1"/>
          </p:nvPr>
        </p:nvPicPr>
        <p:blipFill>
          <a:blip r:embed="rId2"/>
          <a:stretch>
            <a:fillRect/>
          </a:stretch>
        </p:blipFill>
        <p:spPr>
          <a:xfrm>
            <a:off x="838200" y="2621121"/>
            <a:ext cx="10515600" cy="2760345"/>
          </a:xfrm>
          <a:prstGeom prst="rect">
            <a:avLst/>
          </a:prstGeom>
        </p:spPr>
      </p:pic>
    </p:spTree>
    <p:extLst>
      <p:ext uri="{BB962C8B-B14F-4D97-AF65-F5344CB8AC3E}">
        <p14:creationId xmlns:p14="http://schemas.microsoft.com/office/powerpoint/2010/main" val="326889676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C35C294-8AA7-9AEF-D985-1BD1BBE670DA}"/>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D882C23E-8B37-1297-848A-9039891F71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642976D0-A963-65E0-E858-0E90BFADD07F}"/>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dirty="0" err="1">
                <a:latin typeface="+mj-lt"/>
                <a:ea typeface="+mj-ea"/>
                <a:cs typeface="+mj-cs"/>
              </a:rPr>
              <a:t>DllMain</a:t>
            </a:r>
            <a:r>
              <a:rPr lang="en-US" sz="6600" dirty="0">
                <a:latin typeface="+mj-lt"/>
                <a:ea typeface="+mj-ea"/>
                <a:cs typeface="+mj-cs"/>
              </a:rPr>
              <a:t> Issue</a:t>
            </a:r>
            <a:endParaRPr lang="en-US" sz="6600" kern="1200" dirty="0">
              <a:solidFill>
                <a:schemeClr val="tx1"/>
              </a:solidFill>
              <a:latin typeface="+mj-lt"/>
              <a:ea typeface="+mj-ea"/>
              <a:cs typeface="+mj-cs"/>
            </a:endParaRPr>
          </a:p>
        </p:txBody>
      </p:sp>
      <p:sp>
        <p:nvSpPr>
          <p:cNvPr id="9" name="sketch line">
            <a:extLst>
              <a:ext uri="{FF2B5EF4-FFF2-40B4-BE49-F238E27FC236}">
                <a16:creationId xmlns:a16="http://schemas.microsoft.com/office/drawing/2014/main" id="{AE74F9DA-6AB4-D648-2032-3DED4A35AF7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9842550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D77428B-B711-C032-426E-7CCF45DD22E3}"/>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5DB17E0E-8F3C-A95B-36BC-9C62A3111F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6C9EBDEB-0E8D-8D42-5A12-27FE9D200D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456F230E-F885-5AE3-9CB0-F631A924E412}"/>
              </a:ext>
            </a:extLst>
          </p:cNvPr>
          <p:cNvSpPr>
            <a:spLocks noGrp="1"/>
          </p:cNvSpPr>
          <p:nvPr>
            <p:ph type="title"/>
          </p:nvPr>
        </p:nvSpPr>
        <p:spPr>
          <a:xfrm>
            <a:off x="1137036" y="548640"/>
            <a:ext cx="9916632" cy="1188720"/>
          </a:xfrm>
        </p:spPr>
        <p:txBody>
          <a:bodyPr>
            <a:normAutofit/>
          </a:bodyPr>
          <a:lstStyle/>
          <a:p>
            <a:r>
              <a:rPr lang="en-US" dirty="0" err="1">
                <a:solidFill>
                  <a:schemeClr val="tx1">
                    <a:alpha val="80000"/>
                  </a:schemeClr>
                </a:solidFill>
              </a:rPr>
              <a:t>DllMain</a:t>
            </a:r>
            <a:r>
              <a:rPr lang="en-US" dirty="0">
                <a:solidFill>
                  <a:schemeClr val="tx1">
                    <a:alpha val="80000"/>
                  </a:schemeClr>
                </a:solidFill>
              </a:rPr>
              <a:t> Issue</a:t>
            </a:r>
          </a:p>
        </p:txBody>
      </p:sp>
      <p:sp>
        <p:nvSpPr>
          <p:cNvPr id="10" name="Content Placeholder 9">
            <a:extLst>
              <a:ext uri="{FF2B5EF4-FFF2-40B4-BE49-F238E27FC236}">
                <a16:creationId xmlns:a16="http://schemas.microsoft.com/office/drawing/2014/main" id="{DBE41085-A66B-65F9-AB8D-C40F668B3B7A}"/>
              </a:ext>
            </a:extLst>
          </p:cNvPr>
          <p:cNvSpPr>
            <a:spLocks noGrp="1"/>
          </p:cNvSpPr>
          <p:nvPr>
            <p:ph idx="1"/>
          </p:nvPr>
        </p:nvSpPr>
        <p:spPr>
          <a:xfrm>
            <a:off x="757646" y="2351313"/>
            <a:ext cx="10596154" cy="3825649"/>
          </a:xfrm>
        </p:spPr>
        <p:txBody>
          <a:bodyPr>
            <a:normAutofit fontScale="92500" lnSpcReduction="10000"/>
          </a:bodyPr>
          <a:lstStyle/>
          <a:p>
            <a:pPr lvl="0"/>
            <a:r>
              <a:rPr lang="en-US" dirty="0"/>
              <a:t>A legitimate program accidentally loads an attacker-controlled DLL instead of the real one because of the DLL search order. </a:t>
            </a:r>
          </a:p>
          <a:p>
            <a:pPr lvl="0"/>
            <a:r>
              <a:rPr lang="en-US" dirty="0"/>
              <a:t>Normally, when Windows loads a DLL, it first executes the DLL's </a:t>
            </a:r>
            <a:r>
              <a:rPr lang="en-US" dirty="0" err="1"/>
              <a:t>DllMain</a:t>
            </a:r>
            <a:r>
              <a:rPr lang="en-US" dirty="0"/>
              <a:t>() function. </a:t>
            </a:r>
          </a:p>
          <a:p>
            <a:pPr lvl="0"/>
            <a:r>
              <a:rPr lang="en-US" dirty="0"/>
              <a:t>The problem is that </a:t>
            </a:r>
            <a:r>
              <a:rPr lang="en-US" dirty="0" err="1"/>
              <a:t>DllMain</a:t>
            </a:r>
            <a:r>
              <a:rPr lang="en-US" dirty="0"/>
              <a:t>() runs while Windows holds a lock called </a:t>
            </a:r>
            <a:r>
              <a:rPr lang="en-US" b="1" dirty="0"/>
              <a:t>Loader Lock</a:t>
            </a:r>
            <a:r>
              <a:rPr lang="en-US" dirty="0"/>
              <a:t>. </a:t>
            </a:r>
          </a:p>
          <a:p>
            <a:pPr lvl="0"/>
            <a:r>
              <a:rPr lang="en-US" dirty="0"/>
              <a:t>While Loader Lock is active, many Windows APIs are unsafe to call (for example, loading another DLL, creating processes, initializing COM, or performing certain other operations). Doing so can cause the application to freeze or crash.</a:t>
            </a:r>
          </a:p>
          <a:p>
            <a:endParaRPr lang="en-US" dirty="0"/>
          </a:p>
        </p:txBody>
      </p:sp>
    </p:spTree>
    <p:extLst>
      <p:ext uri="{BB962C8B-B14F-4D97-AF65-F5344CB8AC3E}">
        <p14:creationId xmlns:p14="http://schemas.microsoft.com/office/powerpoint/2010/main" val="350992275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FC4E930-3F2D-E489-B8CB-F6FE61D41379}"/>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6D96F825-DFE5-B6B4-E31E-C1BCE42B699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B96DCEE3-8F44-24F7-F1B6-425DC6D8AD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E85C2CB0-8BF9-3783-DE41-4D9B396FE1A4}"/>
              </a:ext>
            </a:extLst>
          </p:cNvPr>
          <p:cNvSpPr>
            <a:spLocks noGrp="1"/>
          </p:cNvSpPr>
          <p:nvPr>
            <p:ph type="title"/>
          </p:nvPr>
        </p:nvSpPr>
        <p:spPr>
          <a:xfrm>
            <a:off x="1137036" y="548640"/>
            <a:ext cx="9916632" cy="1188720"/>
          </a:xfrm>
        </p:spPr>
        <p:txBody>
          <a:bodyPr>
            <a:normAutofit/>
          </a:bodyPr>
          <a:lstStyle/>
          <a:p>
            <a:r>
              <a:rPr lang="en-US" dirty="0" err="1">
                <a:solidFill>
                  <a:schemeClr val="tx1">
                    <a:alpha val="80000"/>
                  </a:schemeClr>
                </a:solidFill>
              </a:rPr>
              <a:t>DllMain</a:t>
            </a:r>
            <a:r>
              <a:rPr lang="en-US" dirty="0">
                <a:solidFill>
                  <a:schemeClr val="tx1">
                    <a:alpha val="80000"/>
                  </a:schemeClr>
                </a:solidFill>
              </a:rPr>
              <a:t> Issue</a:t>
            </a:r>
          </a:p>
        </p:txBody>
      </p:sp>
      <p:sp>
        <p:nvSpPr>
          <p:cNvPr id="10" name="Content Placeholder 9">
            <a:extLst>
              <a:ext uri="{FF2B5EF4-FFF2-40B4-BE49-F238E27FC236}">
                <a16:creationId xmlns:a16="http://schemas.microsoft.com/office/drawing/2014/main" id="{285985C7-9B2A-AD82-9054-91F691CD8462}"/>
              </a:ext>
            </a:extLst>
          </p:cNvPr>
          <p:cNvSpPr>
            <a:spLocks noGrp="1"/>
          </p:cNvSpPr>
          <p:nvPr>
            <p:ph idx="1"/>
          </p:nvPr>
        </p:nvSpPr>
        <p:spPr>
          <a:xfrm>
            <a:off x="757646" y="2351313"/>
            <a:ext cx="10596154" cy="3825649"/>
          </a:xfrm>
        </p:spPr>
        <p:txBody>
          <a:bodyPr>
            <a:normAutofit/>
          </a:bodyPr>
          <a:lstStyle/>
          <a:p>
            <a:r>
              <a:rPr lang="en-US" b="1" dirty="0"/>
              <a:t>Loader Lock</a:t>
            </a:r>
            <a:r>
              <a:rPr lang="en-US" dirty="0"/>
              <a:t> is an internal synchronization lock used by the Windows loader (</a:t>
            </a:r>
            <a:r>
              <a:rPr lang="en-US" dirty="0" err="1"/>
              <a:t>ntdll.dll</a:t>
            </a:r>
            <a:r>
              <a:rPr lang="en-US" dirty="0"/>
              <a:t>) to protect the process of loading and unloading DLLs.</a:t>
            </a:r>
          </a:p>
          <a:p>
            <a:endParaRPr lang="en-US" dirty="0"/>
          </a:p>
          <a:p>
            <a:r>
              <a:rPr lang="en-US" dirty="0"/>
              <a:t>Loader lock isn't a security boundary, just a nuisance for some programming use cases. </a:t>
            </a:r>
          </a:p>
          <a:p>
            <a:endParaRPr lang="en-US" dirty="0"/>
          </a:p>
        </p:txBody>
      </p:sp>
    </p:spTree>
    <p:extLst>
      <p:ext uri="{BB962C8B-B14F-4D97-AF65-F5344CB8AC3E}">
        <p14:creationId xmlns:p14="http://schemas.microsoft.com/office/powerpoint/2010/main" val="319045874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5C31300-B0BD-A7BD-3B52-CB9D325A6487}"/>
            </a:ext>
          </a:extLst>
        </p:cNvPr>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22BC9F72-313F-7406-2147-D33EC541F9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9">
            <a:extLst>
              <a:ext uri="{FF2B5EF4-FFF2-40B4-BE49-F238E27FC236}">
                <a16:creationId xmlns:a16="http://schemas.microsoft.com/office/drawing/2014/main" id="{EA519462-023D-13AD-D310-7190473A0E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C1D7F49-2C5A-A6E4-8478-AC6B47115F5B}"/>
              </a:ext>
            </a:extLst>
          </p:cNvPr>
          <p:cNvSpPr>
            <a:spLocks noGrp="1"/>
          </p:cNvSpPr>
          <p:nvPr>
            <p:ph type="title"/>
          </p:nvPr>
        </p:nvSpPr>
        <p:spPr>
          <a:xfrm>
            <a:off x="1137036" y="548640"/>
            <a:ext cx="9916632" cy="1188720"/>
          </a:xfrm>
        </p:spPr>
        <p:txBody>
          <a:bodyPr>
            <a:normAutofit/>
          </a:bodyPr>
          <a:lstStyle/>
          <a:p>
            <a:r>
              <a:rPr lang="en-US">
                <a:solidFill>
                  <a:schemeClr val="tx1">
                    <a:alpha val="80000"/>
                  </a:schemeClr>
                </a:solidFill>
              </a:rPr>
              <a:t>DllMain Issue</a:t>
            </a:r>
            <a:endParaRPr lang="en-US" dirty="0">
              <a:solidFill>
                <a:schemeClr val="tx1">
                  <a:alpha val="80000"/>
                </a:schemeClr>
              </a:solidFill>
            </a:endParaRPr>
          </a:p>
        </p:txBody>
      </p:sp>
      <p:pic>
        <p:nvPicPr>
          <p:cNvPr id="4" name="Content Placeholder 3">
            <a:extLst>
              <a:ext uri="{FF2B5EF4-FFF2-40B4-BE49-F238E27FC236}">
                <a16:creationId xmlns:a16="http://schemas.microsoft.com/office/drawing/2014/main" id="{6F8E79FF-8A43-A7E6-C3B1-5186B20ECC1E}"/>
              </a:ext>
            </a:extLst>
          </p:cNvPr>
          <p:cNvPicPr>
            <a:picLocks noGrp="1" noChangeAspect="1"/>
          </p:cNvPicPr>
          <p:nvPr>
            <p:ph idx="1"/>
          </p:nvPr>
        </p:nvPicPr>
        <p:blipFill>
          <a:blip r:embed="rId2"/>
          <a:stretch>
            <a:fillRect/>
          </a:stretch>
        </p:blipFill>
        <p:spPr>
          <a:xfrm>
            <a:off x="1698172" y="2287003"/>
            <a:ext cx="8391859" cy="4022357"/>
          </a:xfrm>
          <a:prstGeom prst="rect">
            <a:avLst/>
          </a:prstGeom>
        </p:spPr>
      </p:pic>
    </p:spTree>
    <p:extLst>
      <p:ext uri="{BB962C8B-B14F-4D97-AF65-F5344CB8AC3E}">
        <p14:creationId xmlns:p14="http://schemas.microsoft.com/office/powerpoint/2010/main" val="397710946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BE6A5A4-3A3D-9EC1-4EAF-E711A9D0800A}"/>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78BA5F19-D5E1-4ECC-BEC2-DF7AEDFD7C5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50CC88A9-A661-4C48-866E-8734E511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8DB9A056-B575-BF50-E2D1-9040BD13B041}"/>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DllMain Issue</a:t>
            </a:r>
          </a:p>
        </p:txBody>
      </p:sp>
      <p:pic>
        <p:nvPicPr>
          <p:cNvPr id="9" name="Picture 8">
            <a:extLst>
              <a:ext uri="{FF2B5EF4-FFF2-40B4-BE49-F238E27FC236}">
                <a16:creationId xmlns:a16="http://schemas.microsoft.com/office/drawing/2014/main" id="{0ABC4001-272D-B487-96A7-4610E2CFB892}"/>
              </a:ext>
            </a:extLst>
          </p:cNvPr>
          <p:cNvPicPr>
            <a:picLocks noChangeAspect="1"/>
          </p:cNvPicPr>
          <p:nvPr/>
        </p:nvPicPr>
        <p:blipFill>
          <a:blip r:embed="rId2"/>
          <a:stretch>
            <a:fillRect/>
          </a:stretch>
        </p:blipFill>
        <p:spPr>
          <a:xfrm>
            <a:off x="348343" y="2113317"/>
            <a:ext cx="5216015" cy="4224973"/>
          </a:xfrm>
          <a:prstGeom prst="rect">
            <a:avLst/>
          </a:prstGeom>
        </p:spPr>
      </p:pic>
      <p:pic>
        <p:nvPicPr>
          <p:cNvPr id="7" name="Content Placeholder 6">
            <a:extLst>
              <a:ext uri="{FF2B5EF4-FFF2-40B4-BE49-F238E27FC236}">
                <a16:creationId xmlns:a16="http://schemas.microsoft.com/office/drawing/2014/main" id="{FA54B5C7-0288-169F-0C99-747F88F6A349}"/>
              </a:ext>
            </a:extLst>
          </p:cNvPr>
          <p:cNvPicPr>
            <a:picLocks noGrp="1" noChangeAspect="1"/>
          </p:cNvPicPr>
          <p:nvPr>
            <p:ph idx="1"/>
          </p:nvPr>
        </p:nvPicPr>
        <p:blipFill>
          <a:blip r:embed="rId3"/>
          <a:stretch>
            <a:fillRect/>
          </a:stretch>
        </p:blipFill>
        <p:spPr>
          <a:xfrm>
            <a:off x="5912701" y="2550727"/>
            <a:ext cx="5746156" cy="3275308"/>
          </a:xfrm>
          <a:prstGeom prst="rect">
            <a:avLst/>
          </a:prstGeom>
        </p:spPr>
      </p:pic>
      <p:sp>
        <p:nvSpPr>
          <p:cNvPr id="24" name="Freeform: Shape 23">
            <a:extLst>
              <a:ext uri="{FF2B5EF4-FFF2-40B4-BE49-F238E27FC236}">
                <a16:creationId xmlns:a16="http://schemas.microsoft.com/office/drawing/2014/main" id="{CFDF195F-784B-4D00-8C92-6FC1B0499E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950286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188D32F-F3A8-D498-8025-F06C7510D36F}"/>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7F5ECEC2-6D97-EE85-6C35-5B5A7D0F6D3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D35356BF-D3F4-8E3D-21B6-9330ADA7C9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3A6FCB11-3955-B838-093D-774458AF2054}"/>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DllMain Issue</a:t>
            </a:r>
          </a:p>
        </p:txBody>
      </p:sp>
      <p:sp>
        <p:nvSpPr>
          <p:cNvPr id="24" name="Freeform: Shape 23">
            <a:extLst>
              <a:ext uri="{FF2B5EF4-FFF2-40B4-BE49-F238E27FC236}">
                <a16:creationId xmlns:a16="http://schemas.microsoft.com/office/drawing/2014/main" id="{085C263C-6627-359A-1049-3F95BDDB33F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Content Placeholder 6">
            <a:extLst>
              <a:ext uri="{FF2B5EF4-FFF2-40B4-BE49-F238E27FC236}">
                <a16:creationId xmlns:a16="http://schemas.microsoft.com/office/drawing/2014/main" id="{877B29F4-5814-01BD-9B5B-E7D5CB3391F5}"/>
              </a:ext>
            </a:extLst>
          </p:cNvPr>
          <p:cNvPicPr>
            <a:picLocks noGrp="1" noChangeAspect="1"/>
          </p:cNvPicPr>
          <p:nvPr>
            <p:ph idx="1"/>
          </p:nvPr>
        </p:nvPicPr>
        <p:blipFill>
          <a:blip r:embed="rId2"/>
          <a:srcRect t="1351"/>
          <a:stretch>
            <a:fillRect/>
          </a:stretch>
        </p:blipFill>
        <p:spPr>
          <a:xfrm>
            <a:off x="753735" y="2245264"/>
            <a:ext cx="10989661" cy="3389181"/>
          </a:xfrm>
          <a:prstGeom prst="rect">
            <a:avLst/>
          </a:prstGeom>
        </p:spPr>
      </p:pic>
    </p:spTree>
    <p:extLst>
      <p:ext uri="{BB962C8B-B14F-4D97-AF65-F5344CB8AC3E}">
        <p14:creationId xmlns:p14="http://schemas.microsoft.com/office/powerpoint/2010/main" val="269460568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508F7BD-7032-39FD-06FA-6D1C963EBC7D}"/>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8C352706-1A6B-8CD8-789A-0E4E5577877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25F68DB-37D8-C17B-E7E2-1FF6B6CA724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C7A2B242-8E29-6AB4-82C3-5575AABE50EB}"/>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DllMain Issue</a:t>
            </a:r>
          </a:p>
        </p:txBody>
      </p:sp>
      <p:sp>
        <p:nvSpPr>
          <p:cNvPr id="24" name="Freeform: Shape 23">
            <a:extLst>
              <a:ext uri="{FF2B5EF4-FFF2-40B4-BE49-F238E27FC236}">
                <a16:creationId xmlns:a16="http://schemas.microsoft.com/office/drawing/2014/main" id="{EA9D4714-C5CA-C790-6D74-57C3F725C8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Content Placeholder 5">
            <a:extLst>
              <a:ext uri="{FF2B5EF4-FFF2-40B4-BE49-F238E27FC236}">
                <a16:creationId xmlns:a16="http://schemas.microsoft.com/office/drawing/2014/main" id="{F8188AD1-8660-90C6-87E7-C6621F65775D}"/>
              </a:ext>
            </a:extLst>
          </p:cNvPr>
          <p:cNvPicPr>
            <a:picLocks noGrp="1" noChangeAspect="1"/>
          </p:cNvPicPr>
          <p:nvPr>
            <p:ph idx="1"/>
          </p:nvPr>
        </p:nvPicPr>
        <p:blipFill>
          <a:blip r:embed="rId2"/>
          <a:stretch>
            <a:fillRect/>
          </a:stretch>
        </p:blipFill>
        <p:spPr>
          <a:xfrm>
            <a:off x="838200" y="2578793"/>
            <a:ext cx="10515600" cy="2845002"/>
          </a:xfrm>
          <a:prstGeom prst="rect">
            <a:avLst/>
          </a:prstGeom>
        </p:spPr>
      </p:pic>
    </p:spTree>
    <p:extLst>
      <p:ext uri="{BB962C8B-B14F-4D97-AF65-F5344CB8AC3E}">
        <p14:creationId xmlns:p14="http://schemas.microsoft.com/office/powerpoint/2010/main" val="212570494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FE3B6FD-D43B-0FDC-A70B-71F6BCEDCBAB}"/>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FAB5845C-1ADE-3E4C-7637-51D1BE100C6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3C974C5D-920F-E7DF-3BDB-9DDE97DF7D7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DE49B15F-1275-0A53-8377-4B2FF9337151}"/>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DllMain Issue</a:t>
            </a:r>
          </a:p>
        </p:txBody>
      </p:sp>
      <p:sp>
        <p:nvSpPr>
          <p:cNvPr id="24" name="Freeform: Shape 23">
            <a:extLst>
              <a:ext uri="{FF2B5EF4-FFF2-40B4-BE49-F238E27FC236}">
                <a16:creationId xmlns:a16="http://schemas.microsoft.com/office/drawing/2014/main" id="{31576BCA-25D4-FE88-8D50-3D5B26E437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Content Placeholder 6">
            <a:extLst>
              <a:ext uri="{FF2B5EF4-FFF2-40B4-BE49-F238E27FC236}">
                <a16:creationId xmlns:a16="http://schemas.microsoft.com/office/drawing/2014/main" id="{75BAD4B0-80CD-3197-3D25-55BC96AA6650}"/>
              </a:ext>
            </a:extLst>
          </p:cNvPr>
          <p:cNvPicPr>
            <a:picLocks noGrp="1" noChangeAspect="1"/>
          </p:cNvPicPr>
          <p:nvPr>
            <p:ph idx="1"/>
          </p:nvPr>
        </p:nvPicPr>
        <p:blipFill>
          <a:blip r:embed="rId2"/>
          <a:stretch>
            <a:fillRect/>
          </a:stretch>
        </p:blipFill>
        <p:spPr>
          <a:xfrm>
            <a:off x="838200" y="2365803"/>
            <a:ext cx="10515600" cy="3270981"/>
          </a:xfrm>
          <a:prstGeom prst="rect">
            <a:avLst/>
          </a:prstGeom>
        </p:spPr>
      </p:pic>
    </p:spTree>
    <p:extLst>
      <p:ext uri="{BB962C8B-B14F-4D97-AF65-F5344CB8AC3E}">
        <p14:creationId xmlns:p14="http://schemas.microsoft.com/office/powerpoint/2010/main" val="173301713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061CAD2-4F2E-EF37-B2D4-08D074FB184C}"/>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DE61D0EC-0D5A-69F3-BD51-B5898A0101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288BC12-08B3-C766-E35B-E885FF227A0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D7CAD47D-7653-8C1A-F395-A8A90D6B8F04}"/>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DllMain Issue</a:t>
            </a:r>
          </a:p>
        </p:txBody>
      </p:sp>
      <p:sp>
        <p:nvSpPr>
          <p:cNvPr id="24" name="Freeform: Shape 23">
            <a:extLst>
              <a:ext uri="{FF2B5EF4-FFF2-40B4-BE49-F238E27FC236}">
                <a16:creationId xmlns:a16="http://schemas.microsoft.com/office/drawing/2014/main" id="{9E960F14-3E99-89E7-0387-48F1A6C133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Content Placeholder 5">
            <a:extLst>
              <a:ext uri="{FF2B5EF4-FFF2-40B4-BE49-F238E27FC236}">
                <a16:creationId xmlns:a16="http://schemas.microsoft.com/office/drawing/2014/main" id="{C3533958-1CC5-A8FA-22A5-F6580928A0F4}"/>
              </a:ext>
            </a:extLst>
          </p:cNvPr>
          <p:cNvPicPr>
            <a:picLocks noGrp="1" noChangeAspect="1"/>
          </p:cNvPicPr>
          <p:nvPr>
            <p:ph idx="1"/>
          </p:nvPr>
        </p:nvPicPr>
        <p:blipFill>
          <a:blip r:embed="rId2"/>
          <a:stretch>
            <a:fillRect/>
          </a:stretch>
        </p:blipFill>
        <p:spPr>
          <a:xfrm>
            <a:off x="838200" y="2087118"/>
            <a:ext cx="10515600" cy="3828351"/>
          </a:xfrm>
          <a:prstGeom prst="rect">
            <a:avLst/>
          </a:prstGeom>
        </p:spPr>
      </p:pic>
    </p:spTree>
    <p:extLst>
      <p:ext uri="{BB962C8B-B14F-4D97-AF65-F5344CB8AC3E}">
        <p14:creationId xmlns:p14="http://schemas.microsoft.com/office/powerpoint/2010/main" val="6471716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F11080E-FC52-DB6F-BAD4-80AB88879324}"/>
            </a:ext>
          </a:extLst>
        </p:cNvPr>
        <p:cNvGrpSpPr/>
        <p:nvPr/>
      </p:nvGrpSpPr>
      <p:grpSpPr>
        <a:xfrm>
          <a:off x="0" y="0"/>
          <a:ext cx="0" cy="0"/>
          <a:chOff x="0" y="0"/>
          <a:chExt cx="0" cy="0"/>
        </a:xfrm>
      </p:grpSpPr>
      <p:sp useBgFill="1">
        <p:nvSpPr>
          <p:cNvPr id="29" name="Rectangle 28">
            <a:extLst>
              <a:ext uri="{FF2B5EF4-FFF2-40B4-BE49-F238E27FC236}">
                <a16:creationId xmlns:a16="http://schemas.microsoft.com/office/drawing/2014/main" id="{3C54F4CE-85F0-46ED-80DA-9518C9251AD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DADD1FCA-8ACB-4958-81DD-4CDD6D3E19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5802086" cy="6858000"/>
          </a:xfrm>
          <a:custGeom>
            <a:avLst/>
            <a:gdLst>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6695 w 5734864"/>
              <a:gd name="connsiteY13" fmla="*/ 1035077 h 6858000"/>
              <a:gd name="connsiteX14" fmla="*/ 847865 w 5734864"/>
              <a:gd name="connsiteY14" fmla="*/ 1070795 h 6858000"/>
              <a:gd name="connsiteX15" fmla="*/ 862786 w 5734864"/>
              <a:gd name="connsiteY15" fmla="*/ 1238994 h 6858000"/>
              <a:gd name="connsiteX16" fmla="*/ 859345 w 5734864"/>
              <a:gd name="connsiteY16" fmla="*/ 1380427 h 6858000"/>
              <a:gd name="connsiteX17" fmla="*/ 855172 w 5734864"/>
              <a:gd name="connsiteY17" fmla="*/ 1435262 h 6858000"/>
              <a:gd name="connsiteX18" fmla="*/ 860494 w 5734864"/>
              <a:gd name="connsiteY18" fmla="*/ 1453861 h 6858000"/>
              <a:gd name="connsiteX19" fmla="*/ 853731 w 5734864"/>
              <a:gd name="connsiteY19" fmla="*/ 1467047 h 6858000"/>
              <a:gd name="connsiteX20" fmla="*/ 845847 w 5734864"/>
              <a:gd name="connsiteY20" fmla="*/ 1502307 h 6858000"/>
              <a:gd name="connsiteX21" fmla="*/ 817613 w 5734864"/>
              <a:gd name="connsiteY21" fmla="*/ 1565166 h 6858000"/>
              <a:gd name="connsiteX22" fmla="*/ 804223 w 5734864"/>
              <a:gd name="connsiteY22" fmla="*/ 1601941 h 6858000"/>
              <a:gd name="connsiteX23" fmla="*/ 791773 w 5734864"/>
              <a:gd name="connsiteY23" fmla="*/ 1627005 h 6858000"/>
              <a:gd name="connsiteX24" fmla="*/ 774645 w 5734864"/>
              <a:gd name="connsiteY24" fmla="*/ 1699922 h 6858000"/>
              <a:gd name="connsiteX25" fmla="*/ 752343 w 5734864"/>
              <a:gd name="connsiteY25" fmla="*/ 1824604 h 6858000"/>
              <a:gd name="connsiteX26" fmla="*/ 746254 w 5734864"/>
              <a:gd name="connsiteY26" fmla="*/ 1850222 h 6858000"/>
              <a:gd name="connsiteX27" fmla="*/ 728600 w 5734864"/>
              <a:gd name="connsiteY27" fmla="*/ 1869603 h 6858000"/>
              <a:gd name="connsiteX28" fmla="*/ 724396 w 5734864"/>
              <a:gd name="connsiteY28" fmla="*/ 1883104 h 6858000"/>
              <a:gd name="connsiteX29" fmla="*/ 722165 w 5734864"/>
              <a:gd name="connsiteY29" fmla="*/ 1885924 h 6858000"/>
              <a:gd name="connsiteX30" fmla="*/ 721338 w 5734864"/>
              <a:gd name="connsiteY30" fmla="*/ 1887123 h 6858000"/>
              <a:gd name="connsiteX31" fmla="*/ 714840 w 5734864"/>
              <a:gd name="connsiteY31" fmla="*/ 1902274 h 6858000"/>
              <a:gd name="connsiteX32" fmla="*/ 722847 w 5734864"/>
              <a:gd name="connsiteY32" fmla="*/ 1929891 h 6858000"/>
              <a:gd name="connsiteX33" fmla="*/ 719647 w 5734864"/>
              <a:gd name="connsiteY33" fmla="*/ 1936120 h 6858000"/>
              <a:gd name="connsiteX34" fmla="*/ 714660 w 5734864"/>
              <a:gd name="connsiteY34" fmla="*/ 1982709 h 6858000"/>
              <a:gd name="connsiteX35" fmla="*/ 710759 w 5734864"/>
              <a:gd name="connsiteY35" fmla="*/ 2013010 h 6858000"/>
              <a:gd name="connsiteX36" fmla="*/ 697927 w 5734864"/>
              <a:gd name="connsiteY36" fmla="*/ 2069833 h 6858000"/>
              <a:gd name="connsiteX37" fmla="*/ 693594 w 5734864"/>
              <a:gd name="connsiteY37" fmla="*/ 2103731 h 6858000"/>
              <a:gd name="connsiteX38" fmla="*/ 691109 w 5734864"/>
              <a:gd name="connsiteY38" fmla="*/ 2124027 h 6858000"/>
              <a:gd name="connsiteX39" fmla="*/ 676593 w 5734864"/>
              <a:gd name="connsiteY39" fmla="*/ 2176182 h 6858000"/>
              <a:gd name="connsiteX40" fmla="*/ 633227 w 5734864"/>
              <a:gd name="connsiteY40" fmla="*/ 2258036 h 6858000"/>
              <a:gd name="connsiteX41" fmla="*/ 625564 w 5734864"/>
              <a:gd name="connsiteY41" fmla="*/ 2284567 h 6858000"/>
              <a:gd name="connsiteX42" fmla="*/ 627074 w 5734864"/>
              <a:gd name="connsiteY42" fmla="*/ 2289605 h 6858000"/>
              <a:gd name="connsiteX43" fmla="*/ 614574 w 5734864"/>
              <a:gd name="connsiteY43" fmla="*/ 2308717 h 6858000"/>
              <a:gd name="connsiteX44" fmla="*/ 606890 w 5734864"/>
              <a:gd name="connsiteY44" fmla="*/ 2320662 h 6858000"/>
              <a:gd name="connsiteX45" fmla="*/ 605558 w 5734864"/>
              <a:gd name="connsiteY45" fmla="*/ 2327897 h 6858000"/>
              <a:gd name="connsiteX46" fmla="*/ 602202 w 5734864"/>
              <a:gd name="connsiteY46" fmla="*/ 2357749 h 6858000"/>
              <a:gd name="connsiteX47" fmla="*/ 600213 w 5734864"/>
              <a:gd name="connsiteY47" fmla="*/ 2364905 h 6858000"/>
              <a:gd name="connsiteX48" fmla="*/ 597160 w 5734864"/>
              <a:gd name="connsiteY48" fmla="*/ 2388351 h 6858000"/>
              <a:gd name="connsiteX49" fmla="*/ 597982 w 5734864"/>
              <a:gd name="connsiteY49" fmla="*/ 2402296 h 6858000"/>
              <a:gd name="connsiteX50" fmla="*/ 593150 w 5734864"/>
              <a:gd name="connsiteY50" fmla="*/ 2420015 h 6858000"/>
              <a:gd name="connsiteX51" fmla="*/ 592833 w 5734864"/>
              <a:gd name="connsiteY51" fmla="*/ 2422749 h 6858000"/>
              <a:gd name="connsiteX52" fmla="*/ 594479 w 5734864"/>
              <a:gd name="connsiteY52" fmla="*/ 2426002 h 6858000"/>
              <a:gd name="connsiteX53" fmla="*/ 591963 w 5734864"/>
              <a:gd name="connsiteY53" fmla="*/ 2431950 h 6858000"/>
              <a:gd name="connsiteX54" fmla="*/ 591544 w 5734864"/>
              <a:gd name="connsiteY54" fmla="*/ 2433897 h 6858000"/>
              <a:gd name="connsiteX55" fmla="*/ 589519 w 5734864"/>
              <a:gd name="connsiteY55" fmla="*/ 2451398 h 6858000"/>
              <a:gd name="connsiteX56" fmla="*/ 590037 w 5734864"/>
              <a:gd name="connsiteY56" fmla="*/ 2455536 h 6858000"/>
              <a:gd name="connsiteX57" fmla="*/ 588179 w 5734864"/>
              <a:gd name="connsiteY57" fmla="*/ 2462981 h 6858000"/>
              <a:gd name="connsiteX58" fmla="*/ 583434 w 5734864"/>
              <a:gd name="connsiteY58" fmla="*/ 2503991 h 6858000"/>
              <a:gd name="connsiteX59" fmla="*/ 567942 w 5734864"/>
              <a:gd name="connsiteY59" fmla="*/ 2652936 h 6858000"/>
              <a:gd name="connsiteX60" fmla="*/ 573869 w 5734864"/>
              <a:gd name="connsiteY60" fmla="*/ 2670188 h 6858000"/>
              <a:gd name="connsiteX61" fmla="*/ 575243 w 5734864"/>
              <a:gd name="connsiteY61" fmla="*/ 2688114 h 6858000"/>
              <a:gd name="connsiteX62" fmla="*/ 573824 w 5734864"/>
              <a:gd name="connsiteY62" fmla="*/ 2689856 h 6858000"/>
              <a:gd name="connsiteX63" fmla="*/ 570699 w 5734864"/>
              <a:gd name="connsiteY63" fmla="*/ 2709353 h 6858000"/>
              <a:gd name="connsiteX64" fmla="*/ 573192 w 5734864"/>
              <a:gd name="connsiteY64" fmla="*/ 2714527 h 6858000"/>
              <a:gd name="connsiteX65" fmla="*/ 572044 w 5734864"/>
              <a:gd name="connsiteY65" fmla="*/ 2728187 h 6858000"/>
              <a:gd name="connsiteX66" fmla="*/ 572465 w 5734864"/>
              <a:gd name="connsiteY66" fmla="*/ 2755863 h 6858000"/>
              <a:gd name="connsiteX67" fmla="*/ 570028 w 5734864"/>
              <a:gd name="connsiteY67" fmla="*/ 2760324 h 6858000"/>
              <a:gd name="connsiteX68" fmla="*/ 566748 w 5734864"/>
              <a:gd name="connsiteY68" fmla="*/ 2800948 h 6858000"/>
              <a:gd name="connsiteX69" fmla="*/ 565509 w 5734864"/>
              <a:gd name="connsiteY69" fmla="*/ 2801167 h 6858000"/>
              <a:gd name="connsiteX70" fmla="*/ 559367 w 5734864"/>
              <a:gd name="connsiteY70" fmla="*/ 2811129 h 6858000"/>
              <a:gd name="connsiteX71" fmla="*/ 550354 w 5734864"/>
              <a:gd name="connsiteY71" fmla="*/ 2830949 h 6858000"/>
              <a:gd name="connsiteX72" fmla="*/ 514795 w 5734864"/>
              <a:gd name="connsiteY72" fmla="*/ 2872433 h 6858000"/>
              <a:gd name="connsiteX73" fmla="*/ 509875 w 5734864"/>
              <a:gd name="connsiteY73" fmla="*/ 2923099 h 6858000"/>
              <a:gd name="connsiteX74" fmla="*/ 509577 w 5734864"/>
              <a:gd name="connsiteY74" fmla="*/ 2923197 h 6858000"/>
              <a:gd name="connsiteX75" fmla="*/ 507597 w 5734864"/>
              <a:gd name="connsiteY75" fmla="*/ 2931868 h 6858000"/>
              <a:gd name="connsiteX76" fmla="*/ 507379 w 5734864"/>
              <a:gd name="connsiteY76" fmla="*/ 2938322 h 6858000"/>
              <a:gd name="connsiteX77" fmla="*/ 504725 w 5734864"/>
              <a:gd name="connsiteY77" fmla="*/ 2954519 h 6858000"/>
              <a:gd name="connsiteX78" fmla="*/ 502018 w 5734864"/>
              <a:gd name="connsiteY78" fmla="*/ 2959643 h 6858000"/>
              <a:gd name="connsiteX79" fmla="*/ 498360 w 5734864"/>
              <a:gd name="connsiteY79" fmla="*/ 2961019 h 6858000"/>
              <a:gd name="connsiteX80" fmla="*/ 498483 w 5734864"/>
              <a:gd name="connsiteY80" fmla="*/ 2962590 h 6858000"/>
              <a:gd name="connsiteX81" fmla="*/ 484403 w 5734864"/>
              <a:gd name="connsiteY81" fmla="*/ 2990538 h 6858000"/>
              <a:gd name="connsiteX82" fmla="*/ 463075 w 5734864"/>
              <a:gd name="connsiteY82" fmla="*/ 3055956 h 6858000"/>
              <a:gd name="connsiteX83" fmla="*/ 455013 w 5734864"/>
              <a:gd name="connsiteY83" fmla="*/ 3094482 h 6858000"/>
              <a:gd name="connsiteX84" fmla="*/ 428391 w 5734864"/>
              <a:gd name="connsiteY84" fmla="*/ 3198850 h 6858000"/>
              <a:gd name="connsiteX85" fmla="*/ 401440 w 5734864"/>
              <a:gd name="connsiteY85" fmla="*/ 3307560 h 6858000"/>
              <a:gd name="connsiteX86" fmla="*/ 386076 w 5734864"/>
              <a:gd name="connsiteY86" fmla="*/ 3373943 h 6858000"/>
              <a:gd name="connsiteX87" fmla="*/ 374726 w 5734864"/>
              <a:gd name="connsiteY87" fmla="*/ 3381364 h 6858000"/>
              <a:gd name="connsiteX88" fmla="*/ 369145 w 5734864"/>
              <a:gd name="connsiteY88" fmla="*/ 3383729 h 6858000"/>
              <a:gd name="connsiteX89" fmla="*/ 364294 w 5734864"/>
              <a:gd name="connsiteY89" fmla="*/ 3414159 h 6858000"/>
              <a:gd name="connsiteX90" fmla="*/ 366450 w 5734864"/>
              <a:gd name="connsiteY90" fmla="*/ 3436925 h 6858000"/>
              <a:gd name="connsiteX91" fmla="*/ 351743 w 5734864"/>
              <a:gd name="connsiteY91" fmla="*/ 3521619 h 6858000"/>
              <a:gd name="connsiteX92" fmla="*/ 345784 w 5734864"/>
              <a:gd name="connsiteY92" fmla="*/ 3603757 h 6858000"/>
              <a:gd name="connsiteX93" fmla="*/ 344198 w 5734864"/>
              <a:gd name="connsiteY93" fmla="*/ 3652424 h 6858000"/>
              <a:gd name="connsiteX94" fmla="*/ 352450 w 5734864"/>
              <a:gd name="connsiteY94" fmla="*/ 3665222 h 6858000"/>
              <a:gd name="connsiteX95" fmla="*/ 342621 w 5734864"/>
              <a:gd name="connsiteY95" fmla="*/ 3700804 h 6858000"/>
              <a:gd name="connsiteX96" fmla="*/ 341514 w 5734864"/>
              <a:gd name="connsiteY96" fmla="*/ 3734774 h 6858000"/>
              <a:gd name="connsiteX97" fmla="*/ 340607 w 5734864"/>
              <a:gd name="connsiteY97" fmla="*/ 3785153 h 6858000"/>
              <a:gd name="connsiteX98" fmla="*/ 340707 w 5734864"/>
              <a:gd name="connsiteY98" fmla="*/ 3788177 h 6858000"/>
              <a:gd name="connsiteX99" fmla="*/ 340361 w 5734864"/>
              <a:gd name="connsiteY99" fmla="*/ 3798803 h 6858000"/>
              <a:gd name="connsiteX100" fmla="*/ 339642 w 5734864"/>
              <a:gd name="connsiteY100" fmla="*/ 3838750 h 6858000"/>
              <a:gd name="connsiteX101" fmla="*/ 360295 w 5734864"/>
              <a:gd name="connsiteY101" fmla="*/ 4015196 h 6858000"/>
              <a:gd name="connsiteX102" fmla="*/ 339043 w 5734864"/>
              <a:gd name="connsiteY102" fmla="*/ 4052778 h 6858000"/>
              <a:gd name="connsiteX103" fmla="*/ 339343 w 5734864"/>
              <a:gd name="connsiteY103" fmla="*/ 4096257 h 6858000"/>
              <a:gd name="connsiteX104" fmla="*/ 340786 w 5734864"/>
              <a:gd name="connsiteY104" fmla="*/ 4321136 h 6858000"/>
              <a:gd name="connsiteX105" fmla="*/ 343158 w 5734864"/>
              <a:gd name="connsiteY105" fmla="*/ 4429174 h 6858000"/>
              <a:gd name="connsiteX106" fmla="*/ 334599 w 5734864"/>
              <a:gd name="connsiteY106" fmla="*/ 4449938 h 6858000"/>
              <a:gd name="connsiteX107" fmla="*/ 332890 w 5734864"/>
              <a:gd name="connsiteY107" fmla="*/ 4453515 h 6858000"/>
              <a:gd name="connsiteX108" fmla="*/ 331105 w 5734864"/>
              <a:gd name="connsiteY108" fmla="*/ 4467941 h 6858000"/>
              <a:gd name="connsiteX109" fmla="*/ 324289 w 5734864"/>
              <a:gd name="connsiteY109" fmla="*/ 4471861 h 6858000"/>
              <a:gd name="connsiteX110" fmla="*/ 317079 w 5734864"/>
              <a:gd name="connsiteY110" fmla="*/ 4493468 h 6858000"/>
              <a:gd name="connsiteX111" fmla="*/ 315557 w 5734864"/>
              <a:gd name="connsiteY111" fmla="*/ 4520067 h 6858000"/>
              <a:gd name="connsiteX112" fmla="*/ 315240 w 5734864"/>
              <a:gd name="connsiteY112" fmla="*/ 4536872 h 6858000"/>
              <a:gd name="connsiteX113" fmla="*/ 316200 w 5734864"/>
              <a:gd name="connsiteY113" fmla="*/ 4538297 h 6858000"/>
              <a:gd name="connsiteX114" fmla="*/ 317507 w 5734864"/>
              <a:gd name="connsiteY114" fmla="*/ 4547582 h 6858000"/>
              <a:gd name="connsiteX115" fmla="*/ 323078 w 5734864"/>
              <a:gd name="connsiteY115" fmla="*/ 4592102 h 6858000"/>
              <a:gd name="connsiteX116" fmla="*/ 328722 w 5734864"/>
              <a:gd name="connsiteY116" fmla="*/ 4667914 h 6858000"/>
              <a:gd name="connsiteX117" fmla="*/ 335597 w 5734864"/>
              <a:gd name="connsiteY117" fmla="*/ 4695035 h 6858000"/>
              <a:gd name="connsiteX118" fmla="*/ 339485 w 5734864"/>
              <a:gd name="connsiteY118" fmla="*/ 4695979 h 6858000"/>
              <a:gd name="connsiteX119" fmla="*/ 341089 w 5734864"/>
              <a:gd name="connsiteY119" fmla="*/ 4704268 h 6858000"/>
              <a:gd name="connsiteX120" fmla="*/ 342177 w 5734864"/>
              <a:gd name="connsiteY120" fmla="*/ 4706060 h 6858000"/>
              <a:gd name="connsiteX121" fmla="*/ 347751 w 5734864"/>
              <a:gd name="connsiteY121" fmla="*/ 4716754 h 6858000"/>
              <a:gd name="connsiteX122" fmla="*/ 344125 w 5734864"/>
              <a:gd name="connsiteY122" fmla="*/ 4764669 h 6858000"/>
              <a:gd name="connsiteX123" fmla="*/ 340188 w 5734864"/>
              <a:gd name="connsiteY123" fmla="*/ 4779386 h 6858000"/>
              <a:gd name="connsiteX124" fmla="*/ 335146 w 5734864"/>
              <a:gd name="connsiteY124" fmla="*/ 4787491 h 6858000"/>
              <a:gd name="connsiteX125" fmla="*/ 319124 w 5734864"/>
              <a:gd name="connsiteY125" fmla="*/ 4843514 h 6858000"/>
              <a:gd name="connsiteX126" fmla="*/ 305956 w 5734864"/>
              <a:gd name="connsiteY126" fmla="*/ 4881505 h 6858000"/>
              <a:gd name="connsiteX127" fmla="*/ 301062 w 5734864"/>
              <a:gd name="connsiteY127" fmla="*/ 4889332 h 6858000"/>
              <a:gd name="connsiteX128" fmla="*/ 302141 w 5734864"/>
              <a:gd name="connsiteY128" fmla="*/ 4899400 h 6858000"/>
              <a:gd name="connsiteX129" fmla="*/ 304424 w 5734864"/>
              <a:gd name="connsiteY129" fmla="*/ 4902664 h 6858000"/>
              <a:gd name="connsiteX130" fmla="*/ 293123 w 5734864"/>
              <a:gd name="connsiteY130" fmla="*/ 4932769 h 6858000"/>
              <a:gd name="connsiteX131" fmla="*/ 292275 w 5734864"/>
              <a:gd name="connsiteY131" fmla="*/ 4936482 h 6858000"/>
              <a:gd name="connsiteX132" fmla="*/ 288304 w 5734864"/>
              <a:gd name="connsiteY132" fmla="*/ 4962325 h 6858000"/>
              <a:gd name="connsiteX133" fmla="*/ 287420 w 5734864"/>
              <a:gd name="connsiteY133" fmla="*/ 5042193 h 6858000"/>
              <a:gd name="connsiteX134" fmla="*/ 287020 w 5734864"/>
              <a:gd name="connsiteY134" fmla="*/ 5065655 h 6858000"/>
              <a:gd name="connsiteX135" fmla="*/ 288488 w 5734864"/>
              <a:gd name="connsiteY135" fmla="*/ 5082216 h 6858000"/>
              <a:gd name="connsiteX136" fmla="*/ 282763 w 5734864"/>
              <a:gd name="connsiteY136" fmla="*/ 5127114 h 6858000"/>
              <a:gd name="connsiteX137" fmla="*/ 269316 w 5734864"/>
              <a:gd name="connsiteY137" fmla="*/ 5202682 h 6858000"/>
              <a:gd name="connsiteX138" fmla="*/ 269174 w 5734864"/>
              <a:gd name="connsiteY138" fmla="*/ 5230835 h 6858000"/>
              <a:gd name="connsiteX139" fmla="*/ 272679 w 5734864"/>
              <a:gd name="connsiteY139" fmla="*/ 5232660 h 6858000"/>
              <a:gd name="connsiteX140" fmla="*/ 272160 w 5734864"/>
              <a:gd name="connsiteY140" fmla="*/ 5241150 h 6858000"/>
              <a:gd name="connsiteX141" fmla="*/ 272760 w 5734864"/>
              <a:gd name="connsiteY141" fmla="*/ 5243156 h 6858000"/>
              <a:gd name="connsiteX142" fmla="*/ 275462 w 5734864"/>
              <a:gd name="connsiteY142" fmla="*/ 5254919 h 6858000"/>
              <a:gd name="connsiteX143" fmla="*/ 262897 w 5734864"/>
              <a:gd name="connsiteY143" fmla="*/ 5286259 h 6858000"/>
              <a:gd name="connsiteX144" fmla="*/ 252761 w 5734864"/>
              <a:gd name="connsiteY144" fmla="*/ 5357801 h 6858000"/>
              <a:gd name="connsiteX145" fmla="*/ 242360 w 5734864"/>
              <a:gd name="connsiteY145" fmla="*/ 5460080 h 6858000"/>
              <a:gd name="connsiteX146" fmla="*/ 229880 w 5734864"/>
              <a:gd name="connsiteY146" fmla="*/ 5539714 h 6858000"/>
              <a:gd name="connsiteX147" fmla="*/ 204283 w 5734864"/>
              <a:gd name="connsiteY147" fmla="*/ 5639080 h 6858000"/>
              <a:gd name="connsiteX148" fmla="*/ 198948 w 5734864"/>
              <a:gd name="connsiteY148" fmla="*/ 5710958 h 6858000"/>
              <a:gd name="connsiteX149" fmla="*/ 192367 w 5734864"/>
              <a:gd name="connsiteY149" fmla="*/ 5719859 h 6858000"/>
              <a:gd name="connsiteX150" fmla="*/ 188035 w 5734864"/>
              <a:gd name="connsiteY150" fmla="*/ 5729935 h 6858000"/>
              <a:gd name="connsiteX151" fmla="*/ 188428 w 5734864"/>
              <a:gd name="connsiteY151" fmla="*/ 5731182 h 6858000"/>
              <a:gd name="connsiteX152" fmla="*/ 181635 w 5734864"/>
              <a:gd name="connsiteY152" fmla="*/ 5753538 h 6858000"/>
              <a:gd name="connsiteX153" fmla="*/ 169744 w 5734864"/>
              <a:gd name="connsiteY153" fmla="*/ 5796307 h 6858000"/>
              <a:gd name="connsiteX154" fmla="*/ 170351 w 5734864"/>
              <a:gd name="connsiteY154" fmla="*/ 5796644 h 6858000"/>
              <a:gd name="connsiteX155" fmla="*/ 171559 w 5734864"/>
              <a:gd name="connsiteY155" fmla="*/ 5803435 h 6858000"/>
              <a:gd name="connsiteX156" fmla="*/ 172284 w 5734864"/>
              <a:gd name="connsiteY156" fmla="*/ 5816391 h 6858000"/>
              <a:gd name="connsiteX157" fmla="*/ 182542 w 5734864"/>
              <a:gd name="connsiteY157" fmla="*/ 5846382 h 6858000"/>
              <a:gd name="connsiteX158" fmla="*/ 175877 w 5734864"/>
              <a:gd name="connsiteY158" fmla="*/ 5871336 h 6858000"/>
              <a:gd name="connsiteX159" fmla="*/ 174910 w 5734864"/>
              <a:gd name="connsiteY159" fmla="*/ 5876376 h 6858000"/>
              <a:gd name="connsiteX160" fmla="*/ 175047 w 5734864"/>
              <a:gd name="connsiteY160" fmla="*/ 5876483 h 6858000"/>
              <a:gd name="connsiteX161" fmla="*/ 174335 w 5734864"/>
              <a:gd name="connsiteY161" fmla="*/ 5881814 h 6858000"/>
              <a:gd name="connsiteX162" fmla="*/ 171273 w 5734864"/>
              <a:gd name="connsiteY162" fmla="*/ 5895339 h 6858000"/>
              <a:gd name="connsiteX163" fmla="*/ 171658 w 5734864"/>
              <a:gd name="connsiteY163" fmla="*/ 5898749 h 6858000"/>
              <a:gd name="connsiteX164" fmla="*/ 174658 w 5734864"/>
              <a:gd name="connsiteY164" fmla="*/ 5919558 h 6858000"/>
              <a:gd name="connsiteX165" fmla="*/ 169099 w 5734864"/>
              <a:gd name="connsiteY165" fmla="*/ 5984417 h 6858000"/>
              <a:gd name="connsiteX166" fmla="*/ 162007 w 5734864"/>
              <a:gd name="connsiteY166" fmla="*/ 6049043 h 6858000"/>
              <a:gd name="connsiteX167" fmla="*/ 156875 w 5734864"/>
              <a:gd name="connsiteY167" fmla="*/ 6114000 h 6858000"/>
              <a:gd name="connsiteX168" fmla="*/ 165441 w 5734864"/>
              <a:gd name="connsiteY168" fmla="*/ 6146938 h 6858000"/>
              <a:gd name="connsiteX169" fmla="*/ 165177 w 5734864"/>
              <a:gd name="connsiteY169" fmla="*/ 6150658 h 6858000"/>
              <a:gd name="connsiteX170" fmla="*/ 161772 w 5734864"/>
              <a:gd name="connsiteY170" fmla="*/ 6160011 h 6858000"/>
              <a:gd name="connsiteX171" fmla="*/ 160051 w 5734864"/>
              <a:gd name="connsiteY171" fmla="*/ 6163393 h 6858000"/>
              <a:gd name="connsiteX172" fmla="*/ 158473 w 5734864"/>
              <a:gd name="connsiteY172" fmla="*/ 6168628 h 6858000"/>
              <a:gd name="connsiteX173" fmla="*/ 158573 w 5734864"/>
              <a:gd name="connsiteY173" fmla="*/ 6168799 h 6858000"/>
              <a:gd name="connsiteX174" fmla="*/ 146463 w 5734864"/>
              <a:gd name="connsiteY174" fmla="*/ 6196671 h 6858000"/>
              <a:gd name="connsiteX175" fmla="*/ 150209 w 5734864"/>
              <a:gd name="connsiteY175" fmla="*/ 6232365 h 6858000"/>
              <a:gd name="connsiteX176" fmla="*/ 148544 w 5734864"/>
              <a:gd name="connsiteY176" fmla="*/ 6246162 h 6858000"/>
              <a:gd name="connsiteX177" fmla="*/ 148403 w 5734864"/>
              <a:gd name="connsiteY177" fmla="*/ 6253754 h 6858000"/>
              <a:gd name="connsiteX178" fmla="*/ 138880 w 5734864"/>
              <a:gd name="connsiteY178" fmla="*/ 6276449 h 6858000"/>
              <a:gd name="connsiteX179" fmla="*/ 138683 w 5734864"/>
              <a:gd name="connsiteY179" fmla="*/ 6279721 h 6858000"/>
              <a:gd name="connsiteX180" fmla="*/ 130721 w 5734864"/>
              <a:gd name="connsiteY180" fmla="*/ 6293675 h 6858000"/>
              <a:gd name="connsiteX181" fmla="*/ 120717 w 5734864"/>
              <a:gd name="connsiteY181" fmla="*/ 6313967 h 6858000"/>
              <a:gd name="connsiteX182" fmla="*/ 120841 w 5734864"/>
              <a:gd name="connsiteY182" fmla="*/ 6315437 h 6858000"/>
              <a:gd name="connsiteX183" fmla="*/ 115208 w 5734864"/>
              <a:gd name="connsiteY183" fmla="*/ 6324024 h 6858000"/>
              <a:gd name="connsiteX184" fmla="*/ 101217 w 5734864"/>
              <a:gd name="connsiteY184" fmla="*/ 6365923 h 6858000"/>
              <a:gd name="connsiteX185" fmla="*/ 74946 w 5734864"/>
              <a:gd name="connsiteY185" fmla="*/ 6556817 h 6858000"/>
              <a:gd name="connsiteX186" fmla="*/ 16001 w 5734864"/>
              <a:gd name="connsiteY186" fmla="*/ 6808678 h 6858000"/>
              <a:gd name="connsiteX187" fmla="*/ 0 w 5734864"/>
              <a:gd name="connsiteY187" fmla="*/ 6858000 h 6858000"/>
              <a:gd name="connsiteX188" fmla="*/ 5734864 w 5734864"/>
              <a:gd name="connsiteY188" fmla="*/ 6858000 h 6858000"/>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6695 w 5734864"/>
              <a:gd name="connsiteY13" fmla="*/ 1035077 h 6858000"/>
              <a:gd name="connsiteX14" fmla="*/ 847865 w 5734864"/>
              <a:gd name="connsiteY14" fmla="*/ 1070795 h 6858000"/>
              <a:gd name="connsiteX15" fmla="*/ 862786 w 5734864"/>
              <a:gd name="connsiteY15" fmla="*/ 1238994 h 6858000"/>
              <a:gd name="connsiteX16" fmla="*/ 859345 w 5734864"/>
              <a:gd name="connsiteY16" fmla="*/ 1380427 h 6858000"/>
              <a:gd name="connsiteX17" fmla="*/ 855172 w 5734864"/>
              <a:gd name="connsiteY17" fmla="*/ 1435262 h 6858000"/>
              <a:gd name="connsiteX18" fmla="*/ 860494 w 5734864"/>
              <a:gd name="connsiteY18" fmla="*/ 1453861 h 6858000"/>
              <a:gd name="connsiteX19" fmla="*/ 853731 w 5734864"/>
              <a:gd name="connsiteY19" fmla="*/ 1467047 h 6858000"/>
              <a:gd name="connsiteX20" fmla="*/ 845847 w 5734864"/>
              <a:gd name="connsiteY20" fmla="*/ 1502307 h 6858000"/>
              <a:gd name="connsiteX21" fmla="*/ 817613 w 5734864"/>
              <a:gd name="connsiteY21" fmla="*/ 1565166 h 6858000"/>
              <a:gd name="connsiteX22" fmla="*/ 804223 w 5734864"/>
              <a:gd name="connsiteY22" fmla="*/ 1601941 h 6858000"/>
              <a:gd name="connsiteX23" fmla="*/ 791773 w 5734864"/>
              <a:gd name="connsiteY23" fmla="*/ 1627005 h 6858000"/>
              <a:gd name="connsiteX24" fmla="*/ 774645 w 5734864"/>
              <a:gd name="connsiteY24" fmla="*/ 1699922 h 6858000"/>
              <a:gd name="connsiteX25" fmla="*/ 752343 w 5734864"/>
              <a:gd name="connsiteY25" fmla="*/ 1824604 h 6858000"/>
              <a:gd name="connsiteX26" fmla="*/ 746254 w 5734864"/>
              <a:gd name="connsiteY26" fmla="*/ 1850222 h 6858000"/>
              <a:gd name="connsiteX27" fmla="*/ 728600 w 5734864"/>
              <a:gd name="connsiteY27" fmla="*/ 1869603 h 6858000"/>
              <a:gd name="connsiteX28" fmla="*/ 724396 w 5734864"/>
              <a:gd name="connsiteY28" fmla="*/ 1883104 h 6858000"/>
              <a:gd name="connsiteX29" fmla="*/ 722165 w 5734864"/>
              <a:gd name="connsiteY29" fmla="*/ 1885924 h 6858000"/>
              <a:gd name="connsiteX30" fmla="*/ 721338 w 5734864"/>
              <a:gd name="connsiteY30" fmla="*/ 1887123 h 6858000"/>
              <a:gd name="connsiteX31" fmla="*/ 714840 w 5734864"/>
              <a:gd name="connsiteY31" fmla="*/ 1902274 h 6858000"/>
              <a:gd name="connsiteX32" fmla="*/ 722847 w 5734864"/>
              <a:gd name="connsiteY32" fmla="*/ 1929891 h 6858000"/>
              <a:gd name="connsiteX33" fmla="*/ 714660 w 5734864"/>
              <a:gd name="connsiteY33" fmla="*/ 1982709 h 6858000"/>
              <a:gd name="connsiteX34" fmla="*/ 710759 w 5734864"/>
              <a:gd name="connsiteY34" fmla="*/ 2013010 h 6858000"/>
              <a:gd name="connsiteX35" fmla="*/ 697927 w 5734864"/>
              <a:gd name="connsiteY35" fmla="*/ 2069833 h 6858000"/>
              <a:gd name="connsiteX36" fmla="*/ 693594 w 5734864"/>
              <a:gd name="connsiteY36" fmla="*/ 2103731 h 6858000"/>
              <a:gd name="connsiteX37" fmla="*/ 691109 w 5734864"/>
              <a:gd name="connsiteY37" fmla="*/ 2124027 h 6858000"/>
              <a:gd name="connsiteX38" fmla="*/ 676593 w 5734864"/>
              <a:gd name="connsiteY38" fmla="*/ 2176182 h 6858000"/>
              <a:gd name="connsiteX39" fmla="*/ 633227 w 5734864"/>
              <a:gd name="connsiteY39" fmla="*/ 2258036 h 6858000"/>
              <a:gd name="connsiteX40" fmla="*/ 625564 w 5734864"/>
              <a:gd name="connsiteY40" fmla="*/ 2284567 h 6858000"/>
              <a:gd name="connsiteX41" fmla="*/ 627074 w 5734864"/>
              <a:gd name="connsiteY41" fmla="*/ 2289605 h 6858000"/>
              <a:gd name="connsiteX42" fmla="*/ 614574 w 5734864"/>
              <a:gd name="connsiteY42" fmla="*/ 2308717 h 6858000"/>
              <a:gd name="connsiteX43" fmla="*/ 606890 w 5734864"/>
              <a:gd name="connsiteY43" fmla="*/ 2320662 h 6858000"/>
              <a:gd name="connsiteX44" fmla="*/ 605558 w 5734864"/>
              <a:gd name="connsiteY44" fmla="*/ 2327897 h 6858000"/>
              <a:gd name="connsiteX45" fmla="*/ 602202 w 5734864"/>
              <a:gd name="connsiteY45" fmla="*/ 2357749 h 6858000"/>
              <a:gd name="connsiteX46" fmla="*/ 600213 w 5734864"/>
              <a:gd name="connsiteY46" fmla="*/ 2364905 h 6858000"/>
              <a:gd name="connsiteX47" fmla="*/ 597160 w 5734864"/>
              <a:gd name="connsiteY47" fmla="*/ 2388351 h 6858000"/>
              <a:gd name="connsiteX48" fmla="*/ 597982 w 5734864"/>
              <a:gd name="connsiteY48" fmla="*/ 2402296 h 6858000"/>
              <a:gd name="connsiteX49" fmla="*/ 593150 w 5734864"/>
              <a:gd name="connsiteY49" fmla="*/ 2420015 h 6858000"/>
              <a:gd name="connsiteX50" fmla="*/ 592833 w 5734864"/>
              <a:gd name="connsiteY50" fmla="*/ 2422749 h 6858000"/>
              <a:gd name="connsiteX51" fmla="*/ 594479 w 5734864"/>
              <a:gd name="connsiteY51" fmla="*/ 2426002 h 6858000"/>
              <a:gd name="connsiteX52" fmla="*/ 591963 w 5734864"/>
              <a:gd name="connsiteY52" fmla="*/ 2431950 h 6858000"/>
              <a:gd name="connsiteX53" fmla="*/ 591544 w 5734864"/>
              <a:gd name="connsiteY53" fmla="*/ 2433897 h 6858000"/>
              <a:gd name="connsiteX54" fmla="*/ 589519 w 5734864"/>
              <a:gd name="connsiteY54" fmla="*/ 2451398 h 6858000"/>
              <a:gd name="connsiteX55" fmla="*/ 590037 w 5734864"/>
              <a:gd name="connsiteY55" fmla="*/ 2455536 h 6858000"/>
              <a:gd name="connsiteX56" fmla="*/ 588179 w 5734864"/>
              <a:gd name="connsiteY56" fmla="*/ 2462981 h 6858000"/>
              <a:gd name="connsiteX57" fmla="*/ 583434 w 5734864"/>
              <a:gd name="connsiteY57" fmla="*/ 2503991 h 6858000"/>
              <a:gd name="connsiteX58" fmla="*/ 567942 w 5734864"/>
              <a:gd name="connsiteY58" fmla="*/ 2652936 h 6858000"/>
              <a:gd name="connsiteX59" fmla="*/ 573869 w 5734864"/>
              <a:gd name="connsiteY59" fmla="*/ 2670188 h 6858000"/>
              <a:gd name="connsiteX60" fmla="*/ 575243 w 5734864"/>
              <a:gd name="connsiteY60" fmla="*/ 2688114 h 6858000"/>
              <a:gd name="connsiteX61" fmla="*/ 573824 w 5734864"/>
              <a:gd name="connsiteY61" fmla="*/ 2689856 h 6858000"/>
              <a:gd name="connsiteX62" fmla="*/ 570699 w 5734864"/>
              <a:gd name="connsiteY62" fmla="*/ 2709353 h 6858000"/>
              <a:gd name="connsiteX63" fmla="*/ 573192 w 5734864"/>
              <a:gd name="connsiteY63" fmla="*/ 2714527 h 6858000"/>
              <a:gd name="connsiteX64" fmla="*/ 572044 w 5734864"/>
              <a:gd name="connsiteY64" fmla="*/ 2728187 h 6858000"/>
              <a:gd name="connsiteX65" fmla="*/ 572465 w 5734864"/>
              <a:gd name="connsiteY65" fmla="*/ 2755863 h 6858000"/>
              <a:gd name="connsiteX66" fmla="*/ 570028 w 5734864"/>
              <a:gd name="connsiteY66" fmla="*/ 2760324 h 6858000"/>
              <a:gd name="connsiteX67" fmla="*/ 566748 w 5734864"/>
              <a:gd name="connsiteY67" fmla="*/ 2800948 h 6858000"/>
              <a:gd name="connsiteX68" fmla="*/ 565509 w 5734864"/>
              <a:gd name="connsiteY68" fmla="*/ 2801167 h 6858000"/>
              <a:gd name="connsiteX69" fmla="*/ 559367 w 5734864"/>
              <a:gd name="connsiteY69" fmla="*/ 2811129 h 6858000"/>
              <a:gd name="connsiteX70" fmla="*/ 550354 w 5734864"/>
              <a:gd name="connsiteY70" fmla="*/ 2830949 h 6858000"/>
              <a:gd name="connsiteX71" fmla="*/ 514795 w 5734864"/>
              <a:gd name="connsiteY71" fmla="*/ 2872433 h 6858000"/>
              <a:gd name="connsiteX72" fmla="*/ 509875 w 5734864"/>
              <a:gd name="connsiteY72" fmla="*/ 2923099 h 6858000"/>
              <a:gd name="connsiteX73" fmla="*/ 509577 w 5734864"/>
              <a:gd name="connsiteY73" fmla="*/ 2923197 h 6858000"/>
              <a:gd name="connsiteX74" fmla="*/ 507597 w 5734864"/>
              <a:gd name="connsiteY74" fmla="*/ 2931868 h 6858000"/>
              <a:gd name="connsiteX75" fmla="*/ 507379 w 5734864"/>
              <a:gd name="connsiteY75" fmla="*/ 2938322 h 6858000"/>
              <a:gd name="connsiteX76" fmla="*/ 504725 w 5734864"/>
              <a:gd name="connsiteY76" fmla="*/ 2954519 h 6858000"/>
              <a:gd name="connsiteX77" fmla="*/ 502018 w 5734864"/>
              <a:gd name="connsiteY77" fmla="*/ 2959643 h 6858000"/>
              <a:gd name="connsiteX78" fmla="*/ 498360 w 5734864"/>
              <a:gd name="connsiteY78" fmla="*/ 2961019 h 6858000"/>
              <a:gd name="connsiteX79" fmla="*/ 498483 w 5734864"/>
              <a:gd name="connsiteY79" fmla="*/ 2962590 h 6858000"/>
              <a:gd name="connsiteX80" fmla="*/ 484403 w 5734864"/>
              <a:gd name="connsiteY80" fmla="*/ 2990538 h 6858000"/>
              <a:gd name="connsiteX81" fmla="*/ 463075 w 5734864"/>
              <a:gd name="connsiteY81" fmla="*/ 3055956 h 6858000"/>
              <a:gd name="connsiteX82" fmla="*/ 455013 w 5734864"/>
              <a:gd name="connsiteY82" fmla="*/ 3094482 h 6858000"/>
              <a:gd name="connsiteX83" fmla="*/ 428391 w 5734864"/>
              <a:gd name="connsiteY83" fmla="*/ 3198850 h 6858000"/>
              <a:gd name="connsiteX84" fmla="*/ 401440 w 5734864"/>
              <a:gd name="connsiteY84" fmla="*/ 3307560 h 6858000"/>
              <a:gd name="connsiteX85" fmla="*/ 386076 w 5734864"/>
              <a:gd name="connsiteY85" fmla="*/ 3373943 h 6858000"/>
              <a:gd name="connsiteX86" fmla="*/ 374726 w 5734864"/>
              <a:gd name="connsiteY86" fmla="*/ 3381364 h 6858000"/>
              <a:gd name="connsiteX87" fmla="*/ 369145 w 5734864"/>
              <a:gd name="connsiteY87" fmla="*/ 3383729 h 6858000"/>
              <a:gd name="connsiteX88" fmla="*/ 364294 w 5734864"/>
              <a:gd name="connsiteY88" fmla="*/ 3414159 h 6858000"/>
              <a:gd name="connsiteX89" fmla="*/ 366450 w 5734864"/>
              <a:gd name="connsiteY89" fmla="*/ 3436925 h 6858000"/>
              <a:gd name="connsiteX90" fmla="*/ 351743 w 5734864"/>
              <a:gd name="connsiteY90" fmla="*/ 3521619 h 6858000"/>
              <a:gd name="connsiteX91" fmla="*/ 345784 w 5734864"/>
              <a:gd name="connsiteY91" fmla="*/ 3603757 h 6858000"/>
              <a:gd name="connsiteX92" fmla="*/ 344198 w 5734864"/>
              <a:gd name="connsiteY92" fmla="*/ 3652424 h 6858000"/>
              <a:gd name="connsiteX93" fmla="*/ 352450 w 5734864"/>
              <a:gd name="connsiteY93" fmla="*/ 3665222 h 6858000"/>
              <a:gd name="connsiteX94" fmla="*/ 342621 w 5734864"/>
              <a:gd name="connsiteY94" fmla="*/ 3700804 h 6858000"/>
              <a:gd name="connsiteX95" fmla="*/ 341514 w 5734864"/>
              <a:gd name="connsiteY95" fmla="*/ 3734774 h 6858000"/>
              <a:gd name="connsiteX96" fmla="*/ 340607 w 5734864"/>
              <a:gd name="connsiteY96" fmla="*/ 3785153 h 6858000"/>
              <a:gd name="connsiteX97" fmla="*/ 340707 w 5734864"/>
              <a:gd name="connsiteY97" fmla="*/ 3788177 h 6858000"/>
              <a:gd name="connsiteX98" fmla="*/ 340361 w 5734864"/>
              <a:gd name="connsiteY98" fmla="*/ 3798803 h 6858000"/>
              <a:gd name="connsiteX99" fmla="*/ 339642 w 5734864"/>
              <a:gd name="connsiteY99" fmla="*/ 3838750 h 6858000"/>
              <a:gd name="connsiteX100" fmla="*/ 360295 w 5734864"/>
              <a:gd name="connsiteY100" fmla="*/ 4015196 h 6858000"/>
              <a:gd name="connsiteX101" fmla="*/ 339043 w 5734864"/>
              <a:gd name="connsiteY101" fmla="*/ 4052778 h 6858000"/>
              <a:gd name="connsiteX102" fmla="*/ 339343 w 5734864"/>
              <a:gd name="connsiteY102" fmla="*/ 4096257 h 6858000"/>
              <a:gd name="connsiteX103" fmla="*/ 340786 w 5734864"/>
              <a:gd name="connsiteY103" fmla="*/ 4321136 h 6858000"/>
              <a:gd name="connsiteX104" fmla="*/ 343158 w 5734864"/>
              <a:gd name="connsiteY104" fmla="*/ 4429174 h 6858000"/>
              <a:gd name="connsiteX105" fmla="*/ 334599 w 5734864"/>
              <a:gd name="connsiteY105" fmla="*/ 4449938 h 6858000"/>
              <a:gd name="connsiteX106" fmla="*/ 332890 w 5734864"/>
              <a:gd name="connsiteY106" fmla="*/ 4453515 h 6858000"/>
              <a:gd name="connsiteX107" fmla="*/ 331105 w 5734864"/>
              <a:gd name="connsiteY107" fmla="*/ 4467941 h 6858000"/>
              <a:gd name="connsiteX108" fmla="*/ 324289 w 5734864"/>
              <a:gd name="connsiteY108" fmla="*/ 4471861 h 6858000"/>
              <a:gd name="connsiteX109" fmla="*/ 317079 w 5734864"/>
              <a:gd name="connsiteY109" fmla="*/ 4493468 h 6858000"/>
              <a:gd name="connsiteX110" fmla="*/ 315557 w 5734864"/>
              <a:gd name="connsiteY110" fmla="*/ 4520067 h 6858000"/>
              <a:gd name="connsiteX111" fmla="*/ 315240 w 5734864"/>
              <a:gd name="connsiteY111" fmla="*/ 4536872 h 6858000"/>
              <a:gd name="connsiteX112" fmla="*/ 316200 w 5734864"/>
              <a:gd name="connsiteY112" fmla="*/ 4538297 h 6858000"/>
              <a:gd name="connsiteX113" fmla="*/ 317507 w 5734864"/>
              <a:gd name="connsiteY113" fmla="*/ 4547582 h 6858000"/>
              <a:gd name="connsiteX114" fmla="*/ 323078 w 5734864"/>
              <a:gd name="connsiteY114" fmla="*/ 4592102 h 6858000"/>
              <a:gd name="connsiteX115" fmla="*/ 328722 w 5734864"/>
              <a:gd name="connsiteY115" fmla="*/ 4667914 h 6858000"/>
              <a:gd name="connsiteX116" fmla="*/ 335597 w 5734864"/>
              <a:gd name="connsiteY116" fmla="*/ 4695035 h 6858000"/>
              <a:gd name="connsiteX117" fmla="*/ 339485 w 5734864"/>
              <a:gd name="connsiteY117" fmla="*/ 4695979 h 6858000"/>
              <a:gd name="connsiteX118" fmla="*/ 341089 w 5734864"/>
              <a:gd name="connsiteY118" fmla="*/ 4704268 h 6858000"/>
              <a:gd name="connsiteX119" fmla="*/ 342177 w 5734864"/>
              <a:gd name="connsiteY119" fmla="*/ 4706060 h 6858000"/>
              <a:gd name="connsiteX120" fmla="*/ 347751 w 5734864"/>
              <a:gd name="connsiteY120" fmla="*/ 4716754 h 6858000"/>
              <a:gd name="connsiteX121" fmla="*/ 344125 w 5734864"/>
              <a:gd name="connsiteY121" fmla="*/ 4764669 h 6858000"/>
              <a:gd name="connsiteX122" fmla="*/ 340188 w 5734864"/>
              <a:gd name="connsiteY122" fmla="*/ 4779386 h 6858000"/>
              <a:gd name="connsiteX123" fmla="*/ 335146 w 5734864"/>
              <a:gd name="connsiteY123" fmla="*/ 4787491 h 6858000"/>
              <a:gd name="connsiteX124" fmla="*/ 319124 w 5734864"/>
              <a:gd name="connsiteY124" fmla="*/ 4843514 h 6858000"/>
              <a:gd name="connsiteX125" fmla="*/ 305956 w 5734864"/>
              <a:gd name="connsiteY125" fmla="*/ 4881505 h 6858000"/>
              <a:gd name="connsiteX126" fmla="*/ 301062 w 5734864"/>
              <a:gd name="connsiteY126" fmla="*/ 4889332 h 6858000"/>
              <a:gd name="connsiteX127" fmla="*/ 302141 w 5734864"/>
              <a:gd name="connsiteY127" fmla="*/ 4899400 h 6858000"/>
              <a:gd name="connsiteX128" fmla="*/ 304424 w 5734864"/>
              <a:gd name="connsiteY128" fmla="*/ 4902664 h 6858000"/>
              <a:gd name="connsiteX129" fmla="*/ 293123 w 5734864"/>
              <a:gd name="connsiteY129" fmla="*/ 4932769 h 6858000"/>
              <a:gd name="connsiteX130" fmla="*/ 292275 w 5734864"/>
              <a:gd name="connsiteY130" fmla="*/ 4936482 h 6858000"/>
              <a:gd name="connsiteX131" fmla="*/ 288304 w 5734864"/>
              <a:gd name="connsiteY131" fmla="*/ 4962325 h 6858000"/>
              <a:gd name="connsiteX132" fmla="*/ 287420 w 5734864"/>
              <a:gd name="connsiteY132" fmla="*/ 5042193 h 6858000"/>
              <a:gd name="connsiteX133" fmla="*/ 287020 w 5734864"/>
              <a:gd name="connsiteY133" fmla="*/ 5065655 h 6858000"/>
              <a:gd name="connsiteX134" fmla="*/ 288488 w 5734864"/>
              <a:gd name="connsiteY134" fmla="*/ 5082216 h 6858000"/>
              <a:gd name="connsiteX135" fmla="*/ 282763 w 5734864"/>
              <a:gd name="connsiteY135" fmla="*/ 5127114 h 6858000"/>
              <a:gd name="connsiteX136" fmla="*/ 269316 w 5734864"/>
              <a:gd name="connsiteY136" fmla="*/ 5202682 h 6858000"/>
              <a:gd name="connsiteX137" fmla="*/ 269174 w 5734864"/>
              <a:gd name="connsiteY137" fmla="*/ 5230835 h 6858000"/>
              <a:gd name="connsiteX138" fmla="*/ 272679 w 5734864"/>
              <a:gd name="connsiteY138" fmla="*/ 5232660 h 6858000"/>
              <a:gd name="connsiteX139" fmla="*/ 272160 w 5734864"/>
              <a:gd name="connsiteY139" fmla="*/ 5241150 h 6858000"/>
              <a:gd name="connsiteX140" fmla="*/ 272760 w 5734864"/>
              <a:gd name="connsiteY140" fmla="*/ 5243156 h 6858000"/>
              <a:gd name="connsiteX141" fmla="*/ 275462 w 5734864"/>
              <a:gd name="connsiteY141" fmla="*/ 5254919 h 6858000"/>
              <a:gd name="connsiteX142" fmla="*/ 262897 w 5734864"/>
              <a:gd name="connsiteY142" fmla="*/ 5286259 h 6858000"/>
              <a:gd name="connsiteX143" fmla="*/ 252761 w 5734864"/>
              <a:gd name="connsiteY143" fmla="*/ 5357801 h 6858000"/>
              <a:gd name="connsiteX144" fmla="*/ 242360 w 5734864"/>
              <a:gd name="connsiteY144" fmla="*/ 5460080 h 6858000"/>
              <a:gd name="connsiteX145" fmla="*/ 229880 w 5734864"/>
              <a:gd name="connsiteY145" fmla="*/ 5539714 h 6858000"/>
              <a:gd name="connsiteX146" fmla="*/ 204283 w 5734864"/>
              <a:gd name="connsiteY146" fmla="*/ 5639080 h 6858000"/>
              <a:gd name="connsiteX147" fmla="*/ 198948 w 5734864"/>
              <a:gd name="connsiteY147" fmla="*/ 5710958 h 6858000"/>
              <a:gd name="connsiteX148" fmla="*/ 192367 w 5734864"/>
              <a:gd name="connsiteY148" fmla="*/ 5719859 h 6858000"/>
              <a:gd name="connsiteX149" fmla="*/ 188035 w 5734864"/>
              <a:gd name="connsiteY149" fmla="*/ 5729935 h 6858000"/>
              <a:gd name="connsiteX150" fmla="*/ 188428 w 5734864"/>
              <a:gd name="connsiteY150" fmla="*/ 5731182 h 6858000"/>
              <a:gd name="connsiteX151" fmla="*/ 181635 w 5734864"/>
              <a:gd name="connsiteY151" fmla="*/ 5753538 h 6858000"/>
              <a:gd name="connsiteX152" fmla="*/ 169744 w 5734864"/>
              <a:gd name="connsiteY152" fmla="*/ 5796307 h 6858000"/>
              <a:gd name="connsiteX153" fmla="*/ 170351 w 5734864"/>
              <a:gd name="connsiteY153" fmla="*/ 5796644 h 6858000"/>
              <a:gd name="connsiteX154" fmla="*/ 171559 w 5734864"/>
              <a:gd name="connsiteY154" fmla="*/ 5803435 h 6858000"/>
              <a:gd name="connsiteX155" fmla="*/ 172284 w 5734864"/>
              <a:gd name="connsiteY155" fmla="*/ 5816391 h 6858000"/>
              <a:gd name="connsiteX156" fmla="*/ 182542 w 5734864"/>
              <a:gd name="connsiteY156" fmla="*/ 5846382 h 6858000"/>
              <a:gd name="connsiteX157" fmla="*/ 175877 w 5734864"/>
              <a:gd name="connsiteY157" fmla="*/ 5871336 h 6858000"/>
              <a:gd name="connsiteX158" fmla="*/ 174910 w 5734864"/>
              <a:gd name="connsiteY158" fmla="*/ 5876376 h 6858000"/>
              <a:gd name="connsiteX159" fmla="*/ 175047 w 5734864"/>
              <a:gd name="connsiteY159" fmla="*/ 5876483 h 6858000"/>
              <a:gd name="connsiteX160" fmla="*/ 174335 w 5734864"/>
              <a:gd name="connsiteY160" fmla="*/ 5881814 h 6858000"/>
              <a:gd name="connsiteX161" fmla="*/ 171273 w 5734864"/>
              <a:gd name="connsiteY161" fmla="*/ 5895339 h 6858000"/>
              <a:gd name="connsiteX162" fmla="*/ 171658 w 5734864"/>
              <a:gd name="connsiteY162" fmla="*/ 5898749 h 6858000"/>
              <a:gd name="connsiteX163" fmla="*/ 174658 w 5734864"/>
              <a:gd name="connsiteY163" fmla="*/ 5919558 h 6858000"/>
              <a:gd name="connsiteX164" fmla="*/ 169099 w 5734864"/>
              <a:gd name="connsiteY164" fmla="*/ 5984417 h 6858000"/>
              <a:gd name="connsiteX165" fmla="*/ 162007 w 5734864"/>
              <a:gd name="connsiteY165" fmla="*/ 6049043 h 6858000"/>
              <a:gd name="connsiteX166" fmla="*/ 156875 w 5734864"/>
              <a:gd name="connsiteY166" fmla="*/ 6114000 h 6858000"/>
              <a:gd name="connsiteX167" fmla="*/ 165441 w 5734864"/>
              <a:gd name="connsiteY167" fmla="*/ 6146938 h 6858000"/>
              <a:gd name="connsiteX168" fmla="*/ 165177 w 5734864"/>
              <a:gd name="connsiteY168" fmla="*/ 6150658 h 6858000"/>
              <a:gd name="connsiteX169" fmla="*/ 161772 w 5734864"/>
              <a:gd name="connsiteY169" fmla="*/ 6160011 h 6858000"/>
              <a:gd name="connsiteX170" fmla="*/ 160051 w 5734864"/>
              <a:gd name="connsiteY170" fmla="*/ 6163393 h 6858000"/>
              <a:gd name="connsiteX171" fmla="*/ 158473 w 5734864"/>
              <a:gd name="connsiteY171" fmla="*/ 6168628 h 6858000"/>
              <a:gd name="connsiteX172" fmla="*/ 158573 w 5734864"/>
              <a:gd name="connsiteY172" fmla="*/ 6168799 h 6858000"/>
              <a:gd name="connsiteX173" fmla="*/ 146463 w 5734864"/>
              <a:gd name="connsiteY173" fmla="*/ 6196671 h 6858000"/>
              <a:gd name="connsiteX174" fmla="*/ 150209 w 5734864"/>
              <a:gd name="connsiteY174" fmla="*/ 6232365 h 6858000"/>
              <a:gd name="connsiteX175" fmla="*/ 148544 w 5734864"/>
              <a:gd name="connsiteY175" fmla="*/ 6246162 h 6858000"/>
              <a:gd name="connsiteX176" fmla="*/ 148403 w 5734864"/>
              <a:gd name="connsiteY176" fmla="*/ 6253754 h 6858000"/>
              <a:gd name="connsiteX177" fmla="*/ 138880 w 5734864"/>
              <a:gd name="connsiteY177" fmla="*/ 6276449 h 6858000"/>
              <a:gd name="connsiteX178" fmla="*/ 138683 w 5734864"/>
              <a:gd name="connsiteY178" fmla="*/ 6279721 h 6858000"/>
              <a:gd name="connsiteX179" fmla="*/ 130721 w 5734864"/>
              <a:gd name="connsiteY179" fmla="*/ 6293675 h 6858000"/>
              <a:gd name="connsiteX180" fmla="*/ 120717 w 5734864"/>
              <a:gd name="connsiteY180" fmla="*/ 6313967 h 6858000"/>
              <a:gd name="connsiteX181" fmla="*/ 120841 w 5734864"/>
              <a:gd name="connsiteY181" fmla="*/ 6315437 h 6858000"/>
              <a:gd name="connsiteX182" fmla="*/ 115208 w 5734864"/>
              <a:gd name="connsiteY182" fmla="*/ 6324024 h 6858000"/>
              <a:gd name="connsiteX183" fmla="*/ 101217 w 5734864"/>
              <a:gd name="connsiteY183" fmla="*/ 6365923 h 6858000"/>
              <a:gd name="connsiteX184" fmla="*/ 74946 w 5734864"/>
              <a:gd name="connsiteY184" fmla="*/ 6556817 h 6858000"/>
              <a:gd name="connsiteX185" fmla="*/ 16001 w 5734864"/>
              <a:gd name="connsiteY185" fmla="*/ 6808678 h 6858000"/>
              <a:gd name="connsiteX186" fmla="*/ 0 w 5734864"/>
              <a:gd name="connsiteY186" fmla="*/ 6858000 h 6858000"/>
              <a:gd name="connsiteX187" fmla="*/ 5734864 w 5734864"/>
              <a:gd name="connsiteY187" fmla="*/ 6858000 h 6858000"/>
              <a:gd name="connsiteX188" fmla="*/ 5734864 w 5734864"/>
              <a:gd name="connsiteY188" fmla="*/ 0 h 6858000"/>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7865 w 5734864"/>
              <a:gd name="connsiteY13" fmla="*/ 1070795 h 6858000"/>
              <a:gd name="connsiteX14" fmla="*/ 862786 w 5734864"/>
              <a:gd name="connsiteY14" fmla="*/ 1238994 h 6858000"/>
              <a:gd name="connsiteX15" fmla="*/ 859345 w 5734864"/>
              <a:gd name="connsiteY15" fmla="*/ 1380427 h 6858000"/>
              <a:gd name="connsiteX16" fmla="*/ 855172 w 5734864"/>
              <a:gd name="connsiteY16" fmla="*/ 1435262 h 6858000"/>
              <a:gd name="connsiteX17" fmla="*/ 860494 w 5734864"/>
              <a:gd name="connsiteY17" fmla="*/ 1453861 h 6858000"/>
              <a:gd name="connsiteX18" fmla="*/ 853731 w 5734864"/>
              <a:gd name="connsiteY18" fmla="*/ 1467047 h 6858000"/>
              <a:gd name="connsiteX19" fmla="*/ 845847 w 5734864"/>
              <a:gd name="connsiteY19" fmla="*/ 1502307 h 6858000"/>
              <a:gd name="connsiteX20" fmla="*/ 817613 w 5734864"/>
              <a:gd name="connsiteY20" fmla="*/ 1565166 h 6858000"/>
              <a:gd name="connsiteX21" fmla="*/ 804223 w 5734864"/>
              <a:gd name="connsiteY21" fmla="*/ 1601941 h 6858000"/>
              <a:gd name="connsiteX22" fmla="*/ 791773 w 5734864"/>
              <a:gd name="connsiteY22" fmla="*/ 1627005 h 6858000"/>
              <a:gd name="connsiteX23" fmla="*/ 774645 w 5734864"/>
              <a:gd name="connsiteY23" fmla="*/ 1699922 h 6858000"/>
              <a:gd name="connsiteX24" fmla="*/ 752343 w 5734864"/>
              <a:gd name="connsiteY24" fmla="*/ 1824604 h 6858000"/>
              <a:gd name="connsiteX25" fmla="*/ 746254 w 5734864"/>
              <a:gd name="connsiteY25" fmla="*/ 1850222 h 6858000"/>
              <a:gd name="connsiteX26" fmla="*/ 728600 w 5734864"/>
              <a:gd name="connsiteY26" fmla="*/ 1869603 h 6858000"/>
              <a:gd name="connsiteX27" fmla="*/ 724396 w 5734864"/>
              <a:gd name="connsiteY27" fmla="*/ 1883104 h 6858000"/>
              <a:gd name="connsiteX28" fmla="*/ 722165 w 5734864"/>
              <a:gd name="connsiteY28" fmla="*/ 1885924 h 6858000"/>
              <a:gd name="connsiteX29" fmla="*/ 721338 w 5734864"/>
              <a:gd name="connsiteY29" fmla="*/ 1887123 h 6858000"/>
              <a:gd name="connsiteX30" fmla="*/ 714840 w 5734864"/>
              <a:gd name="connsiteY30" fmla="*/ 1902274 h 6858000"/>
              <a:gd name="connsiteX31" fmla="*/ 722847 w 5734864"/>
              <a:gd name="connsiteY31" fmla="*/ 1929891 h 6858000"/>
              <a:gd name="connsiteX32" fmla="*/ 714660 w 5734864"/>
              <a:gd name="connsiteY32" fmla="*/ 1982709 h 6858000"/>
              <a:gd name="connsiteX33" fmla="*/ 710759 w 5734864"/>
              <a:gd name="connsiteY33" fmla="*/ 2013010 h 6858000"/>
              <a:gd name="connsiteX34" fmla="*/ 697927 w 5734864"/>
              <a:gd name="connsiteY34" fmla="*/ 2069833 h 6858000"/>
              <a:gd name="connsiteX35" fmla="*/ 693594 w 5734864"/>
              <a:gd name="connsiteY35" fmla="*/ 2103731 h 6858000"/>
              <a:gd name="connsiteX36" fmla="*/ 691109 w 5734864"/>
              <a:gd name="connsiteY36" fmla="*/ 2124027 h 6858000"/>
              <a:gd name="connsiteX37" fmla="*/ 676593 w 5734864"/>
              <a:gd name="connsiteY37" fmla="*/ 2176182 h 6858000"/>
              <a:gd name="connsiteX38" fmla="*/ 633227 w 5734864"/>
              <a:gd name="connsiteY38" fmla="*/ 2258036 h 6858000"/>
              <a:gd name="connsiteX39" fmla="*/ 625564 w 5734864"/>
              <a:gd name="connsiteY39" fmla="*/ 2284567 h 6858000"/>
              <a:gd name="connsiteX40" fmla="*/ 627074 w 5734864"/>
              <a:gd name="connsiteY40" fmla="*/ 2289605 h 6858000"/>
              <a:gd name="connsiteX41" fmla="*/ 614574 w 5734864"/>
              <a:gd name="connsiteY41" fmla="*/ 2308717 h 6858000"/>
              <a:gd name="connsiteX42" fmla="*/ 606890 w 5734864"/>
              <a:gd name="connsiteY42" fmla="*/ 2320662 h 6858000"/>
              <a:gd name="connsiteX43" fmla="*/ 605558 w 5734864"/>
              <a:gd name="connsiteY43" fmla="*/ 2327897 h 6858000"/>
              <a:gd name="connsiteX44" fmla="*/ 602202 w 5734864"/>
              <a:gd name="connsiteY44" fmla="*/ 2357749 h 6858000"/>
              <a:gd name="connsiteX45" fmla="*/ 600213 w 5734864"/>
              <a:gd name="connsiteY45" fmla="*/ 2364905 h 6858000"/>
              <a:gd name="connsiteX46" fmla="*/ 597160 w 5734864"/>
              <a:gd name="connsiteY46" fmla="*/ 2388351 h 6858000"/>
              <a:gd name="connsiteX47" fmla="*/ 597982 w 5734864"/>
              <a:gd name="connsiteY47" fmla="*/ 2402296 h 6858000"/>
              <a:gd name="connsiteX48" fmla="*/ 593150 w 5734864"/>
              <a:gd name="connsiteY48" fmla="*/ 2420015 h 6858000"/>
              <a:gd name="connsiteX49" fmla="*/ 592833 w 5734864"/>
              <a:gd name="connsiteY49" fmla="*/ 2422749 h 6858000"/>
              <a:gd name="connsiteX50" fmla="*/ 594479 w 5734864"/>
              <a:gd name="connsiteY50" fmla="*/ 2426002 h 6858000"/>
              <a:gd name="connsiteX51" fmla="*/ 591963 w 5734864"/>
              <a:gd name="connsiteY51" fmla="*/ 2431950 h 6858000"/>
              <a:gd name="connsiteX52" fmla="*/ 591544 w 5734864"/>
              <a:gd name="connsiteY52" fmla="*/ 2433897 h 6858000"/>
              <a:gd name="connsiteX53" fmla="*/ 589519 w 5734864"/>
              <a:gd name="connsiteY53" fmla="*/ 2451398 h 6858000"/>
              <a:gd name="connsiteX54" fmla="*/ 590037 w 5734864"/>
              <a:gd name="connsiteY54" fmla="*/ 2455536 h 6858000"/>
              <a:gd name="connsiteX55" fmla="*/ 588179 w 5734864"/>
              <a:gd name="connsiteY55" fmla="*/ 2462981 h 6858000"/>
              <a:gd name="connsiteX56" fmla="*/ 583434 w 5734864"/>
              <a:gd name="connsiteY56" fmla="*/ 2503991 h 6858000"/>
              <a:gd name="connsiteX57" fmla="*/ 567942 w 5734864"/>
              <a:gd name="connsiteY57" fmla="*/ 2652936 h 6858000"/>
              <a:gd name="connsiteX58" fmla="*/ 573869 w 5734864"/>
              <a:gd name="connsiteY58" fmla="*/ 2670188 h 6858000"/>
              <a:gd name="connsiteX59" fmla="*/ 575243 w 5734864"/>
              <a:gd name="connsiteY59" fmla="*/ 2688114 h 6858000"/>
              <a:gd name="connsiteX60" fmla="*/ 573824 w 5734864"/>
              <a:gd name="connsiteY60" fmla="*/ 2689856 h 6858000"/>
              <a:gd name="connsiteX61" fmla="*/ 570699 w 5734864"/>
              <a:gd name="connsiteY61" fmla="*/ 2709353 h 6858000"/>
              <a:gd name="connsiteX62" fmla="*/ 573192 w 5734864"/>
              <a:gd name="connsiteY62" fmla="*/ 2714527 h 6858000"/>
              <a:gd name="connsiteX63" fmla="*/ 572044 w 5734864"/>
              <a:gd name="connsiteY63" fmla="*/ 2728187 h 6858000"/>
              <a:gd name="connsiteX64" fmla="*/ 572465 w 5734864"/>
              <a:gd name="connsiteY64" fmla="*/ 2755863 h 6858000"/>
              <a:gd name="connsiteX65" fmla="*/ 570028 w 5734864"/>
              <a:gd name="connsiteY65" fmla="*/ 2760324 h 6858000"/>
              <a:gd name="connsiteX66" fmla="*/ 566748 w 5734864"/>
              <a:gd name="connsiteY66" fmla="*/ 2800948 h 6858000"/>
              <a:gd name="connsiteX67" fmla="*/ 565509 w 5734864"/>
              <a:gd name="connsiteY67" fmla="*/ 2801167 h 6858000"/>
              <a:gd name="connsiteX68" fmla="*/ 559367 w 5734864"/>
              <a:gd name="connsiteY68" fmla="*/ 2811129 h 6858000"/>
              <a:gd name="connsiteX69" fmla="*/ 550354 w 5734864"/>
              <a:gd name="connsiteY69" fmla="*/ 2830949 h 6858000"/>
              <a:gd name="connsiteX70" fmla="*/ 514795 w 5734864"/>
              <a:gd name="connsiteY70" fmla="*/ 2872433 h 6858000"/>
              <a:gd name="connsiteX71" fmla="*/ 509875 w 5734864"/>
              <a:gd name="connsiteY71" fmla="*/ 2923099 h 6858000"/>
              <a:gd name="connsiteX72" fmla="*/ 509577 w 5734864"/>
              <a:gd name="connsiteY72" fmla="*/ 2923197 h 6858000"/>
              <a:gd name="connsiteX73" fmla="*/ 507597 w 5734864"/>
              <a:gd name="connsiteY73" fmla="*/ 2931868 h 6858000"/>
              <a:gd name="connsiteX74" fmla="*/ 507379 w 5734864"/>
              <a:gd name="connsiteY74" fmla="*/ 2938322 h 6858000"/>
              <a:gd name="connsiteX75" fmla="*/ 504725 w 5734864"/>
              <a:gd name="connsiteY75" fmla="*/ 2954519 h 6858000"/>
              <a:gd name="connsiteX76" fmla="*/ 502018 w 5734864"/>
              <a:gd name="connsiteY76" fmla="*/ 2959643 h 6858000"/>
              <a:gd name="connsiteX77" fmla="*/ 498360 w 5734864"/>
              <a:gd name="connsiteY77" fmla="*/ 2961019 h 6858000"/>
              <a:gd name="connsiteX78" fmla="*/ 498483 w 5734864"/>
              <a:gd name="connsiteY78" fmla="*/ 2962590 h 6858000"/>
              <a:gd name="connsiteX79" fmla="*/ 484403 w 5734864"/>
              <a:gd name="connsiteY79" fmla="*/ 2990538 h 6858000"/>
              <a:gd name="connsiteX80" fmla="*/ 463075 w 5734864"/>
              <a:gd name="connsiteY80" fmla="*/ 3055956 h 6858000"/>
              <a:gd name="connsiteX81" fmla="*/ 455013 w 5734864"/>
              <a:gd name="connsiteY81" fmla="*/ 3094482 h 6858000"/>
              <a:gd name="connsiteX82" fmla="*/ 428391 w 5734864"/>
              <a:gd name="connsiteY82" fmla="*/ 3198850 h 6858000"/>
              <a:gd name="connsiteX83" fmla="*/ 401440 w 5734864"/>
              <a:gd name="connsiteY83" fmla="*/ 3307560 h 6858000"/>
              <a:gd name="connsiteX84" fmla="*/ 386076 w 5734864"/>
              <a:gd name="connsiteY84" fmla="*/ 3373943 h 6858000"/>
              <a:gd name="connsiteX85" fmla="*/ 374726 w 5734864"/>
              <a:gd name="connsiteY85" fmla="*/ 3381364 h 6858000"/>
              <a:gd name="connsiteX86" fmla="*/ 369145 w 5734864"/>
              <a:gd name="connsiteY86" fmla="*/ 3383729 h 6858000"/>
              <a:gd name="connsiteX87" fmla="*/ 364294 w 5734864"/>
              <a:gd name="connsiteY87" fmla="*/ 3414159 h 6858000"/>
              <a:gd name="connsiteX88" fmla="*/ 366450 w 5734864"/>
              <a:gd name="connsiteY88" fmla="*/ 3436925 h 6858000"/>
              <a:gd name="connsiteX89" fmla="*/ 351743 w 5734864"/>
              <a:gd name="connsiteY89" fmla="*/ 3521619 h 6858000"/>
              <a:gd name="connsiteX90" fmla="*/ 345784 w 5734864"/>
              <a:gd name="connsiteY90" fmla="*/ 3603757 h 6858000"/>
              <a:gd name="connsiteX91" fmla="*/ 344198 w 5734864"/>
              <a:gd name="connsiteY91" fmla="*/ 3652424 h 6858000"/>
              <a:gd name="connsiteX92" fmla="*/ 352450 w 5734864"/>
              <a:gd name="connsiteY92" fmla="*/ 3665222 h 6858000"/>
              <a:gd name="connsiteX93" fmla="*/ 342621 w 5734864"/>
              <a:gd name="connsiteY93" fmla="*/ 3700804 h 6858000"/>
              <a:gd name="connsiteX94" fmla="*/ 341514 w 5734864"/>
              <a:gd name="connsiteY94" fmla="*/ 3734774 h 6858000"/>
              <a:gd name="connsiteX95" fmla="*/ 340607 w 5734864"/>
              <a:gd name="connsiteY95" fmla="*/ 3785153 h 6858000"/>
              <a:gd name="connsiteX96" fmla="*/ 340707 w 5734864"/>
              <a:gd name="connsiteY96" fmla="*/ 3788177 h 6858000"/>
              <a:gd name="connsiteX97" fmla="*/ 340361 w 5734864"/>
              <a:gd name="connsiteY97" fmla="*/ 3798803 h 6858000"/>
              <a:gd name="connsiteX98" fmla="*/ 339642 w 5734864"/>
              <a:gd name="connsiteY98" fmla="*/ 3838750 h 6858000"/>
              <a:gd name="connsiteX99" fmla="*/ 360295 w 5734864"/>
              <a:gd name="connsiteY99" fmla="*/ 4015196 h 6858000"/>
              <a:gd name="connsiteX100" fmla="*/ 339043 w 5734864"/>
              <a:gd name="connsiteY100" fmla="*/ 4052778 h 6858000"/>
              <a:gd name="connsiteX101" fmla="*/ 339343 w 5734864"/>
              <a:gd name="connsiteY101" fmla="*/ 4096257 h 6858000"/>
              <a:gd name="connsiteX102" fmla="*/ 340786 w 5734864"/>
              <a:gd name="connsiteY102" fmla="*/ 4321136 h 6858000"/>
              <a:gd name="connsiteX103" fmla="*/ 343158 w 5734864"/>
              <a:gd name="connsiteY103" fmla="*/ 4429174 h 6858000"/>
              <a:gd name="connsiteX104" fmla="*/ 334599 w 5734864"/>
              <a:gd name="connsiteY104" fmla="*/ 4449938 h 6858000"/>
              <a:gd name="connsiteX105" fmla="*/ 332890 w 5734864"/>
              <a:gd name="connsiteY105" fmla="*/ 4453515 h 6858000"/>
              <a:gd name="connsiteX106" fmla="*/ 331105 w 5734864"/>
              <a:gd name="connsiteY106" fmla="*/ 4467941 h 6858000"/>
              <a:gd name="connsiteX107" fmla="*/ 324289 w 5734864"/>
              <a:gd name="connsiteY107" fmla="*/ 4471861 h 6858000"/>
              <a:gd name="connsiteX108" fmla="*/ 317079 w 5734864"/>
              <a:gd name="connsiteY108" fmla="*/ 4493468 h 6858000"/>
              <a:gd name="connsiteX109" fmla="*/ 315557 w 5734864"/>
              <a:gd name="connsiteY109" fmla="*/ 4520067 h 6858000"/>
              <a:gd name="connsiteX110" fmla="*/ 315240 w 5734864"/>
              <a:gd name="connsiteY110" fmla="*/ 4536872 h 6858000"/>
              <a:gd name="connsiteX111" fmla="*/ 316200 w 5734864"/>
              <a:gd name="connsiteY111" fmla="*/ 4538297 h 6858000"/>
              <a:gd name="connsiteX112" fmla="*/ 317507 w 5734864"/>
              <a:gd name="connsiteY112" fmla="*/ 4547582 h 6858000"/>
              <a:gd name="connsiteX113" fmla="*/ 323078 w 5734864"/>
              <a:gd name="connsiteY113" fmla="*/ 4592102 h 6858000"/>
              <a:gd name="connsiteX114" fmla="*/ 328722 w 5734864"/>
              <a:gd name="connsiteY114" fmla="*/ 4667914 h 6858000"/>
              <a:gd name="connsiteX115" fmla="*/ 335597 w 5734864"/>
              <a:gd name="connsiteY115" fmla="*/ 4695035 h 6858000"/>
              <a:gd name="connsiteX116" fmla="*/ 339485 w 5734864"/>
              <a:gd name="connsiteY116" fmla="*/ 4695979 h 6858000"/>
              <a:gd name="connsiteX117" fmla="*/ 341089 w 5734864"/>
              <a:gd name="connsiteY117" fmla="*/ 4704268 h 6858000"/>
              <a:gd name="connsiteX118" fmla="*/ 342177 w 5734864"/>
              <a:gd name="connsiteY118" fmla="*/ 4706060 h 6858000"/>
              <a:gd name="connsiteX119" fmla="*/ 347751 w 5734864"/>
              <a:gd name="connsiteY119" fmla="*/ 4716754 h 6858000"/>
              <a:gd name="connsiteX120" fmla="*/ 344125 w 5734864"/>
              <a:gd name="connsiteY120" fmla="*/ 4764669 h 6858000"/>
              <a:gd name="connsiteX121" fmla="*/ 340188 w 5734864"/>
              <a:gd name="connsiteY121" fmla="*/ 4779386 h 6858000"/>
              <a:gd name="connsiteX122" fmla="*/ 335146 w 5734864"/>
              <a:gd name="connsiteY122" fmla="*/ 4787491 h 6858000"/>
              <a:gd name="connsiteX123" fmla="*/ 319124 w 5734864"/>
              <a:gd name="connsiteY123" fmla="*/ 4843514 h 6858000"/>
              <a:gd name="connsiteX124" fmla="*/ 305956 w 5734864"/>
              <a:gd name="connsiteY124" fmla="*/ 4881505 h 6858000"/>
              <a:gd name="connsiteX125" fmla="*/ 301062 w 5734864"/>
              <a:gd name="connsiteY125" fmla="*/ 4889332 h 6858000"/>
              <a:gd name="connsiteX126" fmla="*/ 302141 w 5734864"/>
              <a:gd name="connsiteY126" fmla="*/ 4899400 h 6858000"/>
              <a:gd name="connsiteX127" fmla="*/ 304424 w 5734864"/>
              <a:gd name="connsiteY127" fmla="*/ 4902664 h 6858000"/>
              <a:gd name="connsiteX128" fmla="*/ 293123 w 5734864"/>
              <a:gd name="connsiteY128" fmla="*/ 4932769 h 6858000"/>
              <a:gd name="connsiteX129" fmla="*/ 292275 w 5734864"/>
              <a:gd name="connsiteY129" fmla="*/ 4936482 h 6858000"/>
              <a:gd name="connsiteX130" fmla="*/ 288304 w 5734864"/>
              <a:gd name="connsiteY130" fmla="*/ 4962325 h 6858000"/>
              <a:gd name="connsiteX131" fmla="*/ 287420 w 5734864"/>
              <a:gd name="connsiteY131" fmla="*/ 5042193 h 6858000"/>
              <a:gd name="connsiteX132" fmla="*/ 287020 w 5734864"/>
              <a:gd name="connsiteY132" fmla="*/ 5065655 h 6858000"/>
              <a:gd name="connsiteX133" fmla="*/ 288488 w 5734864"/>
              <a:gd name="connsiteY133" fmla="*/ 5082216 h 6858000"/>
              <a:gd name="connsiteX134" fmla="*/ 282763 w 5734864"/>
              <a:gd name="connsiteY134" fmla="*/ 5127114 h 6858000"/>
              <a:gd name="connsiteX135" fmla="*/ 269316 w 5734864"/>
              <a:gd name="connsiteY135" fmla="*/ 5202682 h 6858000"/>
              <a:gd name="connsiteX136" fmla="*/ 269174 w 5734864"/>
              <a:gd name="connsiteY136" fmla="*/ 5230835 h 6858000"/>
              <a:gd name="connsiteX137" fmla="*/ 272679 w 5734864"/>
              <a:gd name="connsiteY137" fmla="*/ 5232660 h 6858000"/>
              <a:gd name="connsiteX138" fmla="*/ 272160 w 5734864"/>
              <a:gd name="connsiteY138" fmla="*/ 5241150 h 6858000"/>
              <a:gd name="connsiteX139" fmla="*/ 272760 w 5734864"/>
              <a:gd name="connsiteY139" fmla="*/ 5243156 h 6858000"/>
              <a:gd name="connsiteX140" fmla="*/ 275462 w 5734864"/>
              <a:gd name="connsiteY140" fmla="*/ 5254919 h 6858000"/>
              <a:gd name="connsiteX141" fmla="*/ 262897 w 5734864"/>
              <a:gd name="connsiteY141" fmla="*/ 5286259 h 6858000"/>
              <a:gd name="connsiteX142" fmla="*/ 252761 w 5734864"/>
              <a:gd name="connsiteY142" fmla="*/ 5357801 h 6858000"/>
              <a:gd name="connsiteX143" fmla="*/ 242360 w 5734864"/>
              <a:gd name="connsiteY143" fmla="*/ 5460080 h 6858000"/>
              <a:gd name="connsiteX144" fmla="*/ 229880 w 5734864"/>
              <a:gd name="connsiteY144" fmla="*/ 5539714 h 6858000"/>
              <a:gd name="connsiteX145" fmla="*/ 204283 w 5734864"/>
              <a:gd name="connsiteY145" fmla="*/ 5639080 h 6858000"/>
              <a:gd name="connsiteX146" fmla="*/ 198948 w 5734864"/>
              <a:gd name="connsiteY146" fmla="*/ 5710958 h 6858000"/>
              <a:gd name="connsiteX147" fmla="*/ 192367 w 5734864"/>
              <a:gd name="connsiteY147" fmla="*/ 5719859 h 6858000"/>
              <a:gd name="connsiteX148" fmla="*/ 188035 w 5734864"/>
              <a:gd name="connsiteY148" fmla="*/ 5729935 h 6858000"/>
              <a:gd name="connsiteX149" fmla="*/ 188428 w 5734864"/>
              <a:gd name="connsiteY149" fmla="*/ 5731182 h 6858000"/>
              <a:gd name="connsiteX150" fmla="*/ 181635 w 5734864"/>
              <a:gd name="connsiteY150" fmla="*/ 5753538 h 6858000"/>
              <a:gd name="connsiteX151" fmla="*/ 169744 w 5734864"/>
              <a:gd name="connsiteY151" fmla="*/ 5796307 h 6858000"/>
              <a:gd name="connsiteX152" fmla="*/ 170351 w 5734864"/>
              <a:gd name="connsiteY152" fmla="*/ 5796644 h 6858000"/>
              <a:gd name="connsiteX153" fmla="*/ 171559 w 5734864"/>
              <a:gd name="connsiteY153" fmla="*/ 5803435 h 6858000"/>
              <a:gd name="connsiteX154" fmla="*/ 172284 w 5734864"/>
              <a:gd name="connsiteY154" fmla="*/ 5816391 h 6858000"/>
              <a:gd name="connsiteX155" fmla="*/ 182542 w 5734864"/>
              <a:gd name="connsiteY155" fmla="*/ 5846382 h 6858000"/>
              <a:gd name="connsiteX156" fmla="*/ 175877 w 5734864"/>
              <a:gd name="connsiteY156" fmla="*/ 5871336 h 6858000"/>
              <a:gd name="connsiteX157" fmla="*/ 174910 w 5734864"/>
              <a:gd name="connsiteY157" fmla="*/ 5876376 h 6858000"/>
              <a:gd name="connsiteX158" fmla="*/ 175047 w 5734864"/>
              <a:gd name="connsiteY158" fmla="*/ 5876483 h 6858000"/>
              <a:gd name="connsiteX159" fmla="*/ 174335 w 5734864"/>
              <a:gd name="connsiteY159" fmla="*/ 5881814 h 6858000"/>
              <a:gd name="connsiteX160" fmla="*/ 171273 w 5734864"/>
              <a:gd name="connsiteY160" fmla="*/ 5895339 h 6858000"/>
              <a:gd name="connsiteX161" fmla="*/ 171658 w 5734864"/>
              <a:gd name="connsiteY161" fmla="*/ 5898749 h 6858000"/>
              <a:gd name="connsiteX162" fmla="*/ 174658 w 5734864"/>
              <a:gd name="connsiteY162" fmla="*/ 5919558 h 6858000"/>
              <a:gd name="connsiteX163" fmla="*/ 169099 w 5734864"/>
              <a:gd name="connsiteY163" fmla="*/ 5984417 h 6858000"/>
              <a:gd name="connsiteX164" fmla="*/ 162007 w 5734864"/>
              <a:gd name="connsiteY164" fmla="*/ 6049043 h 6858000"/>
              <a:gd name="connsiteX165" fmla="*/ 156875 w 5734864"/>
              <a:gd name="connsiteY165" fmla="*/ 6114000 h 6858000"/>
              <a:gd name="connsiteX166" fmla="*/ 165441 w 5734864"/>
              <a:gd name="connsiteY166" fmla="*/ 6146938 h 6858000"/>
              <a:gd name="connsiteX167" fmla="*/ 165177 w 5734864"/>
              <a:gd name="connsiteY167" fmla="*/ 6150658 h 6858000"/>
              <a:gd name="connsiteX168" fmla="*/ 161772 w 5734864"/>
              <a:gd name="connsiteY168" fmla="*/ 6160011 h 6858000"/>
              <a:gd name="connsiteX169" fmla="*/ 160051 w 5734864"/>
              <a:gd name="connsiteY169" fmla="*/ 6163393 h 6858000"/>
              <a:gd name="connsiteX170" fmla="*/ 158473 w 5734864"/>
              <a:gd name="connsiteY170" fmla="*/ 6168628 h 6858000"/>
              <a:gd name="connsiteX171" fmla="*/ 158573 w 5734864"/>
              <a:gd name="connsiteY171" fmla="*/ 6168799 h 6858000"/>
              <a:gd name="connsiteX172" fmla="*/ 146463 w 5734864"/>
              <a:gd name="connsiteY172" fmla="*/ 6196671 h 6858000"/>
              <a:gd name="connsiteX173" fmla="*/ 150209 w 5734864"/>
              <a:gd name="connsiteY173" fmla="*/ 6232365 h 6858000"/>
              <a:gd name="connsiteX174" fmla="*/ 148544 w 5734864"/>
              <a:gd name="connsiteY174" fmla="*/ 6246162 h 6858000"/>
              <a:gd name="connsiteX175" fmla="*/ 148403 w 5734864"/>
              <a:gd name="connsiteY175" fmla="*/ 6253754 h 6858000"/>
              <a:gd name="connsiteX176" fmla="*/ 138880 w 5734864"/>
              <a:gd name="connsiteY176" fmla="*/ 6276449 h 6858000"/>
              <a:gd name="connsiteX177" fmla="*/ 138683 w 5734864"/>
              <a:gd name="connsiteY177" fmla="*/ 6279721 h 6858000"/>
              <a:gd name="connsiteX178" fmla="*/ 130721 w 5734864"/>
              <a:gd name="connsiteY178" fmla="*/ 6293675 h 6858000"/>
              <a:gd name="connsiteX179" fmla="*/ 120717 w 5734864"/>
              <a:gd name="connsiteY179" fmla="*/ 6313967 h 6858000"/>
              <a:gd name="connsiteX180" fmla="*/ 120841 w 5734864"/>
              <a:gd name="connsiteY180" fmla="*/ 6315437 h 6858000"/>
              <a:gd name="connsiteX181" fmla="*/ 115208 w 5734864"/>
              <a:gd name="connsiteY181" fmla="*/ 6324024 h 6858000"/>
              <a:gd name="connsiteX182" fmla="*/ 101217 w 5734864"/>
              <a:gd name="connsiteY182" fmla="*/ 6365923 h 6858000"/>
              <a:gd name="connsiteX183" fmla="*/ 74946 w 5734864"/>
              <a:gd name="connsiteY183" fmla="*/ 6556817 h 6858000"/>
              <a:gd name="connsiteX184" fmla="*/ 16001 w 5734864"/>
              <a:gd name="connsiteY184" fmla="*/ 6808678 h 6858000"/>
              <a:gd name="connsiteX185" fmla="*/ 0 w 5734864"/>
              <a:gd name="connsiteY185" fmla="*/ 6858000 h 6858000"/>
              <a:gd name="connsiteX186" fmla="*/ 5734864 w 5734864"/>
              <a:gd name="connsiteY186" fmla="*/ 6858000 h 6858000"/>
              <a:gd name="connsiteX187" fmla="*/ 5734864 w 5734864"/>
              <a:gd name="connsiteY18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5734864" h="6858000">
                <a:moveTo>
                  <a:pt x="5734864" y="0"/>
                </a:moveTo>
                <a:lnTo>
                  <a:pt x="771611" y="0"/>
                </a:lnTo>
                <a:cubicBezTo>
                  <a:pt x="771634" y="16369"/>
                  <a:pt x="771656" y="32739"/>
                  <a:pt x="771679" y="49108"/>
                </a:cubicBezTo>
                <a:cubicBezTo>
                  <a:pt x="775201" y="55622"/>
                  <a:pt x="788724" y="196721"/>
                  <a:pt x="794248" y="200968"/>
                </a:cubicBezTo>
                <a:lnTo>
                  <a:pt x="801749" y="414071"/>
                </a:lnTo>
                <a:cubicBezTo>
                  <a:pt x="807329" y="440933"/>
                  <a:pt x="835107" y="598697"/>
                  <a:pt x="818548" y="585467"/>
                </a:cubicBezTo>
                <a:cubicBezTo>
                  <a:pt x="856197" y="664140"/>
                  <a:pt x="837895" y="708473"/>
                  <a:pt x="857476" y="800623"/>
                </a:cubicBezTo>
                <a:cubicBezTo>
                  <a:pt x="822401" y="857344"/>
                  <a:pt x="855723" y="824571"/>
                  <a:pt x="851083" y="878903"/>
                </a:cubicBezTo>
                <a:cubicBezTo>
                  <a:pt x="884811" y="859448"/>
                  <a:pt x="834648" y="946397"/>
                  <a:pt x="873564" y="943826"/>
                </a:cubicBezTo>
                <a:cubicBezTo>
                  <a:pt x="871487" y="953795"/>
                  <a:pt x="868248" y="963533"/>
                  <a:pt x="864705" y="973328"/>
                </a:cubicBezTo>
                <a:lnTo>
                  <a:pt x="862869" y="978457"/>
                </a:lnTo>
                <a:lnTo>
                  <a:pt x="862233" y="998041"/>
                </a:lnTo>
                <a:lnTo>
                  <a:pt x="853665" y="1004750"/>
                </a:lnTo>
                <a:lnTo>
                  <a:pt x="847865" y="1070795"/>
                </a:lnTo>
                <a:cubicBezTo>
                  <a:pt x="870234" y="1110486"/>
                  <a:pt x="833172" y="1190441"/>
                  <a:pt x="862786" y="1238994"/>
                </a:cubicBezTo>
                <a:cubicBezTo>
                  <a:pt x="864699" y="1290599"/>
                  <a:pt x="860615" y="1347716"/>
                  <a:pt x="859345" y="1380427"/>
                </a:cubicBezTo>
                <a:cubicBezTo>
                  <a:pt x="845703" y="1396391"/>
                  <a:pt x="873184" y="1435525"/>
                  <a:pt x="855172" y="1435262"/>
                </a:cubicBezTo>
                <a:lnTo>
                  <a:pt x="860494" y="1453861"/>
                </a:lnTo>
                <a:lnTo>
                  <a:pt x="853731" y="1467047"/>
                </a:lnTo>
                <a:cubicBezTo>
                  <a:pt x="846549" y="1480528"/>
                  <a:pt x="841728" y="1491093"/>
                  <a:pt x="845847" y="1502307"/>
                </a:cubicBezTo>
                <a:lnTo>
                  <a:pt x="817613" y="1565166"/>
                </a:lnTo>
                <a:cubicBezTo>
                  <a:pt x="805468" y="1557258"/>
                  <a:pt x="816534" y="1596564"/>
                  <a:pt x="804223" y="1601941"/>
                </a:cubicBezTo>
                <a:cubicBezTo>
                  <a:pt x="794287" y="1604654"/>
                  <a:pt x="795328" y="1617209"/>
                  <a:pt x="791773" y="1627005"/>
                </a:cubicBezTo>
                <a:cubicBezTo>
                  <a:pt x="781684" y="1634393"/>
                  <a:pt x="772978" y="1683187"/>
                  <a:pt x="774645" y="1699922"/>
                </a:cubicBezTo>
                <a:cubicBezTo>
                  <a:pt x="785341" y="1746767"/>
                  <a:pt x="744845" y="1787099"/>
                  <a:pt x="752343" y="1824604"/>
                </a:cubicBezTo>
                <a:cubicBezTo>
                  <a:pt x="751502" y="1834578"/>
                  <a:pt x="749297" y="1842929"/>
                  <a:pt x="746254" y="1850222"/>
                </a:cubicBezTo>
                <a:lnTo>
                  <a:pt x="728600" y="1869603"/>
                </a:lnTo>
                <a:lnTo>
                  <a:pt x="724396" y="1883104"/>
                </a:lnTo>
                <a:lnTo>
                  <a:pt x="722165" y="1885924"/>
                </a:lnTo>
                <a:lnTo>
                  <a:pt x="721338" y="1887123"/>
                </a:lnTo>
                <a:lnTo>
                  <a:pt x="714840" y="1902274"/>
                </a:lnTo>
                <a:lnTo>
                  <a:pt x="722847" y="1929891"/>
                </a:lnTo>
                <a:lnTo>
                  <a:pt x="714660" y="1982709"/>
                </a:lnTo>
                <a:cubicBezTo>
                  <a:pt x="727725" y="2006201"/>
                  <a:pt x="714739" y="1997091"/>
                  <a:pt x="710759" y="2013010"/>
                </a:cubicBezTo>
                <a:cubicBezTo>
                  <a:pt x="707970" y="2027531"/>
                  <a:pt x="700788" y="2054714"/>
                  <a:pt x="697927" y="2069833"/>
                </a:cubicBezTo>
                <a:cubicBezTo>
                  <a:pt x="685211" y="2080229"/>
                  <a:pt x="698762" y="2088241"/>
                  <a:pt x="693594" y="2103731"/>
                </a:cubicBezTo>
                <a:cubicBezTo>
                  <a:pt x="688481" y="2110649"/>
                  <a:pt x="687183" y="2115973"/>
                  <a:pt x="691109" y="2124027"/>
                </a:cubicBezTo>
                <a:cubicBezTo>
                  <a:pt x="666413" y="2155740"/>
                  <a:pt x="688031" y="2144874"/>
                  <a:pt x="676593" y="2176182"/>
                </a:cubicBezTo>
                <a:cubicBezTo>
                  <a:pt x="665190" y="2202944"/>
                  <a:pt x="656416" y="2233857"/>
                  <a:pt x="633227" y="2258036"/>
                </a:cubicBezTo>
                <a:cubicBezTo>
                  <a:pt x="626930" y="2262191"/>
                  <a:pt x="623498" y="2274069"/>
                  <a:pt x="625564" y="2284567"/>
                </a:cubicBezTo>
                <a:cubicBezTo>
                  <a:pt x="625918" y="2286374"/>
                  <a:pt x="626427" y="2288071"/>
                  <a:pt x="627074" y="2289605"/>
                </a:cubicBezTo>
                <a:cubicBezTo>
                  <a:pt x="619029" y="2296628"/>
                  <a:pt x="616453" y="2303188"/>
                  <a:pt x="614574" y="2308717"/>
                </a:cubicBezTo>
                <a:lnTo>
                  <a:pt x="606890" y="2320662"/>
                </a:lnTo>
                <a:lnTo>
                  <a:pt x="605558" y="2327897"/>
                </a:lnTo>
                <a:lnTo>
                  <a:pt x="602202" y="2357749"/>
                </a:lnTo>
                <a:lnTo>
                  <a:pt x="600213" y="2364905"/>
                </a:lnTo>
                <a:lnTo>
                  <a:pt x="597160" y="2388351"/>
                </a:lnTo>
                <a:lnTo>
                  <a:pt x="597982" y="2402296"/>
                </a:lnTo>
                <a:lnTo>
                  <a:pt x="593150" y="2420015"/>
                </a:lnTo>
                <a:cubicBezTo>
                  <a:pt x="593044" y="2420926"/>
                  <a:pt x="592939" y="2421838"/>
                  <a:pt x="592833" y="2422749"/>
                </a:cubicBezTo>
                <a:lnTo>
                  <a:pt x="594479" y="2426002"/>
                </a:lnTo>
                <a:cubicBezTo>
                  <a:pt x="594168" y="2427683"/>
                  <a:pt x="593118" y="2429721"/>
                  <a:pt x="591963" y="2431950"/>
                </a:cubicBezTo>
                <a:cubicBezTo>
                  <a:pt x="591823" y="2432599"/>
                  <a:pt x="591684" y="2433248"/>
                  <a:pt x="591544" y="2433897"/>
                </a:cubicBezTo>
                <a:lnTo>
                  <a:pt x="589519" y="2451398"/>
                </a:lnTo>
                <a:cubicBezTo>
                  <a:pt x="589692" y="2452777"/>
                  <a:pt x="589864" y="2454157"/>
                  <a:pt x="590037" y="2455536"/>
                </a:cubicBezTo>
                <a:lnTo>
                  <a:pt x="588179" y="2462981"/>
                </a:lnTo>
                <a:lnTo>
                  <a:pt x="583434" y="2503991"/>
                </a:lnTo>
                <a:cubicBezTo>
                  <a:pt x="576530" y="2566058"/>
                  <a:pt x="570433" y="2625224"/>
                  <a:pt x="567942" y="2652936"/>
                </a:cubicBezTo>
                <a:cubicBezTo>
                  <a:pt x="570864" y="2658290"/>
                  <a:pt x="572739" y="2664095"/>
                  <a:pt x="573869" y="2670188"/>
                </a:cubicBezTo>
                <a:lnTo>
                  <a:pt x="575243" y="2688114"/>
                </a:lnTo>
                <a:lnTo>
                  <a:pt x="573824" y="2689856"/>
                </a:lnTo>
                <a:cubicBezTo>
                  <a:pt x="569972" y="2698471"/>
                  <a:pt x="569572" y="2704494"/>
                  <a:pt x="570699" y="2709353"/>
                </a:cubicBezTo>
                <a:lnTo>
                  <a:pt x="573192" y="2714527"/>
                </a:lnTo>
                <a:cubicBezTo>
                  <a:pt x="572809" y="2719080"/>
                  <a:pt x="572427" y="2723634"/>
                  <a:pt x="572044" y="2728187"/>
                </a:cubicBezTo>
                <a:cubicBezTo>
                  <a:pt x="572184" y="2737412"/>
                  <a:pt x="572325" y="2746638"/>
                  <a:pt x="572465" y="2755863"/>
                </a:cubicBezTo>
                <a:lnTo>
                  <a:pt x="570028" y="2760324"/>
                </a:lnTo>
                <a:lnTo>
                  <a:pt x="566748" y="2800948"/>
                </a:lnTo>
                <a:lnTo>
                  <a:pt x="565509" y="2801167"/>
                </a:lnTo>
                <a:cubicBezTo>
                  <a:pt x="562655" y="2802587"/>
                  <a:pt x="560408" y="2805381"/>
                  <a:pt x="559367" y="2811129"/>
                </a:cubicBezTo>
                <a:cubicBezTo>
                  <a:pt x="543471" y="2797318"/>
                  <a:pt x="552020" y="2812773"/>
                  <a:pt x="550354" y="2830949"/>
                </a:cubicBezTo>
                <a:cubicBezTo>
                  <a:pt x="525292" y="2813553"/>
                  <a:pt x="531129" y="2868192"/>
                  <a:pt x="514795" y="2872433"/>
                </a:cubicBezTo>
                <a:lnTo>
                  <a:pt x="509875" y="2923099"/>
                </a:lnTo>
                <a:lnTo>
                  <a:pt x="509577" y="2923197"/>
                </a:lnTo>
                <a:cubicBezTo>
                  <a:pt x="508704" y="2924865"/>
                  <a:pt x="508038" y="2927556"/>
                  <a:pt x="507597" y="2931868"/>
                </a:cubicBezTo>
                <a:cubicBezTo>
                  <a:pt x="507524" y="2934019"/>
                  <a:pt x="507452" y="2936171"/>
                  <a:pt x="507379" y="2938322"/>
                </a:cubicBezTo>
                <a:lnTo>
                  <a:pt x="504725" y="2954519"/>
                </a:lnTo>
                <a:lnTo>
                  <a:pt x="502018" y="2959643"/>
                </a:lnTo>
                <a:lnTo>
                  <a:pt x="498360" y="2961019"/>
                </a:lnTo>
                <a:lnTo>
                  <a:pt x="498483" y="2962590"/>
                </a:lnTo>
                <a:cubicBezTo>
                  <a:pt x="502388" y="2975027"/>
                  <a:pt x="510202" y="2980016"/>
                  <a:pt x="484403" y="2990538"/>
                </a:cubicBezTo>
                <a:cubicBezTo>
                  <a:pt x="489425" y="3018352"/>
                  <a:pt x="474337" y="3021029"/>
                  <a:pt x="463075" y="3055956"/>
                </a:cubicBezTo>
                <a:cubicBezTo>
                  <a:pt x="469487" y="3072485"/>
                  <a:pt x="464165" y="3083955"/>
                  <a:pt x="455013" y="3094482"/>
                </a:cubicBezTo>
                <a:cubicBezTo>
                  <a:pt x="453131" y="3130054"/>
                  <a:pt x="437643" y="3160106"/>
                  <a:pt x="428391" y="3198850"/>
                </a:cubicBezTo>
                <a:lnTo>
                  <a:pt x="401440" y="3307560"/>
                </a:lnTo>
                <a:lnTo>
                  <a:pt x="386076" y="3373943"/>
                </a:lnTo>
                <a:cubicBezTo>
                  <a:pt x="386236" y="3376061"/>
                  <a:pt x="380537" y="3378856"/>
                  <a:pt x="374726" y="3381364"/>
                </a:cubicBezTo>
                <a:lnTo>
                  <a:pt x="369145" y="3383729"/>
                </a:lnTo>
                <a:lnTo>
                  <a:pt x="364294" y="3414159"/>
                </a:lnTo>
                <a:lnTo>
                  <a:pt x="366450" y="3436925"/>
                </a:lnTo>
                <a:lnTo>
                  <a:pt x="351743" y="3521619"/>
                </a:lnTo>
                <a:lnTo>
                  <a:pt x="345784" y="3603757"/>
                </a:lnTo>
                <a:cubicBezTo>
                  <a:pt x="345255" y="3619979"/>
                  <a:pt x="344727" y="3636202"/>
                  <a:pt x="344198" y="3652424"/>
                </a:cubicBezTo>
                <a:lnTo>
                  <a:pt x="352450" y="3665222"/>
                </a:lnTo>
                <a:lnTo>
                  <a:pt x="342621" y="3700804"/>
                </a:lnTo>
                <a:lnTo>
                  <a:pt x="341514" y="3734774"/>
                </a:lnTo>
                <a:cubicBezTo>
                  <a:pt x="341212" y="3751567"/>
                  <a:pt x="340909" y="3768360"/>
                  <a:pt x="340607" y="3785153"/>
                </a:cubicBezTo>
                <a:cubicBezTo>
                  <a:pt x="340640" y="3786161"/>
                  <a:pt x="340674" y="3787169"/>
                  <a:pt x="340707" y="3788177"/>
                </a:cubicBezTo>
                <a:cubicBezTo>
                  <a:pt x="340592" y="3791719"/>
                  <a:pt x="340476" y="3795261"/>
                  <a:pt x="340361" y="3798803"/>
                </a:cubicBezTo>
                <a:cubicBezTo>
                  <a:pt x="340121" y="3812119"/>
                  <a:pt x="339882" y="3825434"/>
                  <a:pt x="339642" y="3838750"/>
                </a:cubicBezTo>
                <a:cubicBezTo>
                  <a:pt x="337363" y="3949044"/>
                  <a:pt x="361794" y="3960437"/>
                  <a:pt x="360295" y="4015196"/>
                </a:cubicBezTo>
                <a:lnTo>
                  <a:pt x="339043" y="4052778"/>
                </a:lnTo>
                <a:lnTo>
                  <a:pt x="339343" y="4096257"/>
                </a:lnTo>
                <a:cubicBezTo>
                  <a:pt x="362058" y="4159145"/>
                  <a:pt x="332404" y="4250479"/>
                  <a:pt x="340786" y="4321136"/>
                </a:cubicBezTo>
                <a:cubicBezTo>
                  <a:pt x="341421" y="4376624"/>
                  <a:pt x="344189" y="4407708"/>
                  <a:pt x="343158" y="4429174"/>
                </a:cubicBezTo>
                <a:cubicBezTo>
                  <a:pt x="340948" y="4436304"/>
                  <a:pt x="337887" y="4443121"/>
                  <a:pt x="334599" y="4449938"/>
                </a:cubicBezTo>
                <a:lnTo>
                  <a:pt x="332890" y="4453515"/>
                </a:lnTo>
                <a:lnTo>
                  <a:pt x="331105" y="4467941"/>
                </a:lnTo>
                <a:lnTo>
                  <a:pt x="324289" y="4471861"/>
                </a:lnTo>
                <a:lnTo>
                  <a:pt x="317079" y="4493468"/>
                </a:lnTo>
                <a:cubicBezTo>
                  <a:pt x="315353" y="4501584"/>
                  <a:pt x="314639" y="4510343"/>
                  <a:pt x="315557" y="4520067"/>
                </a:cubicBezTo>
                <a:cubicBezTo>
                  <a:pt x="315451" y="4525669"/>
                  <a:pt x="315346" y="4531270"/>
                  <a:pt x="315240" y="4536872"/>
                </a:cubicBezTo>
                <a:lnTo>
                  <a:pt x="316200" y="4538297"/>
                </a:lnTo>
                <a:cubicBezTo>
                  <a:pt x="316738" y="4541182"/>
                  <a:pt x="316785" y="4544563"/>
                  <a:pt x="317507" y="4547582"/>
                </a:cubicBezTo>
                <a:cubicBezTo>
                  <a:pt x="322716" y="4552468"/>
                  <a:pt x="324912" y="4582137"/>
                  <a:pt x="323078" y="4592102"/>
                </a:cubicBezTo>
                <a:cubicBezTo>
                  <a:pt x="314597" y="4619728"/>
                  <a:pt x="334923" y="4645745"/>
                  <a:pt x="328722" y="4667914"/>
                </a:cubicBezTo>
                <a:cubicBezTo>
                  <a:pt x="330810" y="4685069"/>
                  <a:pt x="333803" y="4690356"/>
                  <a:pt x="335597" y="4695035"/>
                </a:cubicBezTo>
                <a:lnTo>
                  <a:pt x="339485" y="4695979"/>
                </a:lnTo>
                <a:lnTo>
                  <a:pt x="341089" y="4704268"/>
                </a:lnTo>
                <a:lnTo>
                  <a:pt x="342177" y="4706060"/>
                </a:lnTo>
                <a:cubicBezTo>
                  <a:pt x="344268" y="4709474"/>
                  <a:pt x="346234" y="4712931"/>
                  <a:pt x="347751" y="4716754"/>
                </a:cubicBezTo>
                <a:lnTo>
                  <a:pt x="344125" y="4764669"/>
                </a:lnTo>
                <a:lnTo>
                  <a:pt x="340188" y="4779386"/>
                </a:lnTo>
                <a:lnTo>
                  <a:pt x="335146" y="4787491"/>
                </a:lnTo>
                <a:lnTo>
                  <a:pt x="319124" y="4843514"/>
                </a:lnTo>
                <a:lnTo>
                  <a:pt x="305956" y="4881505"/>
                </a:lnTo>
                <a:lnTo>
                  <a:pt x="301062" y="4889332"/>
                </a:lnTo>
                <a:lnTo>
                  <a:pt x="302141" y="4899400"/>
                </a:lnTo>
                <a:cubicBezTo>
                  <a:pt x="302767" y="4900706"/>
                  <a:pt x="303536" y="4901803"/>
                  <a:pt x="304424" y="4902664"/>
                </a:cubicBezTo>
                <a:lnTo>
                  <a:pt x="293123" y="4932769"/>
                </a:lnTo>
                <a:lnTo>
                  <a:pt x="292275" y="4936482"/>
                </a:lnTo>
                <a:lnTo>
                  <a:pt x="288304" y="4962325"/>
                </a:lnTo>
                <a:cubicBezTo>
                  <a:pt x="288009" y="4988948"/>
                  <a:pt x="287715" y="5015570"/>
                  <a:pt x="287420" y="5042193"/>
                </a:cubicBezTo>
                <a:cubicBezTo>
                  <a:pt x="295373" y="5039737"/>
                  <a:pt x="281659" y="5060438"/>
                  <a:pt x="287020" y="5065655"/>
                </a:cubicBezTo>
                <a:cubicBezTo>
                  <a:pt x="291675" y="5068928"/>
                  <a:pt x="288601" y="5075970"/>
                  <a:pt x="288488" y="5082216"/>
                </a:cubicBezTo>
                <a:cubicBezTo>
                  <a:pt x="292282" y="5088207"/>
                  <a:pt x="287008" y="5117775"/>
                  <a:pt x="282763" y="5127114"/>
                </a:cubicBezTo>
                <a:cubicBezTo>
                  <a:pt x="267723" y="5152218"/>
                  <a:pt x="280799" y="5182399"/>
                  <a:pt x="269316" y="5202682"/>
                </a:cubicBezTo>
                <a:cubicBezTo>
                  <a:pt x="267050" y="5219969"/>
                  <a:pt x="268614" y="5225841"/>
                  <a:pt x="269174" y="5230835"/>
                </a:cubicBezTo>
                <a:lnTo>
                  <a:pt x="272679" y="5232660"/>
                </a:lnTo>
                <a:lnTo>
                  <a:pt x="272160" y="5241150"/>
                </a:lnTo>
                <a:lnTo>
                  <a:pt x="272760" y="5243156"/>
                </a:lnTo>
                <a:cubicBezTo>
                  <a:pt x="273922" y="5246984"/>
                  <a:pt x="274952" y="5250824"/>
                  <a:pt x="275462" y="5254919"/>
                </a:cubicBezTo>
                <a:cubicBezTo>
                  <a:pt x="258407" y="5258851"/>
                  <a:pt x="276976" y="5290392"/>
                  <a:pt x="262897" y="5286259"/>
                </a:cubicBezTo>
                <a:cubicBezTo>
                  <a:pt x="262724" y="5309439"/>
                  <a:pt x="239612" y="5337531"/>
                  <a:pt x="252761" y="5357801"/>
                </a:cubicBezTo>
                <a:cubicBezTo>
                  <a:pt x="248775" y="5392256"/>
                  <a:pt x="247799" y="5423412"/>
                  <a:pt x="242360" y="5460080"/>
                </a:cubicBezTo>
                <a:cubicBezTo>
                  <a:pt x="232632" y="5488478"/>
                  <a:pt x="242025" y="5519143"/>
                  <a:pt x="229880" y="5539714"/>
                </a:cubicBezTo>
                <a:cubicBezTo>
                  <a:pt x="230558" y="5572454"/>
                  <a:pt x="222150" y="5613340"/>
                  <a:pt x="204283" y="5639080"/>
                </a:cubicBezTo>
                <a:cubicBezTo>
                  <a:pt x="201596" y="5674226"/>
                  <a:pt x="191051" y="5680198"/>
                  <a:pt x="198948" y="5710958"/>
                </a:cubicBezTo>
                <a:cubicBezTo>
                  <a:pt x="196338" y="5713534"/>
                  <a:pt x="194185" y="5716550"/>
                  <a:pt x="192367" y="5719859"/>
                </a:cubicBezTo>
                <a:lnTo>
                  <a:pt x="188035" y="5729935"/>
                </a:lnTo>
                <a:lnTo>
                  <a:pt x="188428" y="5731182"/>
                </a:lnTo>
                <a:lnTo>
                  <a:pt x="181635" y="5753538"/>
                </a:lnTo>
                <a:lnTo>
                  <a:pt x="169744" y="5796307"/>
                </a:lnTo>
                <a:lnTo>
                  <a:pt x="170351" y="5796644"/>
                </a:lnTo>
                <a:cubicBezTo>
                  <a:pt x="171558" y="5797954"/>
                  <a:pt x="172173" y="5799948"/>
                  <a:pt x="171559" y="5803435"/>
                </a:cubicBezTo>
                <a:cubicBezTo>
                  <a:pt x="182664" y="5798231"/>
                  <a:pt x="175075" y="5805646"/>
                  <a:pt x="172284" y="5816391"/>
                </a:cubicBezTo>
                <a:cubicBezTo>
                  <a:pt x="188911" y="5810703"/>
                  <a:pt x="174844" y="5841128"/>
                  <a:pt x="182542" y="5846382"/>
                </a:cubicBezTo>
                <a:cubicBezTo>
                  <a:pt x="180118" y="5854404"/>
                  <a:pt x="177856" y="5862781"/>
                  <a:pt x="175877" y="5871336"/>
                </a:cubicBezTo>
                <a:lnTo>
                  <a:pt x="174910" y="5876376"/>
                </a:lnTo>
                <a:lnTo>
                  <a:pt x="175047" y="5876483"/>
                </a:lnTo>
                <a:cubicBezTo>
                  <a:pt x="175167" y="5877594"/>
                  <a:pt x="174973" y="5879257"/>
                  <a:pt x="174335" y="5881814"/>
                </a:cubicBezTo>
                <a:lnTo>
                  <a:pt x="171273" y="5895339"/>
                </a:lnTo>
                <a:cubicBezTo>
                  <a:pt x="171401" y="5896476"/>
                  <a:pt x="171530" y="5897612"/>
                  <a:pt x="171658" y="5898749"/>
                </a:cubicBezTo>
                <a:lnTo>
                  <a:pt x="174658" y="5919558"/>
                </a:lnTo>
                <a:cubicBezTo>
                  <a:pt x="173958" y="5933601"/>
                  <a:pt x="171208" y="5962838"/>
                  <a:pt x="169099" y="5984417"/>
                </a:cubicBezTo>
                <a:cubicBezTo>
                  <a:pt x="162916" y="6005205"/>
                  <a:pt x="164971" y="6025162"/>
                  <a:pt x="162007" y="6049043"/>
                </a:cubicBezTo>
                <a:cubicBezTo>
                  <a:pt x="150795" y="6073830"/>
                  <a:pt x="160091" y="6088483"/>
                  <a:pt x="156875" y="6114000"/>
                </a:cubicBezTo>
                <a:cubicBezTo>
                  <a:pt x="141597" y="6134477"/>
                  <a:pt x="163381" y="6133378"/>
                  <a:pt x="165441" y="6146938"/>
                </a:cubicBezTo>
                <a:lnTo>
                  <a:pt x="165177" y="6150658"/>
                </a:lnTo>
                <a:lnTo>
                  <a:pt x="161772" y="6160011"/>
                </a:lnTo>
                <a:lnTo>
                  <a:pt x="160051" y="6163393"/>
                </a:lnTo>
                <a:cubicBezTo>
                  <a:pt x="159032" y="6165775"/>
                  <a:pt x="158564" y="6167421"/>
                  <a:pt x="158473" y="6168628"/>
                </a:cubicBezTo>
                <a:cubicBezTo>
                  <a:pt x="158506" y="6168685"/>
                  <a:pt x="158540" y="6168742"/>
                  <a:pt x="158573" y="6168799"/>
                </a:cubicBezTo>
                <a:lnTo>
                  <a:pt x="146463" y="6196671"/>
                </a:lnTo>
                <a:cubicBezTo>
                  <a:pt x="152348" y="6205503"/>
                  <a:pt x="134460" y="6231012"/>
                  <a:pt x="150209" y="6232365"/>
                </a:cubicBezTo>
                <a:cubicBezTo>
                  <a:pt x="145821" y="6242321"/>
                  <a:pt x="137774" y="6246719"/>
                  <a:pt x="148544" y="6246162"/>
                </a:cubicBezTo>
                <a:cubicBezTo>
                  <a:pt x="147378" y="6249522"/>
                  <a:pt x="147566" y="6251866"/>
                  <a:pt x="148403" y="6253754"/>
                </a:cubicBezTo>
                <a:lnTo>
                  <a:pt x="138880" y="6276449"/>
                </a:lnTo>
                <a:cubicBezTo>
                  <a:pt x="138814" y="6277540"/>
                  <a:pt x="138749" y="6278630"/>
                  <a:pt x="138683" y="6279721"/>
                </a:cubicBezTo>
                <a:lnTo>
                  <a:pt x="130721" y="6293675"/>
                </a:lnTo>
                <a:lnTo>
                  <a:pt x="120717" y="6313967"/>
                </a:lnTo>
                <a:cubicBezTo>
                  <a:pt x="120758" y="6314457"/>
                  <a:pt x="120800" y="6314947"/>
                  <a:pt x="120841" y="6315437"/>
                </a:cubicBezTo>
                <a:lnTo>
                  <a:pt x="115208" y="6324024"/>
                </a:lnTo>
                <a:cubicBezTo>
                  <a:pt x="113007" y="6326672"/>
                  <a:pt x="103991" y="6364381"/>
                  <a:pt x="101217" y="6365923"/>
                </a:cubicBezTo>
                <a:lnTo>
                  <a:pt x="74946" y="6556817"/>
                </a:lnTo>
                <a:cubicBezTo>
                  <a:pt x="55357" y="6665926"/>
                  <a:pt x="35695" y="6744075"/>
                  <a:pt x="16001" y="6808678"/>
                </a:cubicBezTo>
                <a:lnTo>
                  <a:pt x="0" y="6858000"/>
                </a:lnTo>
                <a:lnTo>
                  <a:pt x="5734864" y="6858000"/>
                </a:lnTo>
                <a:lnTo>
                  <a:pt x="5734864"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3D6CD4B-2F81-F562-F71C-026AD292B7F7}"/>
              </a:ext>
            </a:extLst>
          </p:cNvPr>
          <p:cNvSpPr>
            <a:spLocks noGrp="1"/>
          </p:cNvSpPr>
          <p:nvPr>
            <p:ph type="title"/>
          </p:nvPr>
        </p:nvSpPr>
        <p:spPr>
          <a:xfrm>
            <a:off x="773408" y="992094"/>
            <a:ext cx="3616913" cy="2795160"/>
          </a:xfrm>
        </p:spPr>
        <p:txBody>
          <a:bodyPr vert="horz" lIns="91440" tIns="45720" rIns="91440" bIns="45720" rtlCol="0" anchor="b">
            <a:normAutofit/>
          </a:bodyPr>
          <a:lstStyle/>
          <a:p>
            <a:pPr algn="ctr"/>
            <a:r>
              <a:rPr lang="en-US" kern="1200">
                <a:solidFill>
                  <a:schemeClr val="tx1"/>
                </a:solidFill>
                <a:latin typeface="+mj-lt"/>
                <a:ea typeface="+mj-ea"/>
                <a:cs typeface="+mj-cs"/>
              </a:rPr>
              <a:t>DllMain Issue</a:t>
            </a:r>
          </a:p>
        </p:txBody>
      </p:sp>
      <p:pic>
        <p:nvPicPr>
          <p:cNvPr id="7" name="Content Placeholder 6">
            <a:extLst>
              <a:ext uri="{FF2B5EF4-FFF2-40B4-BE49-F238E27FC236}">
                <a16:creationId xmlns:a16="http://schemas.microsoft.com/office/drawing/2014/main" id="{207B47AD-3DE9-C910-1712-522E5B968FAA}"/>
              </a:ext>
            </a:extLst>
          </p:cNvPr>
          <p:cNvPicPr>
            <a:picLocks noGrp="1" noChangeAspect="1"/>
          </p:cNvPicPr>
          <p:nvPr>
            <p:ph idx="1"/>
          </p:nvPr>
        </p:nvPicPr>
        <p:blipFill>
          <a:blip r:embed="rId2"/>
          <a:stretch>
            <a:fillRect/>
          </a:stretch>
        </p:blipFill>
        <p:spPr>
          <a:xfrm>
            <a:off x="5895751" y="702404"/>
            <a:ext cx="5708649" cy="5423216"/>
          </a:xfrm>
          <a:prstGeom prst="rect">
            <a:avLst/>
          </a:prstGeom>
        </p:spPr>
      </p:pic>
    </p:spTree>
    <p:extLst>
      <p:ext uri="{BB962C8B-B14F-4D97-AF65-F5344CB8AC3E}">
        <p14:creationId xmlns:p14="http://schemas.microsoft.com/office/powerpoint/2010/main" val="101953759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C187A43-CC1C-CB67-2F41-A3F9CB9C09DD}"/>
            </a:ext>
          </a:extLst>
        </p:cNvPr>
        <p:cNvGrpSpPr/>
        <p:nvPr/>
      </p:nvGrpSpPr>
      <p:grpSpPr>
        <a:xfrm>
          <a:off x="0" y="0"/>
          <a:ext cx="0" cy="0"/>
          <a:chOff x="0" y="0"/>
          <a:chExt cx="0" cy="0"/>
        </a:xfrm>
      </p:grpSpPr>
      <p:sp useBgFill="1">
        <p:nvSpPr>
          <p:cNvPr id="29" name="Rectangle 28">
            <a:extLst>
              <a:ext uri="{FF2B5EF4-FFF2-40B4-BE49-F238E27FC236}">
                <a16:creationId xmlns:a16="http://schemas.microsoft.com/office/drawing/2014/main" id="{3C54F4CE-85F0-46ED-80DA-9518C9251AD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DADD1FCA-8ACB-4958-81DD-4CDD6D3E19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5802086" cy="6858000"/>
          </a:xfrm>
          <a:custGeom>
            <a:avLst/>
            <a:gdLst>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6695 w 5734864"/>
              <a:gd name="connsiteY13" fmla="*/ 1035077 h 6858000"/>
              <a:gd name="connsiteX14" fmla="*/ 847865 w 5734864"/>
              <a:gd name="connsiteY14" fmla="*/ 1070795 h 6858000"/>
              <a:gd name="connsiteX15" fmla="*/ 862786 w 5734864"/>
              <a:gd name="connsiteY15" fmla="*/ 1238994 h 6858000"/>
              <a:gd name="connsiteX16" fmla="*/ 859345 w 5734864"/>
              <a:gd name="connsiteY16" fmla="*/ 1380427 h 6858000"/>
              <a:gd name="connsiteX17" fmla="*/ 855172 w 5734864"/>
              <a:gd name="connsiteY17" fmla="*/ 1435262 h 6858000"/>
              <a:gd name="connsiteX18" fmla="*/ 860494 w 5734864"/>
              <a:gd name="connsiteY18" fmla="*/ 1453861 h 6858000"/>
              <a:gd name="connsiteX19" fmla="*/ 853731 w 5734864"/>
              <a:gd name="connsiteY19" fmla="*/ 1467047 h 6858000"/>
              <a:gd name="connsiteX20" fmla="*/ 845847 w 5734864"/>
              <a:gd name="connsiteY20" fmla="*/ 1502307 h 6858000"/>
              <a:gd name="connsiteX21" fmla="*/ 817613 w 5734864"/>
              <a:gd name="connsiteY21" fmla="*/ 1565166 h 6858000"/>
              <a:gd name="connsiteX22" fmla="*/ 804223 w 5734864"/>
              <a:gd name="connsiteY22" fmla="*/ 1601941 h 6858000"/>
              <a:gd name="connsiteX23" fmla="*/ 791773 w 5734864"/>
              <a:gd name="connsiteY23" fmla="*/ 1627005 h 6858000"/>
              <a:gd name="connsiteX24" fmla="*/ 774645 w 5734864"/>
              <a:gd name="connsiteY24" fmla="*/ 1699922 h 6858000"/>
              <a:gd name="connsiteX25" fmla="*/ 752343 w 5734864"/>
              <a:gd name="connsiteY25" fmla="*/ 1824604 h 6858000"/>
              <a:gd name="connsiteX26" fmla="*/ 746254 w 5734864"/>
              <a:gd name="connsiteY26" fmla="*/ 1850222 h 6858000"/>
              <a:gd name="connsiteX27" fmla="*/ 728600 w 5734864"/>
              <a:gd name="connsiteY27" fmla="*/ 1869603 h 6858000"/>
              <a:gd name="connsiteX28" fmla="*/ 724396 w 5734864"/>
              <a:gd name="connsiteY28" fmla="*/ 1883104 h 6858000"/>
              <a:gd name="connsiteX29" fmla="*/ 722165 w 5734864"/>
              <a:gd name="connsiteY29" fmla="*/ 1885924 h 6858000"/>
              <a:gd name="connsiteX30" fmla="*/ 721338 w 5734864"/>
              <a:gd name="connsiteY30" fmla="*/ 1887123 h 6858000"/>
              <a:gd name="connsiteX31" fmla="*/ 714840 w 5734864"/>
              <a:gd name="connsiteY31" fmla="*/ 1902274 h 6858000"/>
              <a:gd name="connsiteX32" fmla="*/ 722847 w 5734864"/>
              <a:gd name="connsiteY32" fmla="*/ 1929891 h 6858000"/>
              <a:gd name="connsiteX33" fmla="*/ 719647 w 5734864"/>
              <a:gd name="connsiteY33" fmla="*/ 1936120 h 6858000"/>
              <a:gd name="connsiteX34" fmla="*/ 714660 w 5734864"/>
              <a:gd name="connsiteY34" fmla="*/ 1982709 h 6858000"/>
              <a:gd name="connsiteX35" fmla="*/ 710759 w 5734864"/>
              <a:gd name="connsiteY35" fmla="*/ 2013010 h 6858000"/>
              <a:gd name="connsiteX36" fmla="*/ 697927 w 5734864"/>
              <a:gd name="connsiteY36" fmla="*/ 2069833 h 6858000"/>
              <a:gd name="connsiteX37" fmla="*/ 693594 w 5734864"/>
              <a:gd name="connsiteY37" fmla="*/ 2103731 h 6858000"/>
              <a:gd name="connsiteX38" fmla="*/ 691109 w 5734864"/>
              <a:gd name="connsiteY38" fmla="*/ 2124027 h 6858000"/>
              <a:gd name="connsiteX39" fmla="*/ 676593 w 5734864"/>
              <a:gd name="connsiteY39" fmla="*/ 2176182 h 6858000"/>
              <a:gd name="connsiteX40" fmla="*/ 633227 w 5734864"/>
              <a:gd name="connsiteY40" fmla="*/ 2258036 h 6858000"/>
              <a:gd name="connsiteX41" fmla="*/ 625564 w 5734864"/>
              <a:gd name="connsiteY41" fmla="*/ 2284567 h 6858000"/>
              <a:gd name="connsiteX42" fmla="*/ 627074 w 5734864"/>
              <a:gd name="connsiteY42" fmla="*/ 2289605 h 6858000"/>
              <a:gd name="connsiteX43" fmla="*/ 614574 w 5734864"/>
              <a:gd name="connsiteY43" fmla="*/ 2308717 h 6858000"/>
              <a:gd name="connsiteX44" fmla="*/ 606890 w 5734864"/>
              <a:gd name="connsiteY44" fmla="*/ 2320662 h 6858000"/>
              <a:gd name="connsiteX45" fmla="*/ 605558 w 5734864"/>
              <a:gd name="connsiteY45" fmla="*/ 2327897 h 6858000"/>
              <a:gd name="connsiteX46" fmla="*/ 602202 w 5734864"/>
              <a:gd name="connsiteY46" fmla="*/ 2357749 h 6858000"/>
              <a:gd name="connsiteX47" fmla="*/ 600213 w 5734864"/>
              <a:gd name="connsiteY47" fmla="*/ 2364905 h 6858000"/>
              <a:gd name="connsiteX48" fmla="*/ 597160 w 5734864"/>
              <a:gd name="connsiteY48" fmla="*/ 2388351 h 6858000"/>
              <a:gd name="connsiteX49" fmla="*/ 597982 w 5734864"/>
              <a:gd name="connsiteY49" fmla="*/ 2402296 h 6858000"/>
              <a:gd name="connsiteX50" fmla="*/ 593150 w 5734864"/>
              <a:gd name="connsiteY50" fmla="*/ 2420015 h 6858000"/>
              <a:gd name="connsiteX51" fmla="*/ 592833 w 5734864"/>
              <a:gd name="connsiteY51" fmla="*/ 2422749 h 6858000"/>
              <a:gd name="connsiteX52" fmla="*/ 594479 w 5734864"/>
              <a:gd name="connsiteY52" fmla="*/ 2426002 h 6858000"/>
              <a:gd name="connsiteX53" fmla="*/ 591963 w 5734864"/>
              <a:gd name="connsiteY53" fmla="*/ 2431950 h 6858000"/>
              <a:gd name="connsiteX54" fmla="*/ 591544 w 5734864"/>
              <a:gd name="connsiteY54" fmla="*/ 2433897 h 6858000"/>
              <a:gd name="connsiteX55" fmla="*/ 589519 w 5734864"/>
              <a:gd name="connsiteY55" fmla="*/ 2451398 h 6858000"/>
              <a:gd name="connsiteX56" fmla="*/ 590037 w 5734864"/>
              <a:gd name="connsiteY56" fmla="*/ 2455536 h 6858000"/>
              <a:gd name="connsiteX57" fmla="*/ 588179 w 5734864"/>
              <a:gd name="connsiteY57" fmla="*/ 2462981 h 6858000"/>
              <a:gd name="connsiteX58" fmla="*/ 583434 w 5734864"/>
              <a:gd name="connsiteY58" fmla="*/ 2503991 h 6858000"/>
              <a:gd name="connsiteX59" fmla="*/ 567942 w 5734864"/>
              <a:gd name="connsiteY59" fmla="*/ 2652936 h 6858000"/>
              <a:gd name="connsiteX60" fmla="*/ 573869 w 5734864"/>
              <a:gd name="connsiteY60" fmla="*/ 2670188 h 6858000"/>
              <a:gd name="connsiteX61" fmla="*/ 575243 w 5734864"/>
              <a:gd name="connsiteY61" fmla="*/ 2688114 h 6858000"/>
              <a:gd name="connsiteX62" fmla="*/ 573824 w 5734864"/>
              <a:gd name="connsiteY62" fmla="*/ 2689856 h 6858000"/>
              <a:gd name="connsiteX63" fmla="*/ 570699 w 5734864"/>
              <a:gd name="connsiteY63" fmla="*/ 2709353 h 6858000"/>
              <a:gd name="connsiteX64" fmla="*/ 573192 w 5734864"/>
              <a:gd name="connsiteY64" fmla="*/ 2714527 h 6858000"/>
              <a:gd name="connsiteX65" fmla="*/ 572044 w 5734864"/>
              <a:gd name="connsiteY65" fmla="*/ 2728187 h 6858000"/>
              <a:gd name="connsiteX66" fmla="*/ 572465 w 5734864"/>
              <a:gd name="connsiteY66" fmla="*/ 2755863 h 6858000"/>
              <a:gd name="connsiteX67" fmla="*/ 570028 w 5734864"/>
              <a:gd name="connsiteY67" fmla="*/ 2760324 h 6858000"/>
              <a:gd name="connsiteX68" fmla="*/ 566748 w 5734864"/>
              <a:gd name="connsiteY68" fmla="*/ 2800948 h 6858000"/>
              <a:gd name="connsiteX69" fmla="*/ 565509 w 5734864"/>
              <a:gd name="connsiteY69" fmla="*/ 2801167 h 6858000"/>
              <a:gd name="connsiteX70" fmla="*/ 559367 w 5734864"/>
              <a:gd name="connsiteY70" fmla="*/ 2811129 h 6858000"/>
              <a:gd name="connsiteX71" fmla="*/ 550354 w 5734864"/>
              <a:gd name="connsiteY71" fmla="*/ 2830949 h 6858000"/>
              <a:gd name="connsiteX72" fmla="*/ 514795 w 5734864"/>
              <a:gd name="connsiteY72" fmla="*/ 2872433 h 6858000"/>
              <a:gd name="connsiteX73" fmla="*/ 509875 w 5734864"/>
              <a:gd name="connsiteY73" fmla="*/ 2923099 h 6858000"/>
              <a:gd name="connsiteX74" fmla="*/ 509577 w 5734864"/>
              <a:gd name="connsiteY74" fmla="*/ 2923197 h 6858000"/>
              <a:gd name="connsiteX75" fmla="*/ 507597 w 5734864"/>
              <a:gd name="connsiteY75" fmla="*/ 2931868 h 6858000"/>
              <a:gd name="connsiteX76" fmla="*/ 507379 w 5734864"/>
              <a:gd name="connsiteY76" fmla="*/ 2938322 h 6858000"/>
              <a:gd name="connsiteX77" fmla="*/ 504725 w 5734864"/>
              <a:gd name="connsiteY77" fmla="*/ 2954519 h 6858000"/>
              <a:gd name="connsiteX78" fmla="*/ 502018 w 5734864"/>
              <a:gd name="connsiteY78" fmla="*/ 2959643 h 6858000"/>
              <a:gd name="connsiteX79" fmla="*/ 498360 w 5734864"/>
              <a:gd name="connsiteY79" fmla="*/ 2961019 h 6858000"/>
              <a:gd name="connsiteX80" fmla="*/ 498483 w 5734864"/>
              <a:gd name="connsiteY80" fmla="*/ 2962590 h 6858000"/>
              <a:gd name="connsiteX81" fmla="*/ 484403 w 5734864"/>
              <a:gd name="connsiteY81" fmla="*/ 2990538 h 6858000"/>
              <a:gd name="connsiteX82" fmla="*/ 463075 w 5734864"/>
              <a:gd name="connsiteY82" fmla="*/ 3055956 h 6858000"/>
              <a:gd name="connsiteX83" fmla="*/ 455013 w 5734864"/>
              <a:gd name="connsiteY83" fmla="*/ 3094482 h 6858000"/>
              <a:gd name="connsiteX84" fmla="*/ 428391 w 5734864"/>
              <a:gd name="connsiteY84" fmla="*/ 3198850 h 6858000"/>
              <a:gd name="connsiteX85" fmla="*/ 401440 w 5734864"/>
              <a:gd name="connsiteY85" fmla="*/ 3307560 h 6858000"/>
              <a:gd name="connsiteX86" fmla="*/ 386076 w 5734864"/>
              <a:gd name="connsiteY86" fmla="*/ 3373943 h 6858000"/>
              <a:gd name="connsiteX87" fmla="*/ 374726 w 5734864"/>
              <a:gd name="connsiteY87" fmla="*/ 3381364 h 6858000"/>
              <a:gd name="connsiteX88" fmla="*/ 369145 w 5734864"/>
              <a:gd name="connsiteY88" fmla="*/ 3383729 h 6858000"/>
              <a:gd name="connsiteX89" fmla="*/ 364294 w 5734864"/>
              <a:gd name="connsiteY89" fmla="*/ 3414159 h 6858000"/>
              <a:gd name="connsiteX90" fmla="*/ 366450 w 5734864"/>
              <a:gd name="connsiteY90" fmla="*/ 3436925 h 6858000"/>
              <a:gd name="connsiteX91" fmla="*/ 351743 w 5734864"/>
              <a:gd name="connsiteY91" fmla="*/ 3521619 h 6858000"/>
              <a:gd name="connsiteX92" fmla="*/ 345784 w 5734864"/>
              <a:gd name="connsiteY92" fmla="*/ 3603757 h 6858000"/>
              <a:gd name="connsiteX93" fmla="*/ 344198 w 5734864"/>
              <a:gd name="connsiteY93" fmla="*/ 3652424 h 6858000"/>
              <a:gd name="connsiteX94" fmla="*/ 352450 w 5734864"/>
              <a:gd name="connsiteY94" fmla="*/ 3665222 h 6858000"/>
              <a:gd name="connsiteX95" fmla="*/ 342621 w 5734864"/>
              <a:gd name="connsiteY95" fmla="*/ 3700804 h 6858000"/>
              <a:gd name="connsiteX96" fmla="*/ 341514 w 5734864"/>
              <a:gd name="connsiteY96" fmla="*/ 3734774 h 6858000"/>
              <a:gd name="connsiteX97" fmla="*/ 340607 w 5734864"/>
              <a:gd name="connsiteY97" fmla="*/ 3785153 h 6858000"/>
              <a:gd name="connsiteX98" fmla="*/ 340707 w 5734864"/>
              <a:gd name="connsiteY98" fmla="*/ 3788177 h 6858000"/>
              <a:gd name="connsiteX99" fmla="*/ 340361 w 5734864"/>
              <a:gd name="connsiteY99" fmla="*/ 3798803 h 6858000"/>
              <a:gd name="connsiteX100" fmla="*/ 339642 w 5734864"/>
              <a:gd name="connsiteY100" fmla="*/ 3838750 h 6858000"/>
              <a:gd name="connsiteX101" fmla="*/ 360295 w 5734864"/>
              <a:gd name="connsiteY101" fmla="*/ 4015196 h 6858000"/>
              <a:gd name="connsiteX102" fmla="*/ 339043 w 5734864"/>
              <a:gd name="connsiteY102" fmla="*/ 4052778 h 6858000"/>
              <a:gd name="connsiteX103" fmla="*/ 339343 w 5734864"/>
              <a:gd name="connsiteY103" fmla="*/ 4096257 h 6858000"/>
              <a:gd name="connsiteX104" fmla="*/ 340786 w 5734864"/>
              <a:gd name="connsiteY104" fmla="*/ 4321136 h 6858000"/>
              <a:gd name="connsiteX105" fmla="*/ 343158 w 5734864"/>
              <a:gd name="connsiteY105" fmla="*/ 4429174 h 6858000"/>
              <a:gd name="connsiteX106" fmla="*/ 334599 w 5734864"/>
              <a:gd name="connsiteY106" fmla="*/ 4449938 h 6858000"/>
              <a:gd name="connsiteX107" fmla="*/ 332890 w 5734864"/>
              <a:gd name="connsiteY107" fmla="*/ 4453515 h 6858000"/>
              <a:gd name="connsiteX108" fmla="*/ 331105 w 5734864"/>
              <a:gd name="connsiteY108" fmla="*/ 4467941 h 6858000"/>
              <a:gd name="connsiteX109" fmla="*/ 324289 w 5734864"/>
              <a:gd name="connsiteY109" fmla="*/ 4471861 h 6858000"/>
              <a:gd name="connsiteX110" fmla="*/ 317079 w 5734864"/>
              <a:gd name="connsiteY110" fmla="*/ 4493468 h 6858000"/>
              <a:gd name="connsiteX111" fmla="*/ 315557 w 5734864"/>
              <a:gd name="connsiteY111" fmla="*/ 4520067 h 6858000"/>
              <a:gd name="connsiteX112" fmla="*/ 315240 w 5734864"/>
              <a:gd name="connsiteY112" fmla="*/ 4536872 h 6858000"/>
              <a:gd name="connsiteX113" fmla="*/ 316200 w 5734864"/>
              <a:gd name="connsiteY113" fmla="*/ 4538297 h 6858000"/>
              <a:gd name="connsiteX114" fmla="*/ 317507 w 5734864"/>
              <a:gd name="connsiteY114" fmla="*/ 4547582 h 6858000"/>
              <a:gd name="connsiteX115" fmla="*/ 323078 w 5734864"/>
              <a:gd name="connsiteY115" fmla="*/ 4592102 h 6858000"/>
              <a:gd name="connsiteX116" fmla="*/ 328722 w 5734864"/>
              <a:gd name="connsiteY116" fmla="*/ 4667914 h 6858000"/>
              <a:gd name="connsiteX117" fmla="*/ 335597 w 5734864"/>
              <a:gd name="connsiteY117" fmla="*/ 4695035 h 6858000"/>
              <a:gd name="connsiteX118" fmla="*/ 339485 w 5734864"/>
              <a:gd name="connsiteY118" fmla="*/ 4695979 h 6858000"/>
              <a:gd name="connsiteX119" fmla="*/ 341089 w 5734864"/>
              <a:gd name="connsiteY119" fmla="*/ 4704268 h 6858000"/>
              <a:gd name="connsiteX120" fmla="*/ 342177 w 5734864"/>
              <a:gd name="connsiteY120" fmla="*/ 4706060 h 6858000"/>
              <a:gd name="connsiteX121" fmla="*/ 347751 w 5734864"/>
              <a:gd name="connsiteY121" fmla="*/ 4716754 h 6858000"/>
              <a:gd name="connsiteX122" fmla="*/ 344125 w 5734864"/>
              <a:gd name="connsiteY122" fmla="*/ 4764669 h 6858000"/>
              <a:gd name="connsiteX123" fmla="*/ 340188 w 5734864"/>
              <a:gd name="connsiteY123" fmla="*/ 4779386 h 6858000"/>
              <a:gd name="connsiteX124" fmla="*/ 335146 w 5734864"/>
              <a:gd name="connsiteY124" fmla="*/ 4787491 h 6858000"/>
              <a:gd name="connsiteX125" fmla="*/ 319124 w 5734864"/>
              <a:gd name="connsiteY125" fmla="*/ 4843514 h 6858000"/>
              <a:gd name="connsiteX126" fmla="*/ 305956 w 5734864"/>
              <a:gd name="connsiteY126" fmla="*/ 4881505 h 6858000"/>
              <a:gd name="connsiteX127" fmla="*/ 301062 w 5734864"/>
              <a:gd name="connsiteY127" fmla="*/ 4889332 h 6858000"/>
              <a:gd name="connsiteX128" fmla="*/ 302141 w 5734864"/>
              <a:gd name="connsiteY128" fmla="*/ 4899400 h 6858000"/>
              <a:gd name="connsiteX129" fmla="*/ 304424 w 5734864"/>
              <a:gd name="connsiteY129" fmla="*/ 4902664 h 6858000"/>
              <a:gd name="connsiteX130" fmla="*/ 293123 w 5734864"/>
              <a:gd name="connsiteY130" fmla="*/ 4932769 h 6858000"/>
              <a:gd name="connsiteX131" fmla="*/ 292275 w 5734864"/>
              <a:gd name="connsiteY131" fmla="*/ 4936482 h 6858000"/>
              <a:gd name="connsiteX132" fmla="*/ 288304 w 5734864"/>
              <a:gd name="connsiteY132" fmla="*/ 4962325 h 6858000"/>
              <a:gd name="connsiteX133" fmla="*/ 287420 w 5734864"/>
              <a:gd name="connsiteY133" fmla="*/ 5042193 h 6858000"/>
              <a:gd name="connsiteX134" fmla="*/ 287020 w 5734864"/>
              <a:gd name="connsiteY134" fmla="*/ 5065655 h 6858000"/>
              <a:gd name="connsiteX135" fmla="*/ 288488 w 5734864"/>
              <a:gd name="connsiteY135" fmla="*/ 5082216 h 6858000"/>
              <a:gd name="connsiteX136" fmla="*/ 282763 w 5734864"/>
              <a:gd name="connsiteY136" fmla="*/ 5127114 h 6858000"/>
              <a:gd name="connsiteX137" fmla="*/ 269316 w 5734864"/>
              <a:gd name="connsiteY137" fmla="*/ 5202682 h 6858000"/>
              <a:gd name="connsiteX138" fmla="*/ 269174 w 5734864"/>
              <a:gd name="connsiteY138" fmla="*/ 5230835 h 6858000"/>
              <a:gd name="connsiteX139" fmla="*/ 272679 w 5734864"/>
              <a:gd name="connsiteY139" fmla="*/ 5232660 h 6858000"/>
              <a:gd name="connsiteX140" fmla="*/ 272160 w 5734864"/>
              <a:gd name="connsiteY140" fmla="*/ 5241150 h 6858000"/>
              <a:gd name="connsiteX141" fmla="*/ 272760 w 5734864"/>
              <a:gd name="connsiteY141" fmla="*/ 5243156 h 6858000"/>
              <a:gd name="connsiteX142" fmla="*/ 275462 w 5734864"/>
              <a:gd name="connsiteY142" fmla="*/ 5254919 h 6858000"/>
              <a:gd name="connsiteX143" fmla="*/ 262897 w 5734864"/>
              <a:gd name="connsiteY143" fmla="*/ 5286259 h 6858000"/>
              <a:gd name="connsiteX144" fmla="*/ 252761 w 5734864"/>
              <a:gd name="connsiteY144" fmla="*/ 5357801 h 6858000"/>
              <a:gd name="connsiteX145" fmla="*/ 242360 w 5734864"/>
              <a:gd name="connsiteY145" fmla="*/ 5460080 h 6858000"/>
              <a:gd name="connsiteX146" fmla="*/ 229880 w 5734864"/>
              <a:gd name="connsiteY146" fmla="*/ 5539714 h 6858000"/>
              <a:gd name="connsiteX147" fmla="*/ 204283 w 5734864"/>
              <a:gd name="connsiteY147" fmla="*/ 5639080 h 6858000"/>
              <a:gd name="connsiteX148" fmla="*/ 198948 w 5734864"/>
              <a:gd name="connsiteY148" fmla="*/ 5710958 h 6858000"/>
              <a:gd name="connsiteX149" fmla="*/ 192367 w 5734864"/>
              <a:gd name="connsiteY149" fmla="*/ 5719859 h 6858000"/>
              <a:gd name="connsiteX150" fmla="*/ 188035 w 5734864"/>
              <a:gd name="connsiteY150" fmla="*/ 5729935 h 6858000"/>
              <a:gd name="connsiteX151" fmla="*/ 188428 w 5734864"/>
              <a:gd name="connsiteY151" fmla="*/ 5731182 h 6858000"/>
              <a:gd name="connsiteX152" fmla="*/ 181635 w 5734864"/>
              <a:gd name="connsiteY152" fmla="*/ 5753538 h 6858000"/>
              <a:gd name="connsiteX153" fmla="*/ 169744 w 5734864"/>
              <a:gd name="connsiteY153" fmla="*/ 5796307 h 6858000"/>
              <a:gd name="connsiteX154" fmla="*/ 170351 w 5734864"/>
              <a:gd name="connsiteY154" fmla="*/ 5796644 h 6858000"/>
              <a:gd name="connsiteX155" fmla="*/ 171559 w 5734864"/>
              <a:gd name="connsiteY155" fmla="*/ 5803435 h 6858000"/>
              <a:gd name="connsiteX156" fmla="*/ 172284 w 5734864"/>
              <a:gd name="connsiteY156" fmla="*/ 5816391 h 6858000"/>
              <a:gd name="connsiteX157" fmla="*/ 182542 w 5734864"/>
              <a:gd name="connsiteY157" fmla="*/ 5846382 h 6858000"/>
              <a:gd name="connsiteX158" fmla="*/ 175877 w 5734864"/>
              <a:gd name="connsiteY158" fmla="*/ 5871336 h 6858000"/>
              <a:gd name="connsiteX159" fmla="*/ 174910 w 5734864"/>
              <a:gd name="connsiteY159" fmla="*/ 5876376 h 6858000"/>
              <a:gd name="connsiteX160" fmla="*/ 175047 w 5734864"/>
              <a:gd name="connsiteY160" fmla="*/ 5876483 h 6858000"/>
              <a:gd name="connsiteX161" fmla="*/ 174335 w 5734864"/>
              <a:gd name="connsiteY161" fmla="*/ 5881814 h 6858000"/>
              <a:gd name="connsiteX162" fmla="*/ 171273 w 5734864"/>
              <a:gd name="connsiteY162" fmla="*/ 5895339 h 6858000"/>
              <a:gd name="connsiteX163" fmla="*/ 171658 w 5734864"/>
              <a:gd name="connsiteY163" fmla="*/ 5898749 h 6858000"/>
              <a:gd name="connsiteX164" fmla="*/ 174658 w 5734864"/>
              <a:gd name="connsiteY164" fmla="*/ 5919558 h 6858000"/>
              <a:gd name="connsiteX165" fmla="*/ 169099 w 5734864"/>
              <a:gd name="connsiteY165" fmla="*/ 5984417 h 6858000"/>
              <a:gd name="connsiteX166" fmla="*/ 162007 w 5734864"/>
              <a:gd name="connsiteY166" fmla="*/ 6049043 h 6858000"/>
              <a:gd name="connsiteX167" fmla="*/ 156875 w 5734864"/>
              <a:gd name="connsiteY167" fmla="*/ 6114000 h 6858000"/>
              <a:gd name="connsiteX168" fmla="*/ 165441 w 5734864"/>
              <a:gd name="connsiteY168" fmla="*/ 6146938 h 6858000"/>
              <a:gd name="connsiteX169" fmla="*/ 165177 w 5734864"/>
              <a:gd name="connsiteY169" fmla="*/ 6150658 h 6858000"/>
              <a:gd name="connsiteX170" fmla="*/ 161772 w 5734864"/>
              <a:gd name="connsiteY170" fmla="*/ 6160011 h 6858000"/>
              <a:gd name="connsiteX171" fmla="*/ 160051 w 5734864"/>
              <a:gd name="connsiteY171" fmla="*/ 6163393 h 6858000"/>
              <a:gd name="connsiteX172" fmla="*/ 158473 w 5734864"/>
              <a:gd name="connsiteY172" fmla="*/ 6168628 h 6858000"/>
              <a:gd name="connsiteX173" fmla="*/ 158573 w 5734864"/>
              <a:gd name="connsiteY173" fmla="*/ 6168799 h 6858000"/>
              <a:gd name="connsiteX174" fmla="*/ 146463 w 5734864"/>
              <a:gd name="connsiteY174" fmla="*/ 6196671 h 6858000"/>
              <a:gd name="connsiteX175" fmla="*/ 150209 w 5734864"/>
              <a:gd name="connsiteY175" fmla="*/ 6232365 h 6858000"/>
              <a:gd name="connsiteX176" fmla="*/ 148544 w 5734864"/>
              <a:gd name="connsiteY176" fmla="*/ 6246162 h 6858000"/>
              <a:gd name="connsiteX177" fmla="*/ 148403 w 5734864"/>
              <a:gd name="connsiteY177" fmla="*/ 6253754 h 6858000"/>
              <a:gd name="connsiteX178" fmla="*/ 138880 w 5734864"/>
              <a:gd name="connsiteY178" fmla="*/ 6276449 h 6858000"/>
              <a:gd name="connsiteX179" fmla="*/ 138683 w 5734864"/>
              <a:gd name="connsiteY179" fmla="*/ 6279721 h 6858000"/>
              <a:gd name="connsiteX180" fmla="*/ 130721 w 5734864"/>
              <a:gd name="connsiteY180" fmla="*/ 6293675 h 6858000"/>
              <a:gd name="connsiteX181" fmla="*/ 120717 w 5734864"/>
              <a:gd name="connsiteY181" fmla="*/ 6313967 h 6858000"/>
              <a:gd name="connsiteX182" fmla="*/ 120841 w 5734864"/>
              <a:gd name="connsiteY182" fmla="*/ 6315437 h 6858000"/>
              <a:gd name="connsiteX183" fmla="*/ 115208 w 5734864"/>
              <a:gd name="connsiteY183" fmla="*/ 6324024 h 6858000"/>
              <a:gd name="connsiteX184" fmla="*/ 101217 w 5734864"/>
              <a:gd name="connsiteY184" fmla="*/ 6365923 h 6858000"/>
              <a:gd name="connsiteX185" fmla="*/ 74946 w 5734864"/>
              <a:gd name="connsiteY185" fmla="*/ 6556817 h 6858000"/>
              <a:gd name="connsiteX186" fmla="*/ 16001 w 5734864"/>
              <a:gd name="connsiteY186" fmla="*/ 6808678 h 6858000"/>
              <a:gd name="connsiteX187" fmla="*/ 0 w 5734864"/>
              <a:gd name="connsiteY187" fmla="*/ 6858000 h 6858000"/>
              <a:gd name="connsiteX188" fmla="*/ 5734864 w 5734864"/>
              <a:gd name="connsiteY188" fmla="*/ 6858000 h 6858000"/>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6695 w 5734864"/>
              <a:gd name="connsiteY13" fmla="*/ 1035077 h 6858000"/>
              <a:gd name="connsiteX14" fmla="*/ 847865 w 5734864"/>
              <a:gd name="connsiteY14" fmla="*/ 1070795 h 6858000"/>
              <a:gd name="connsiteX15" fmla="*/ 862786 w 5734864"/>
              <a:gd name="connsiteY15" fmla="*/ 1238994 h 6858000"/>
              <a:gd name="connsiteX16" fmla="*/ 859345 w 5734864"/>
              <a:gd name="connsiteY16" fmla="*/ 1380427 h 6858000"/>
              <a:gd name="connsiteX17" fmla="*/ 855172 w 5734864"/>
              <a:gd name="connsiteY17" fmla="*/ 1435262 h 6858000"/>
              <a:gd name="connsiteX18" fmla="*/ 860494 w 5734864"/>
              <a:gd name="connsiteY18" fmla="*/ 1453861 h 6858000"/>
              <a:gd name="connsiteX19" fmla="*/ 853731 w 5734864"/>
              <a:gd name="connsiteY19" fmla="*/ 1467047 h 6858000"/>
              <a:gd name="connsiteX20" fmla="*/ 845847 w 5734864"/>
              <a:gd name="connsiteY20" fmla="*/ 1502307 h 6858000"/>
              <a:gd name="connsiteX21" fmla="*/ 817613 w 5734864"/>
              <a:gd name="connsiteY21" fmla="*/ 1565166 h 6858000"/>
              <a:gd name="connsiteX22" fmla="*/ 804223 w 5734864"/>
              <a:gd name="connsiteY22" fmla="*/ 1601941 h 6858000"/>
              <a:gd name="connsiteX23" fmla="*/ 791773 w 5734864"/>
              <a:gd name="connsiteY23" fmla="*/ 1627005 h 6858000"/>
              <a:gd name="connsiteX24" fmla="*/ 774645 w 5734864"/>
              <a:gd name="connsiteY24" fmla="*/ 1699922 h 6858000"/>
              <a:gd name="connsiteX25" fmla="*/ 752343 w 5734864"/>
              <a:gd name="connsiteY25" fmla="*/ 1824604 h 6858000"/>
              <a:gd name="connsiteX26" fmla="*/ 746254 w 5734864"/>
              <a:gd name="connsiteY26" fmla="*/ 1850222 h 6858000"/>
              <a:gd name="connsiteX27" fmla="*/ 728600 w 5734864"/>
              <a:gd name="connsiteY27" fmla="*/ 1869603 h 6858000"/>
              <a:gd name="connsiteX28" fmla="*/ 724396 w 5734864"/>
              <a:gd name="connsiteY28" fmla="*/ 1883104 h 6858000"/>
              <a:gd name="connsiteX29" fmla="*/ 722165 w 5734864"/>
              <a:gd name="connsiteY29" fmla="*/ 1885924 h 6858000"/>
              <a:gd name="connsiteX30" fmla="*/ 721338 w 5734864"/>
              <a:gd name="connsiteY30" fmla="*/ 1887123 h 6858000"/>
              <a:gd name="connsiteX31" fmla="*/ 714840 w 5734864"/>
              <a:gd name="connsiteY31" fmla="*/ 1902274 h 6858000"/>
              <a:gd name="connsiteX32" fmla="*/ 722847 w 5734864"/>
              <a:gd name="connsiteY32" fmla="*/ 1929891 h 6858000"/>
              <a:gd name="connsiteX33" fmla="*/ 714660 w 5734864"/>
              <a:gd name="connsiteY33" fmla="*/ 1982709 h 6858000"/>
              <a:gd name="connsiteX34" fmla="*/ 710759 w 5734864"/>
              <a:gd name="connsiteY34" fmla="*/ 2013010 h 6858000"/>
              <a:gd name="connsiteX35" fmla="*/ 697927 w 5734864"/>
              <a:gd name="connsiteY35" fmla="*/ 2069833 h 6858000"/>
              <a:gd name="connsiteX36" fmla="*/ 693594 w 5734864"/>
              <a:gd name="connsiteY36" fmla="*/ 2103731 h 6858000"/>
              <a:gd name="connsiteX37" fmla="*/ 691109 w 5734864"/>
              <a:gd name="connsiteY37" fmla="*/ 2124027 h 6858000"/>
              <a:gd name="connsiteX38" fmla="*/ 676593 w 5734864"/>
              <a:gd name="connsiteY38" fmla="*/ 2176182 h 6858000"/>
              <a:gd name="connsiteX39" fmla="*/ 633227 w 5734864"/>
              <a:gd name="connsiteY39" fmla="*/ 2258036 h 6858000"/>
              <a:gd name="connsiteX40" fmla="*/ 625564 w 5734864"/>
              <a:gd name="connsiteY40" fmla="*/ 2284567 h 6858000"/>
              <a:gd name="connsiteX41" fmla="*/ 627074 w 5734864"/>
              <a:gd name="connsiteY41" fmla="*/ 2289605 h 6858000"/>
              <a:gd name="connsiteX42" fmla="*/ 614574 w 5734864"/>
              <a:gd name="connsiteY42" fmla="*/ 2308717 h 6858000"/>
              <a:gd name="connsiteX43" fmla="*/ 606890 w 5734864"/>
              <a:gd name="connsiteY43" fmla="*/ 2320662 h 6858000"/>
              <a:gd name="connsiteX44" fmla="*/ 605558 w 5734864"/>
              <a:gd name="connsiteY44" fmla="*/ 2327897 h 6858000"/>
              <a:gd name="connsiteX45" fmla="*/ 602202 w 5734864"/>
              <a:gd name="connsiteY45" fmla="*/ 2357749 h 6858000"/>
              <a:gd name="connsiteX46" fmla="*/ 600213 w 5734864"/>
              <a:gd name="connsiteY46" fmla="*/ 2364905 h 6858000"/>
              <a:gd name="connsiteX47" fmla="*/ 597160 w 5734864"/>
              <a:gd name="connsiteY47" fmla="*/ 2388351 h 6858000"/>
              <a:gd name="connsiteX48" fmla="*/ 597982 w 5734864"/>
              <a:gd name="connsiteY48" fmla="*/ 2402296 h 6858000"/>
              <a:gd name="connsiteX49" fmla="*/ 593150 w 5734864"/>
              <a:gd name="connsiteY49" fmla="*/ 2420015 h 6858000"/>
              <a:gd name="connsiteX50" fmla="*/ 592833 w 5734864"/>
              <a:gd name="connsiteY50" fmla="*/ 2422749 h 6858000"/>
              <a:gd name="connsiteX51" fmla="*/ 594479 w 5734864"/>
              <a:gd name="connsiteY51" fmla="*/ 2426002 h 6858000"/>
              <a:gd name="connsiteX52" fmla="*/ 591963 w 5734864"/>
              <a:gd name="connsiteY52" fmla="*/ 2431950 h 6858000"/>
              <a:gd name="connsiteX53" fmla="*/ 591544 w 5734864"/>
              <a:gd name="connsiteY53" fmla="*/ 2433897 h 6858000"/>
              <a:gd name="connsiteX54" fmla="*/ 589519 w 5734864"/>
              <a:gd name="connsiteY54" fmla="*/ 2451398 h 6858000"/>
              <a:gd name="connsiteX55" fmla="*/ 590037 w 5734864"/>
              <a:gd name="connsiteY55" fmla="*/ 2455536 h 6858000"/>
              <a:gd name="connsiteX56" fmla="*/ 588179 w 5734864"/>
              <a:gd name="connsiteY56" fmla="*/ 2462981 h 6858000"/>
              <a:gd name="connsiteX57" fmla="*/ 583434 w 5734864"/>
              <a:gd name="connsiteY57" fmla="*/ 2503991 h 6858000"/>
              <a:gd name="connsiteX58" fmla="*/ 567942 w 5734864"/>
              <a:gd name="connsiteY58" fmla="*/ 2652936 h 6858000"/>
              <a:gd name="connsiteX59" fmla="*/ 573869 w 5734864"/>
              <a:gd name="connsiteY59" fmla="*/ 2670188 h 6858000"/>
              <a:gd name="connsiteX60" fmla="*/ 575243 w 5734864"/>
              <a:gd name="connsiteY60" fmla="*/ 2688114 h 6858000"/>
              <a:gd name="connsiteX61" fmla="*/ 573824 w 5734864"/>
              <a:gd name="connsiteY61" fmla="*/ 2689856 h 6858000"/>
              <a:gd name="connsiteX62" fmla="*/ 570699 w 5734864"/>
              <a:gd name="connsiteY62" fmla="*/ 2709353 h 6858000"/>
              <a:gd name="connsiteX63" fmla="*/ 573192 w 5734864"/>
              <a:gd name="connsiteY63" fmla="*/ 2714527 h 6858000"/>
              <a:gd name="connsiteX64" fmla="*/ 572044 w 5734864"/>
              <a:gd name="connsiteY64" fmla="*/ 2728187 h 6858000"/>
              <a:gd name="connsiteX65" fmla="*/ 572465 w 5734864"/>
              <a:gd name="connsiteY65" fmla="*/ 2755863 h 6858000"/>
              <a:gd name="connsiteX66" fmla="*/ 570028 w 5734864"/>
              <a:gd name="connsiteY66" fmla="*/ 2760324 h 6858000"/>
              <a:gd name="connsiteX67" fmla="*/ 566748 w 5734864"/>
              <a:gd name="connsiteY67" fmla="*/ 2800948 h 6858000"/>
              <a:gd name="connsiteX68" fmla="*/ 565509 w 5734864"/>
              <a:gd name="connsiteY68" fmla="*/ 2801167 h 6858000"/>
              <a:gd name="connsiteX69" fmla="*/ 559367 w 5734864"/>
              <a:gd name="connsiteY69" fmla="*/ 2811129 h 6858000"/>
              <a:gd name="connsiteX70" fmla="*/ 550354 w 5734864"/>
              <a:gd name="connsiteY70" fmla="*/ 2830949 h 6858000"/>
              <a:gd name="connsiteX71" fmla="*/ 514795 w 5734864"/>
              <a:gd name="connsiteY71" fmla="*/ 2872433 h 6858000"/>
              <a:gd name="connsiteX72" fmla="*/ 509875 w 5734864"/>
              <a:gd name="connsiteY72" fmla="*/ 2923099 h 6858000"/>
              <a:gd name="connsiteX73" fmla="*/ 509577 w 5734864"/>
              <a:gd name="connsiteY73" fmla="*/ 2923197 h 6858000"/>
              <a:gd name="connsiteX74" fmla="*/ 507597 w 5734864"/>
              <a:gd name="connsiteY74" fmla="*/ 2931868 h 6858000"/>
              <a:gd name="connsiteX75" fmla="*/ 507379 w 5734864"/>
              <a:gd name="connsiteY75" fmla="*/ 2938322 h 6858000"/>
              <a:gd name="connsiteX76" fmla="*/ 504725 w 5734864"/>
              <a:gd name="connsiteY76" fmla="*/ 2954519 h 6858000"/>
              <a:gd name="connsiteX77" fmla="*/ 502018 w 5734864"/>
              <a:gd name="connsiteY77" fmla="*/ 2959643 h 6858000"/>
              <a:gd name="connsiteX78" fmla="*/ 498360 w 5734864"/>
              <a:gd name="connsiteY78" fmla="*/ 2961019 h 6858000"/>
              <a:gd name="connsiteX79" fmla="*/ 498483 w 5734864"/>
              <a:gd name="connsiteY79" fmla="*/ 2962590 h 6858000"/>
              <a:gd name="connsiteX80" fmla="*/ 484403 w 5734864"/>
              <a:gd name="connsiteY80" fmla="*/ 2990538 h 6858000"/>
              <a:gd name="connsiteX81" fmla="*/ 463075 w 5734864"/>
              <a:gd name="connsiteY81" fmla="*/ 3055956 h 6858000"/>
              <a:gd name="connsiteX82" fmla="*/ 455013 w 5734864"/>
              <a:gd name="connsiteY82" fmla="*/ 3094482 h 6858000"/>
              <a:gd name="connsiteX83" fmla="*/ 428391 w 5734864"/>
              <a:gd name="connsiteY83" fmla="*/ 3198850 h 6858000"/>
              <a:gd name="connsiteX84" fmla="*/ 401440 w 5734864"/>
              <a:gd name="connsiteY84" fmla="*/ 3307560 h 6858000"/>
              <a:gd name="connsiteX85" fmla="*/ 386076 w 5734864"/>
              <a:gd name="connsiteY85" fmla="*/ 3373943 h 6858000"/>
              <a:gd name="connsiteX86" fmla="*/ 374726 w 5734864"/>
              <a:gd name="connsiteY86" fmla="*/ 3381364 h 6858000"/>
              <a:gd name="connsiteX87" fmla="*/ 369145 w 5734864"/>
              <a:gd name="connsiteY87" fmla="*/ 3383729 h 6858000"/>
              <a:gd name="connsiteX88" fmla="*/ 364294 w 5734864"/>
              <a:gd name="connsiteY88" fmla="*/ 3414159 h 6858000"/>
              <a:gd name="connsiteX89" fmla="*/ 366450 w 5734864"/>
              <a:gd name="connsiteY89" fmla="*/ 3436925 h 6858000"/>
              <a:gd name="connsiteX90" fmla="*/ 351743 w 5734864"/>
              <a:gd name="connsiteY90" fmla="*/ 3521619 h 6858000"/>
              <a:gd name="connsiteX91" fmla="*/ 345784 w 5734864"/>
              <a:gd name="connsiteY91" fmla="*/ 3603757 h 6858000"/>
              <a:gd name="connsiteX92" fmla="*/ 344198 w 5734864"/>
              <a:gd name="connsiteY92" fmla="*/ 3652424 h 6858000"/>
              <a:gd name="connsiteX93" fmla="*/ 352450 w 5734864"/>
              <a:gd name="connsiteY93" fmla="*/ 3665222 h 6858000"/>
              <a:gd name="connsiteX94" fmla="*/ 342621 w 5734864"/>
              <a:gd name="connsiteY94" fmla="*/ 3700804 h 6858000"/>
              <a:gd name="connsiteX95" fmla="*/ 341514 w 5734864"/>
              <a:gd name="connsiteY95" fmla="*/ 3734774 h 6858000"/>
              <a:gd name="connsiteX96" fmla="*/ 340607 w 5734864"/>
              <a:gd name="connsiteY96" fmla="*/ 3785153 h 6858000"/>
              <a:gd name="connsiteX97" fmla="*/ 340707 w 5734864"/>
              <a:gd name="connsiteY97" fmla="*/ 3788177 h 6858000"/>
              <a:gd name="connsiteX98" fmla="*/ 340361 w 5734864"/>
              <a:gd name="connsiteY98" fmla="*/ 3798803 h 6858000"/>
              <a:gd name="connsiteX99" fmla="*/ 339642 w 5734864"/>
              <a:gd name="connsiteY99" fmla="*/ 3838750 h 6858000"/>
              <a:gd name="connsiteX100" fmla="*/ 360295 w 5734864"/>
              <a:gd name="connsiteY100" fmla="*/ 4015196 h 6858000"/>
              <a:gd name="connsiteX101" fmla="*/ 339043 w 5734864"/>
              <a:gd name="connsiteY101" fmla="*/ 4052778 h 6858000"/>
              <a:gd name="connsiteX102" fmla="*/ 339343 w 5734864"/>
              <a:gd name="connsiteY102" fmla="*/ 4096257 h 6858000"/>
              <a:gd name="connsiteX103" fmla="*/ 340786 w 5734864"/>
              <a:gd name="connsiteY103" fmla="*/ 4321136 h 6858000"/>
              <a:gd name="connsiteX104" fmla="*/ 343158 w 5734864"/>
              <a:gd name="connsiteY104" fmla="*/ 4429174 h 6858000"/>
              <a:gd name="connsiteX105" fmla="*/ 334599 w 5734864"/>
              <a:gd name="connsiteY105" fmla="*/ 4449938 h 6858000"/>
              <a:gd name="connsiteX106" fmla="*/ 332890 w 5734864"/>
              <a:gd name="connsiteY106" fmla="*/ 4453515 h 6858000"/>
              <a:gd name="connsiteX107" fmla="*/ 331105 w 5734864"/>
              <a:gd name="connsiteY107" fmla="*/ 4467941 h 6858000"/>
              <a:gd name="connsiteX108" fmla="*/ 324289 w 5734864"/>
              <a:gd name="connsiteY108" fmla="*/ 4471861 h 6858000"/>
              <a:gd name="connsiteX109" fmla="*/ 317079 w 5734864"/>
              <a:gd name="connsiteY109" fmla="*/ 4493468 h 6858000"/>
              <a:gd name="connsiteX110" fmla="*/ 315557 w 5734864"/>
              <a:gd name="connsiteY110" fmla="*/ 4520067 h 6858000"/>
              <a:gd name="connsiteX111" fmla="*/ 315240 w 5734864"/>
              <a:gd name="connsiteY111" fmla="*/ 4536872 h 6858000"/>
              <a:gd name="connsiteX112" fmla="*/ 316200 w 5734864"/>
              <a:gd name="connsiteY112" fmla="*/ 4538297 h 6858000"/>
              <a:gd name="connsiteX113" fmla="*/ 317507 w 5734864"/>
              <a:gd name="connsiteY113" fmla="*/ 4547582 h 6858000"/>
              <a:gd name="connsiteX114" fmla="*/ 323078 w 5734864"/>
              <a:gd name="connsiteY114" fmla="*/ 4592102 h 6858000"/>
              <a:gd name="connsiteX115" fmla="*/ 328722 w 5734864"/>
              <a:gd name="connsiteY115" fmla="*/ 4667914 h 6858000"/>
              <a:gd name="connsiteX116" fmla="*/ 335597 w 5734864"/>
              <a:gd name="connsiteY116" fmla="*/ 4695035 h 6858000"/>
              <a:gd name="connsiteX117" fmla="*/ 339485 w 5734864"/>
              <a:gd name="connsiteY117" fmla="*/ 4695979 h 6858000"/>
              <a:gd name="connsiteX118" fmla="*/ 341089 w 5734864"/>
              <a:gd name="connsiteY118" fmla="*/ 4704268 h 6858000"/>
              <a:gd name="connsiteX119" fmla="*/ 342177 w 5734864"/>
              <a:gd name="connsiteY119" fmla="*/ 4706060 h 6858000"/>
              <a:gd name="connsiteX120" fmla="*/ 347751 w 5734864"/>
              <a:gd name="connsiteY120" fmla="*/ 4716754 h 6858000"/>
              <a:gd name="connsiteX121" fmla="*/ 344125 w 5734864"/>
              <a:gd name="connsiteY121" fmla="*/ 4764669 h 6858000"/>
              <a:gd name="connsiteX122" fmla="*/ 340188 w 5734864"/>
              <a:gd name="connsiteY122" fmla="*/ 4779386 h 6858000"/>
              <a:gd name="connsiteX123" fmla="*/ 335146 w 5734864"/>
              <a:gd name="connsiteY123" fmla="*/ 4787491 h 6858000"/>
              <a:gd name="connsiteX124" fmla="*/ 319124 w 5734864"/>
              <a:gd name="connsiteY124" fmla="*/ 4843514 h 6858000"/>
              <a:gd name="connsiteX125" fmla="*/ 305956 w 5734864"/>
              <a:gd name="connsiteY125" fmla="*/ 4881505 h 6858000"/>
              <a:gd name="connsiteX126" fmla="*/ 301062 w 5734864"/>
              <a:gd name="connsiteY126" fmla="*/ 4889332 h 6858000"/>
              <a:gd name="connsiteX127" fmla="*/ 302141 w 5734864"/>
              <a:gd name="connsiteY127" fmla="*/ 4899400 h 6858000"/>
              <a:gd name="connsiteX128" fmla="*/ 304424 w 5734864"/>
              <a:gd name="connsiteY128" fmla="*/ 4902664 h 6858000"/>
              <a:gd name="connsiteX129" fmla="*/ 293123 w 5734864"/>
              <a:gd name="connsiteY129" fmla="*/ 4932769 h 6858000"/>
              <a:gd name="connsiteX130" fmla="*/ 292275 w 5734864"/>
              <a:gd name="connsiteY130" fmla="*/ 4936482 h 6858000"/>
              <a:gd name="connsiteX131" fmla="*/ 288304 w 5734864"/>
              <a:gd name="connsiteY131" fmla="*/ 4962325 h 6858000"/>
              <a:gd name="connsiteX132" fmla="*/ 287420 w 5734864"/>
              <a:gd name="connsiteY132" fmla="*/ 5042193 h 6858000"/>
              <a:gd name="connsiteX133" fmla="*/ 287020 w 5734864"/>
              <a:gd name="connsiteY133" fmla="*/ 5065655 h 6858000"/>
              <a:gd name="connsiteX134" fmla="*/ 288488 w 5734864"/>
              <a:gd name="connsiteY134" fmla="*/ 5082216 h 6858000"/>
              <a:gd name="connsiteX135" fmla="*/ 282763 w 5734864"/>
              <a:gd name="connsiteY135" fmla="*/ 5127114 h 6858000"/>
              <a:gd name="connsiteX136" fmla="*/ 269316 w 5734864"/>
              <a:gd name="connsiteY136" fmla="*/ 5202682 h 6858000"/>
              <a:gd name="connsiteX137" fmla="*/ 269174 w 5734864"/>
              <a:gd name="connsiteY137" fmla="*/ 5230835 h 6858000"/>
              <a:gd name="connsiteX138" fmla="*/ 272679 w 5734864"/>
              <a:gd name="connsiteY138" fmla="*/ 5232660 h 6858000"/>
              <a:gd name="connsiteX139" fmla="*/ 272160 w 5734864"/>
              <a:gd name="connsiteY139" fmla="*/ 5241150 h 6858000"/>
              <a:gd name="connsiteX140" fmla="*/ 272760 w 5734864"/>
              <a:gd name="connsiteY140" fmla="*/ 5243156 h 6858000"/>
              <a:gd name="connsiteX141" fmla="*/ 275462 w 5734864"/>
              <a:gd name="connsiteY141" fmla="*/ 5254919 h 6858000"/>
              <a:gd name="connsiteX142" fmla="*/ 262897 w 5734864"/>
              <a:gd name="connsiteY142" fmla="*/ 5286259 h 6858000"/>
              <a:gd name="connsiteX143" fmla="*/ 252761 w 5734864"/>
              <a:gd name="connsiteY143" fmla="*/ 5357801 h 6858000"/>
              <a:gd name="connsiteX144" fmla="*/ 242360 w 5734864"/>
              <a:gd name="connsiteY144" fmla="*/ 5460080 h 6858000"/>
              <a:gd name="connsiteX145" fmla="*/ 229880 w 5734864"/>
              <a:gd name="connsiteY145" fmla="*/ 5539714 h 6858000"/>
              <a:gd name="connsiteX146" fmla="*/ 204283 w 5734864"/>
              <a:gd name="connsiteY146" fmla="*/ 5639080 h 6858000"/>
              <a:gd name="connsiteX147" fmla="*/ 198948 w 5734864"/>
              <a:gd name="connsiteY147" fmla="*/ 5710958 h 6858000"/>
              <a:gd name="connsiteX148" fmla="*/ 192367 w 5734864"/>
              <a:gd name="connsiteY148" fmla="*/ 5719859 h 6858000"/>
              <a:gd name="connsiteX149" fmla="*/ 188035 w 5734864"/>
              <a:gd name="connsiteY149" fmla="*/ 5729935 h 6858000"/>
              <a:gd name="connsiteX150" fmla="*/ 188428 w 5734864"/>
              <a:gd name="connsiteY150" fmla="*/ 5731182 h 6858000"/>
              <a:gd name="connsiteX151" fmla="*/ 181635 w 5734864"/>
              <a:gd name="connsiteY151" fmla="*/ 5753538 h 6858000"/>
              <a:gd name="connsiteX152" fmla="*/ 169744 w 5734864"/>
              <a:gd name="connsiteY152" fmla="*/ 5796307 h 6858000"/>
              <a:gd name="connsiteX153" fmla="*/ 170351 w 5734864"/>
              <a:gd name="connsiteY153" fmla="*/ 5796644 h 6858000"/>
              <a:gd name="connsiteX154" fmla="*/ 171559 w 5734864"/>
              <a:gd name="connsiteY154" fmla="*/ 5803435 h 6858000"/>
              <a:gd name="connsiteX155" fmla="*/ 172284 w 5734864"/>
              <a:gd name="connsiteY155" fmla="*/ 5816391 h 6858000"/>
              <a:gd name="connsiteX156" fmla="*/ 182542 w 5734864"/>
              <a:gd name="connsiteY156" fmla="*/ 5846382 h 6858000"/>
              <a:gd name="connsiteX157" fmla="*/ 175877 w 5734864"/>
              <a:gd name="connsiteY157" fmla="*/ 5871336 h 6858000"/>
              <a:gd name="connsiteX158" fmla="*/ 174910 w 5734864"/>
              <a:gd name="connsiteY158" fmla="*/ 5876376 h 6858000"/>
              <a:gd name="connsiteX159" fmla="*/ 175047 w 5734864"/>
              <a:gd name="connsiteY159" fmla="*/ 5876483 h 6858000"/>
              <a:gd name="connsiteX160" fmla="*/ 174335 w 5734864"/>
              <a:gd name="connsiteY160" fmla="*/ 5881814 h 6858000"/>
              <a:gd name="connsiteX161" fmla="*/ 171273 w 5734864"/>
              <a:gd name="connsiteY161" fmla="*/ 5895339 h 6858000"/>
              <a:gd name="connsiteX162" fmla="*/ 171658 w 5734864"/>
              <a:gd name="connsiteY162" fmla="*/ 5898749 h 6858000"/>
              <a:gd name="connsiteX163" fmla="*/ 174658 w 5734864"/>
              <a:gd name="connsiteY163" fmla="*/ 5919558 h 6858000"/>
              <a:gd name="connsiteX164" fmla="*/ 169099 w 5734864"/>
              <a:gd name="connsiteY164" fmla="*/ 5984417 h 6858000"/>
              <a:gd name="connsiteX165" fmla="*/ 162007 w 5734864"/>
              <a:gd name="connsiteY165" fmla="*/ 6049043 h 6858000"/>
              <a:gd name="connsiteX166" fmla="*/ 156875 w 5734864"/>
              <a:gd name="connsiteY166" fmla="*/ 6114000 h 6858000"/>
              <a:gd name="connsiteX167" fmla="*/ 165441 w 5734864"/>
              <a:gd name="connsiteY167" fmla="*/ 6146938 h 6858000"/>
              <a:gd name="connsiteX168" fmla="*/ 165177 w 5734864"/>
              <a:gd name="connsiteY168" fmla="*/ 6150658 h 6858000"/>
              <a:gd name="connsiteX169" fmla="*/ 161772 w 5734864"/>
              <a:gd name="connsiteY169" fmla="*/ 6160011 h 6858000"/>
              <a:gd name="connsiteX170" fmla="*/ 160051 w 5734864"/>
              <a:gd name="connsiteY170" fmla="*/ 6163393 h 6858000"/>
              <a:gd name="connsiteX171" fmla="*/ 158473 w 5734864"/>
              <a:gd name="connsiteY171" fmla="*/ 6168628 h 6858000"/>
              <a:gd name="connsiteX172" fmla="*/ 158573 w 5734864"/>
              <a:gd name="connsiteY172" fmla="*/ 6168799 h 6858000"/>
              <a:gd name="connsiteX173" fmla="*/ 146463 w 5734864"/>
              <a:gd name="connsiteY173" fmla="*/ 6196671 h 6858000"/>
              <a:gd name="connsiteX174" fmla="*/ 150209 w 5734864"/>
              <a:gd name="connsiteY174" fmla="*/ 6232365 h 6858000"/>
              <a:gd name="connsiteX175" fmla="*/ 148544 w 5734864"/>
              <a:gd name="connsiteY175" fmla="*/ 6246162 h 6858000"/>
              <a:gd name="connsiteX176" fmla="*/ 148403 w 5734864"/>
              <a:gd name="connsiteY176" fmla="*/ 6253754 h 6858000"/>
              <a:gd name="connsiteX177" fmla="*/ 138880 w 5734864"/>
              <a:gd name="connsiteY177" fmla="*/ 6276449 h 6858000"/>
              <a:gd name="connsiteX178" fmla="*/ 138683 w 5734864"/>
              <a:gd name="connsiteY178" fmla="*/ 6279721 h 6858000"/>
              <a:gd name="connsiteX179" fmla="*/ 130721 w 5734864"/>
              <a:gd name="connsiteY179" fmla="*/ 6293675 h 6858000"/>
              <a:gd name="connsiteX180" fmla="*/ 120717 w 5734864"/>
              <a:gd name="connsiteY180" fmla="*/ 6313967 h 6858000"/>
              <a:gd name="connsiteX181" fmla="*/ 120841 w 5734864"/>
              <a:gd name="connsiteY181" fmla="*/ 6315437 h 6858000"/>
              <a:gd name="connsiteX182" fmla="*/ 115208 w 5734864"/>
              <a:gd name="connsiteY182" fmla="*/ 6324024 h 6858000"/>
              <a:gd name="connsiteX183" fmla="*/ 101217 w 5734864"/>
              <a:gd name="connsiteY183" fmla="*/ 6365923 h 6858000"/>
              <a:gd name="connsiteX184" fmla="*/ 74946 w 5734864"/>
              <a:gd name="connsiteY184" fmla="*/ 6556817 h 6858000"/>
              <a:gd name="connsiteX185" fmla="*/ 16001 w 5734864"/>
              <a:gd name="connsiteY185" fmla="*/ 6808678 h 6858000"/>
              <a:gd name="connsiteX186" fmla="*/ 0 w 5734864"/>
              <a:gd name="connsiteY186" fmla="*/ 6858000 h 6858000"/>
              <a:gd name="connsiteX187" fmla="*/ 5734864 w 5734864"/>
              <a:gd name="connsiteY187" fmla="*/ 6858000 h 6858000"/>
              <a:gd name="connsiteX188" fmla="*/ 5734864 w 5734864"/>
              <a:gd name="connsiteY188" fmla="*/ 0 h 6858000"/>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7865 w 5734864"/>
              <a:gd name="connsiteY13" fmla="*/ 1070795 h 6858000"/>
              <a:gd name="connsiteX14" fmla="*/ 862786 w 5734864"/>
              <a:gd name="connsiteY14" fmla="*/ 1238994 h 6858000"/>
              <a:gd name="connsiteX15" fmla="*/ 859345 w 5734864"/>
              <a:gd name="connsiteY15" fmla="*/ 1380427 h 6858000"/>
              <a:gd name="connsiteX16" fmla="*/ 855172 w 5734864"/>
              <a:gd name="connsiteY16" fmla="*/ 1435262 h 6858000"/>
              <a:gd name="connsiteX17" fmla="*/ 860494 w 5734864"/>
              <a:gd name="connsiteY17" fmla="*/ 1453861 h 6858000"/>
              <a:gd name="connsiteX18" fmla="*/ 853731 w 5734864"/>
              <a:gd name="connsiteY18" fmla="*/ 1467047 h 6858000"/>
              <a:gd name="connsiteX19" fmla="*/ 845847 w 5734864"/>
              <a:gd name="connsiteY19" fmla="*/ 1502307 h 6858000"/>
              <a:gd name="connsiteX20" fmla="*/ 817613 w 5734864"/>
              <a:gd name="connsiteY20" fmla="*/ 1565166 h 6858000"/>
              <a:gd name="connsiteX21" fmla="*/ 804223 w 5734864"/>
              <a:gd name="connsiteY21" fmla="*/ 1601941 h 6858000"/>
              <a:gd name="connsiteX22" fmla="*/ 791773 w 5734864"/>
              <a:gd name="connsiteY22" fmla="*/ 1627005 h 6858000"/>
              <a:gd name="connsiteX23" fmla="*/ 774645 w 5734864"/>
              <a:gd name="connsiteY23" fmla="*/ 1699922 h 6858000"/>
              <a:gd name="connsiteX24" fmla="*/ 752343 w 5734864"/>
              <a:gd name="connsiteY24" fmla="*/ 1824604 h 6858000"/>
              <a:gd name="connsiteX25" fmla="*/ 746254 w 5734864"/>
              <a:gd name="connsiteY25" fmla="*/ 1850222 h 6858000"/>
              <a:gd name="connsiteX26" fmla="*/ 728600 w 5734864"/>
              <a:gd name="connsiteY26" fmla="*/ 1869603 h 6858000"/>
              <a:gd name="connsiteX27" fmla="*/ 724396 w 5734864"/>
              <a:gd name="connsiteY27" fmla="*/ 1883104 h 6858000"/>
              <a:gd name="connsiteX28" fmla="*/ 722165 w 5734864"/>
              <a:gd name="connsiteY28" fmla="*/ 1885924 h 6858000"/>
              <a:gd name="connsiteX29" fmla="*/ 721338 w 5734864"/>
              <a:gd name="connsiteY29" fmla="*/ 1887123 h 6858000"/>
              <a:gd name="connsiteX30" fmla="*/ 714840 w 5734864"/>
              <a:gd name="connsiteY30" fmla="*/ 1902274 h 6858000"/>
              <a:gd name="connsiteX31" fmla="*/ 722847 w 5734864"/>
              <a:gd name="connsiteY31" fmla="*/ 1929891 h 6858000"/>
              <a:gd name="connsiteX32" fmla="*/ 714660 w 5734864"/>
              <a:gd name="connsiteY32" fmla="*/ 1982709 h 6858000"/>
              <a:gd name="connsiteX33" fmla="*/ 710759 w 5734864"/>
              <a:gd name="connsiteY33" fmla="*/ 2013010 h 6858000"/>
              <a:gd name="connsiteX34" fmla="*/ 697927 w 5734864"/>
              <a:gd name="connsiteY34" fmla="*/ 2069833 h 6858000"/>
              <a:gd name="connsiteX35" fmla="*/ 693594 w 5734864"/>
              <a:gd name="connsiteY35" fmla="*/ 2103731 h 6858000"/>
              <a:gd name="connsiteX36" fmla="*/ 691109 w 5734864"/>
              <a:gd name="connsiteY36" fmla="*/ 2124027 h 6858000"/>
              <a:gd name="connsiteX37" fmla="*/ 676593 w 5734864"/>
              <a:gd name="connsiteY37" fmla="*/ 2176182 h 6858000"/>
              <a:gd name="connsiteX38" fmla="*/ 633227 w 5734864"/>
              <a:gd name="connsiteY38" fmla="*/ 2258036 h 6858000"/>
              <a:gd name="connsiteX39" fmla="*/ 625564 w 5734864"/>
              <a:gd name="connsiteY39" fmla="*/ 2284567 h 6858000"/>
              <a:gd name="connsiteX40" fmla="*/ 627074 w 5734864"/>
              <a:gd name="connsiteY40" fmla="*/ 2289605 h 6858000"/>
              <a:gd name="connsiteX41" fmla="*/ 614574 w 5734864"/>
              <a:gd name="connsiteY41" fmla="*/ 2308717 h 6858000"/>
              <a:gd name="connsiteX42" fmla="*/ 606890 w 5734864"/>
              <a:gd name="connsiteY42" fmla="*/ 2320662 h 6858000"/>
              <a:gd name="connsiteX43" fmla="*/ 605558 w 5734864"/>
              <a:gd name="connsiteY43" fmla="*/ 2327897 h 6858000"/>
              <a:gd name="connsiteX44" fmla="*/ 602202 w 5734864"/>
              <a:gd name="connsiteY44" fmla="*/ 2357749 h 6858000"/>
              <a:gd name="connsiteX45" fmla="*/ 600213 w 5734864"/>
              <a:gd name="connsiteY45" fmla="*/ 2364905 h 6858000"/>
              <a:gd name="connsiteX46" fmla="*/ 597160 w 5734864"/>
              <a:gd name="connsiteY46" fmla="*/ 2388351 h 6858000"/>
              <a:gd name="connsiteX47" fmla="*/ 597982 w 5734864"/>
              <a:gd name="connsiteY47" fmla="*/ 2402296 h 6858000"/>
              <a:gd name="connsiteX48" fmla="*/ 593150 w 5734864"/>
              <a:gd name="connsiteY48" fmla="*/ 2420015 h 6858000"/>
              <a:gd name="connsiteX49" fmla="*/ 592833 w 5734864"/>
              <a:gd name="connsiteY49" fmla="*/ 2422749 h 6858000"/>
              <a:gd name="connsiteX50" fmla="*/ 594479 w 5734864"/>
              <a:gd name="connsiteY50" fmla="*/ 2426002 h 6858000"/>
              <a:gd name="connsiteX51" fmla="*/ 591963 w 5734864"/>
              <a:gd name="connsiteY51" fmla="*/ 2431950 h 6858000"/>
              <a:gd name="connsiteX52" fmla="*/ 591544 w 5734864"/>
              <a:gd name="connsiteY52" fmla="*/ 2433897 h 6858000"/>
              <a:gd name="connsiteX53" fmla="*/ 589519 w 5734864"/>
              <a:gd name="connsiteY53" fmla="*/ 2451398 h 6858000"/>
              <a:gd name="connsiteX54" fmla="*/ 590037 w 5734864"/>
              <a:gd name="connsiteY54" fmla="*/ 2455536 h 6858000"/>
              <a:gd name="connsiteX55" fmla="*/ 588179 w 5734864"/>
              <a:gd name="connsiteY55" fmla="*/ 2462981 h 6858000"/>
              <a:gd name="connsiteX56" fmla="*/ 583434 w 5734864"/>
              <a:gd name="connsiteY56" fmla="*/ 2503991 h 6858000"/>
              <a:gd name="connsiteX57" fmla="*/ 567942 w 5734864"/>
              <a:gd name="connsiteY57" fmla="*/ 2652936 h 6858000"/>
              <a:gd name="connsiteX58" fmla="*/ 573869 w 5734864"/>
              <a:gd name="connsiteY58" fmla="*/ 2670188 h 6858000"/>
              <a:gd name="connsiteX59" fmla="*/ 575243 w 5734864"/>
              <a:gd name="connsiteY59" fmla="*/ 2688114 h 6858000"/>
              <a:gd name="connsiteX60" fmla="*/ 573824 w 5734864"/>
              <a:gd name="connsiteY60" fmla="*/ 2689856 h 6858000"/>
              <a:gd name="connsiteX61" fmla="*/ 570699 w 5734864"/>
              <a:gd name="connsiteY61" fmla="*/ 2709353 h 6858000"/>
              <a:gd name="connsiteX62" fmla="*/ 573192 w 5734864"/>
              <a:gd name="connsiteY62" fmla="*/ 2714527 h 6858000"/>
              <a:gd name="connsiteX63" fmla="*/ 572044 w 5734864"/>
              <a:gd name="connsiteY63" fmla="*/ 2728187 h 6858000"/>
              <a:gd name="connsiteX64" fmla="*/ 572465 w 5734864"/>
              <a:gd name="connsiteY64" fmla="*/ 2755863 h 6858000"/>
              <a:gd name="connsiteX65" fmla="*/ 570028 w 5734864"/>
              <a:gd name="connsiteY65" fmla="*/ 2760324 h 6858000"/>
              <a:gd name="connsiteX66" fmla="*/ 566748 w 5734864"/>
              <a:gd name="connsiteY66" fmla="*/ 2800948 h 6858000"/>
              <a:gd name="connsiteX67" fmla="*/ 565509 w 5734864"/>
              <a:gd name="connsiteY67" fmla="*/ 2801167 h 6858000"/>
              <a:gd name="connsiteX68" fmla="*/ 559367 w 5734864"/>
              <a:gd name="connsiteY68" fmla="*/ 2811129 h 6858000"/>
              <a:gd name="connsiteX69" fmla="*/ 550354 w 5734864"/>
              <a:gd name="connsiteY69" fmla="*/ 2830949 h 6858000"/>
              <a:gd name="connsiteX70" fmla="*/ 514795 w 5734864"/>
              <a:gd name="connsiteY70" fmla="*/ 2872433 h 6858000"/>
              <a:gd name="connsiteX71" fmla="*/ 509875 w 5734864"/>
              <a:gd name="connsiteY71" fmla="*/ 2923099 h 6858000"/>
              <a:gd name="connsiteX72" fmla="*/ 509577 w 5734864"/>
              <a:gd name="connsiteY72" fmla="*/ 2923197 h 6858000"/>
              <a:gd name="connsiteX73" fmla="*/ 507597 w 5734864"/>
              <a:gd name="connsiteY73" fmla="*/ 2931868 h 6858000"/>
              <a:gd name="connsiteX74" fmla="*/ 507379 w 5734864"/>
              <a:gd name="connsiteY74" fmla="*/ 2938322 h 6858000"/>
              <a:gd name="connsiteX75" fmla="*/ 504725 w 5734864"/>
              <a:gd name="connsiteY75" fmla="*/ 2954519 h 6858000"/>
              <a:gd name="connsiteX76" fmla="*/ 502018 w 5734864"/>
              <a:gd name="connsiteY76" fmla="*/ 2959643 h 6858000"/>
              <a:gd name="connsiteX77" fmla="*/ 498360 w 5734864"/>
              <a:gd name="connsiteY77" fmla="*/ 2961019 h 6858000"/>
              <a:gd name="connsiteX78" fmla="*/ 498483 w 5734864"/>
              <a:gd name="connsiteY78" fmla="*/ 2962590 h 6858000"/>
              <a:gd name="connsiteX79" fmla="*/ 484403 w 5734864"/>
              <a:gd name="connsiteY79" fmla="*/ 2990538 h 6858000"/>
              <a:gd name="connsiteX80" fmla="*/ 463075 w 5734864"/>
              <a:gd name="connsiteY80" fmla="*/ 3055956 h 6858000"/>
              <a:gd name="connsiteX81" fmla="*/ 455013 w 5734864"/>
              <a:gd name="connsiteY81" fmla="*/ 3094482 h 6858000"/>
              <a:gd name="connsiteX82" fmla="*/ 428391 w 5734864"/>
              <a:gd name="connsiteY82" fmla="*/ 3198850 h 6858000"/>
              <a:gd name="connsiteX83" fmla="*/ 401440 w 5734864"/>
              <a:gd name="connsiteY83" fmla="*/ 3307560 h 6858000"/>
              <a:gd name="connsiteX84" fmla="*/ 386076 w 5734864"/>
              <a:gd name="connsiteY84" fmla="*/ 3373943 h 6858000"/>
              <a:gd name="connsiteX85" fmla="*/ 374726 w 5734864"/>
              <a:gd name="connsiteY85" fmla="*/ 3381364 h 6858000"/>
              <a:gd name="connsiteX86" fmla="*/ 369145 w 5734864"/>
              <a:gd name="connsiteY86" fmla="*/ 3383729 h 6858000"/>
              <a:gd name="connsiteX87" fmla="*/ 364294 w 5734864"/>
              <a:gd name="connsiteY87" fmla="*/ 3414159 h 6858000"/>
              <a:gd name="connsiteX88" fmla="*/ 366450 w 5734864"/>
              <a:gd name="connsiteY88" fmla="*/ 3436925 h 6858000"/>
              <a:gd name="connsiteX89" fmla="*/ 351743 w 5734864"/>
              <a:gd name="connsiteY89" fmla="*/ 3521619 h 6858000"/>
              <a:gd name="connsiteX90" fmla="*/ 345784 w 5734864"/>
              <a:gd name="connsiteY90" fmla="*/ 3603757 h 6858000"/>
              <a:gd name="connsiteX91" fmla="*/ 344198 w 5734864"/>
              <a:gd name="connsiteY91" fmla="*/ 3652424 h 6858000"/>
              <a:gd name="connsiteX92" fmla="*/ 352450 w 5734864"/>
              <a:gd name="connsiteY92" fmla="*/ 3665222 h 6858000"/>
              <a:gd name="connsiteX93" fmla="*/ 342621 w 5734864"/>
              <a:gd name="connsiteY93" fmla="*/ 3700804 h 6858000"/>
              <a:gd name="connsiteX94" fmla="*/ 341514 w 5734864"/>
              <a:gd name="connsiteY94" fmla="*/ 3734774 h 6858000"/>
              <a:gd name="connsiteX95" fmla="*/ 340607 w 5734864"/>
              <a:gd name="connsiteY95" fmla="*/ 3785153 h 6858000"/>
              <a:gd name="connsiteX96" fmla="*/ 340707 w 5734864"/>
              <a:gd name="connsiteY96" fmla="*/ 3788177 h 6858000"/>
              <a:gd name="connsiteX97" fmla="*/ 340361 w 5734864"/>
              <a:gd name="connsiteY97" fmla="*/ 3798803 h 6858000"/>
              <a:gd name="connsiteX98" fmla="*/ 339642 w 5734864"/>
              <a:gd name="connsiteY98" fmla="*/ 3838750 h 6858000"/>
              <a:gd name="connsiteX99" fmla="*/ 360295 w 5734864"/>
              <a:gd name="connsiteY99" fmla="*/ 4015196 h 6858000"/>
              <a:gd name="connsiteX100" fmla="*/ 339043 w 5734864"/>
              <a:gd name="connsiteY100" fmla="*/ 4052778 h 6858000"/>
              <a:gd name="connsiteX101" fmla="*/ 339343 w 5734864"/>
              <a:gd name="connsiteY101" fmla="*/ 4096257 h 6858000"/>
              <a:gd name="connsiteX102" fmla="*/ 340786 w 5734864"/>
              <a:gd name="connsiteY102" fmla="*/ 4321136 h 6858000"/>
              <a:gd name="connsiteX103" fmla="*/ 343158 w 5734864"/>
              <a:gd name="connsiteY103" fmla="*/ 4429174 h 6858000"/>
              <a:gd name="connsiteX104" fmla="*/ 334599 w 5734864"/>
              <a:gd name="connsiteY104" fmla="*/ 4449938 h 6858000"/>
              <a:gd name="connsiteX105" fmla="*/ 332890 w 5734864"/>
              <a:gd name="connsiteY105" fmla="*/ 4453515 h 6858000"/>
              <a:gd name="connsiteX106" fmla="*/ 331105 w 5734864"/>
              <a:gd name="connsiteY106" fmla="*/ 4467941 h 6858000"/>
              <a:gd name="connsiteX107" fmla="*/ 324289 w 5734864"/>
              <a:gd name="connsiteY107" fmla="*/ 4471861 h 6858000"/>
              <a:gd name="connsiteX108" fmla="*/ 317079 w 5734864"/>
              <a:gd name="connsiteY108" fmla="*/ 4493468 h 6858000"/>
              <a:gd name="connsiteX109" fmla="*/ 315557 w 5734864"/>
              <a:gd name="connsiteY109" fmla="*/ 4520067 h 6858000"/>
              <a:gd name="connsiteX110" fmla="*/ 315240 w 5734864"/>
              <a:gd name="connsiteY110" fmla="*/ 4536872 h 6858000"/>
              <a:gd name="connsiteX111" fmla="*/ 316200 w 5734864"/>
              <a:gd name="connsiteY111" fmla="*/ 4538297 h 6858000"/>
              <a:gd name="connsiteX112" fmla="*/ 317507 w 5734864"/>
              <a:gd name="connsiteY112" fmla="*/ 4547582 h 6858000"/>
              <a:gd name="connsiteX113" fmla="*/ 323078 w 5734864"/>
              <a:gd name="connsiteY113" fmla="*/ 4592102 h 6858000"/>
              <a:gd name="connsiteX114" fmla="*/ 328722 w 5734864"/>
              <a:gd name="connsiteY114" fmla="*/ 4667914 h 6858000"/>
              <a:gd name="connsiteX115" fmla="*/ 335597 w 5734864"/>
              <a:gd name="connsiteY115" fmla="*/ 4695035 h 6858000"/>
              <a:gd name="connsiteX116" fmla="*/ 339485 w 5734864"/>
              <a:gd name="connsiteY116" fmla="*/ 4695979 h 6858000"/>
              <a:gd name="connsiteX117" fmla="*/ 341089 w 5734864"/>
              <a:gd name="connsiteY117" fmla="*/ 4704268 h 6858000"/>
              <a:gd name="connsiteX118" fmla="*/ 342177 w 5734864"/>
              <a:gd name="connsiteY118" fmla="*/ 4706060 h 6858000"/>
              <a:gd name="connsiteX119" fmla="*/ 347751 w 5734864"/>
              <a:gd name="connsiteY119" fmla="*/ 4716754 h 6858000"/>
              <a:gd name="connsiteX120" fmla="*/ 344125 w 5734864"/>
              <a:gd name="connsiteY120" fmla="*/ 4764669 h 6858000"/>
              <a:gd name="connsiteX121" fmla="*/ 340188 w 5734864"/>
              <a:gd name="connsiteY121" fmla="*/ 4779386 h 6858000"/>
              <a:gd name="connsiteX122" fmla="*/ 335146 w 5734864"/>
              <a:gd name="connsiteY122" fmla="*/ 4787491 h 6858000"/>
              <a:gd name="connsiteX123" fmla="*/ 319124 w 5734864"/>
              <a:gd name="connsiteY123" fmla="*/ 4843514 h 6858000"/>
              <a:gd name="connsiteX124" fmla="*/ 305956 w 5734864"/>
              <a:gd name="connsiteY124" fmla="*/ 4881505 h 6858000"/>
              <a:gd name="connsiteX125" fmla="*/ 301062 w 5734864"/>
              <a:gd name="connsiteY125" fmla="*/ 4889332 h 6858000"/>
              <a:gd name="connsiteX126" fmla="*/ 302141 w 5734864"/>
              <a:gd name="connsiteY126" fmla="*/ 4899400 h 6858000"/>
              <a:gd name="connsiteX127" fmla="*/ 304424 w 5734864"/>
              <a:gd name="connsiteY127" fmla="*/ 4902664 h 6858000"/>
              <a:gd name="connsiteX128" fmla="*/ 293123 w 5734864"/>
              <a:gd name="connsiteY128" fmla="*/ 4932769 h 6858000"/>
              <a:gd name="connsiteX129" fmla="*/ 292275 w 5734864"/>
              <a:gd name="connsiteY129" fmla="*/ 4936482 h 6858000"/>
              <a:gd name="connsiteX130" fmla="*/ 288304 w 5734864"/>
              <a:gd name="connsiteY130" fmla="*/ 4962325 h 6858000"/>
              <a:gd name="connsiteX131" fmla="*/ 287420 w 5734864"/>
              <a:gd name="connsiteY131" fmla="*/ 5042193 h 6858000"/>
              <a:gd name="connsiteX132" fmla="*/ 287020 w 5734864"/>
              <a:gd name="connsiteY132" fmla="*/ 5065655 h 6858000"/>
              <a:gd name="connsiteX133" fmla="*/ 288488 w 5734864"/>
              <a:gd name="connsiteY133" fmla="*/ 5082216 h 6858000"/>
              <a:gd name="connsiteX134" fmla="*/ 282763 w 5734864"/>
              <a:gd name="connsiteY134" fmla="*/ 5127114 h 6858000"/>
              <a:gd name="connsiteX135" fmla="*/ 269316 w 5734864"/>
              <a:gd name="connsiteY135" fmla="*/ 5202682 h 6858000"/>
              <a:gd name="connsiteX136" fmla="*/ 269174 w 5734864"/>
              <a:gd name="connsiteY136" fmla="*/ 5230835 h 6858000"/>
              <a:gd name="connsiteX137" fmla="*/ 272679 w 5734864"/>
              <a:gd name="connsiteY137" fmla="*/ 5232660 h 6858000"/>
              <a:gd name="connsiteX138" fmla="*/ 272160 w 5734864"/>
              <a:gd name="connsiteY138" fmla="*/ 5241150 h 6858000"/>
              <a:gd name="connsiteX139" fmla="*/ 272760 w 5734864"/>
              <a:gd name="connsiteY139" fmla="*/ 5243156 h 6858000"/>
              <a:gd name="connsiteX140" fmla="*/ 275462 w 5734864"/>
              <a:gd name="connsiteY140" fmla="*/ 5254919 h 6858000"/>
              <a:gd name="connsiteX141" fmla="*/ 262897 w 5734864"/>
              <a:gd name="connsiteY141" fmla="*/ 5286259 h 6858000"/>
              <a:gd name="connsiteX142" fmla="*/ 252761 w 5734864"/>
              <a:gd name="connsiteY142" fmla="*/ 5357801 h 6858000"/>
              <a:gd name="connsiteX143" fmla="*/ 242360 w 5734864"/>
              <a:gd name="connsiteY143" fmla="*/ 5460080 h 6858000"/>
              <a:gd name="connsiteX144" fmla="*/ 229880 w 5734864"/>
              <a:gd name="connsiteY144" fmla="*/ 5539714 h 6858000"/>
              <a:gd name="connsiteX145" fmla="*/ 204283 w 5734864"/>
              <a:gd name="connsiteY145" fmla="*/ 5639080 h 6858000"/>
              <a:gd name="connsiteX146" fmla="*/ 198948 w 5734864"/>
              <a:gd name="connsiteY146" fmla="*/ 5710958 h 6858000"/>
              <a:gd name="connsiteX147" fmla="*/ 192367 w 5734864"/>
              <a:gd name="connsiteY147" fmla="*/ 5719859 h 6858000"/>
              <a:gd name="connsiteX148" fmla="*/ 188035 w 5734864"/>
              <a:gd name="connsiteY148" fmla="*/ 5729935 h 6858000"/>
              <a:gd name="connsiteX149" fmla="*/ 188428 w 5734864"/>
              <a:gd name="connsiteY149" fmla="*/ 5731182 h 6858000"/>
              <a:gd name="connsiteX150" fmla="*/ 181635 w 5734864"/>
              <a:gd name="connsiteY150" fmla="*/ 5753538 h 6858000"/>
              <a:gd name="connsiteX151" fmla="*/ 169744 w 5734864"/>
              <a:gd name="connsiteY151" fmla="*/ 5796307 h 6858000"/>
              <a:gd name="connsiteX152" fmla="*/ 170351 w 5734864"/>
              <a:gd name="connsiteY152" fmla="*/ 5796644 h 6858000"/>
              <a:gd name="connsiteX153" fmla="*/ 171559 w 5734864"/>
              <a:gd name="connsiteY153" fmla="*/ 5803435 h 6858000"/>
              <a:gd name="connsiteX154" fmla="*/ 172284 w 5734864"/>
              <a:gd name="connsiteY154" fmla="*/ 5816391 h 6858000"/>
              <a:gd name="connsiteX155" fmla="*/ 182542 w 5734864"/>
              <a:gd name="connsiteY155" fmla="*/ 5846382 h 6858000"/>
              <a:gd name="connsiteX156" fmla="*/ 175877 w 5734864"/>
              <a:gd name="connsiteY156" fmla="*/ 5871336 h 6858000"/>
              <a:gd name="connsiteX157" fmla="*/ 174910 w 5734864"/>
              <a:gd name="connsiteY157" fmla="*/ 5876376 h 6858000"/>
              <a:gd name="connsiteX158" fmla="*/ 175047 w 5734864"/>
              <a:gd name="connsiteY158" fmla="*/ 5876483 h 6858000"/>
              <a:gd name="connsiteX159" fmla="*/ 174335 w 5734864"/>
              <a:gd name="connsiteY159" fmla="*/ 5881814 h 6858000"/>
              <a:gd name="connsiteX160" fmla="*/ 171273 w 5734864"/>
              <a:gd name="connsiteY160" fmla="*/ 5895339 h 6858000"/>
              <a:gd name="connsiteX161" fmla="*/ 171658 w 5734864"/>
              <a:gd name="connsiteY161" fmla="*/ 5898749 h 6858000"/>
              <a:gd name="connsiteX162" fmla="*/ 174658 w 5734864"/>
              <a:gd name="connsiteY162" fmla="*/ 5919558 h 6858000"/>
              <a:gd name="connsiteX163" fmla="*/ 169099 w 5734864"/>
              <a:gd name="connsiteY163" fmla="*/ 5984417 h 6858000"/>
              <a:gd name="connsiteX164" fmla="*/ 162007 w 5734864"/>
              <a:gd name="connsiteY164" fmla="*/ 6049043 h 6858000"/>
              <a:gd name="connsiteX165" fmla="*/ 156875 w 5734864"/>
              <a:gd name="connsiteY165" fmla="*/ 6114000 h 6858000"/>
              <a:gd name="connsiteX166" fmla="*/ 165441 w 5734864"/>
              <a:gd name="connsiteY166" fmla="*/ 6146938 h 6858000"/>
              <a:gd name="connsiteX167" fmla="*/ 165177 w 5734864"/>
              <a:gd name="connsiteY167" fmla="*/ 6150658 h 6858000"/>
              <a:gd name="connsiteX168" fmla="*/ 161772 w 5734864"/>
              <a:gd name="connsiteY168" fmla="*/ 6160011 h 6858000"/>
              <a:gd name="connsiteX169" fmla="*/ 160051 w 5734864"/>
              <a:gd name="connsiteY169" fmla="*/ 6163393 h 6858000"/>
              <a:gd name="connsiteX170" fmla="*/ 158473 w 5734864"/>
              <a:gd name="connsiteY170" fmla="*/ 6168628 h 6858000"/>
              <a:gd name="connsiteX171" fmla="*/ 158573 w 5734864"/>
              <a:gd name="connsiteY171" fmla="*/ 6168799 h 6858000"/>
              <a:gd name="connsiteX172" fmla="*/ 146463 w 5734864"/>
              <a:gd name="connsiteY172" fmla="*/ 6196671 h 6858000"/>
              <a:gd name="connsiteX173" fmla="*/ 150209 w 5734864"/>
              <a:gd name="connsiteY173" fmla="*/ 6232365 h 6858000"/>
              <a:gd name="connsiteX174" fmla="*/ 148544 w 5734864"/>
              <a:gd name="connsiteY174" fmla="*/ 6246162 h 6858000"/>
              <a:gd name="connsiteX175" fmla="*/ 148403 w 5734864"/>
              <a:gd name="connsiteY175" fmla="*/ 6253754 h 6858000"/>
              <a:gd name="connsiteX176" fmla="*/ 138880 w 5734864"/>
              <a:gd name="connsiteY176" fmla="*/ 6276449 h 6858000"/>
              <a:gd name="connsiteX177" fmla="*/ 138683 w 5734864"/>
              <a:gd name="connsiteY177" fmla="*/ 6279721 h 6858000"/>
              <a:gd name="connsiteX178" fmla="*/ 130721 w 5734864"/>
              <a:gd name="connsiteY178" fmla="*/ 6293675 h 6858000"/>
              <a:gd name="connsiteX179" fmla="*/ 120717 w 5734864"/>
              <a:gd name="connsiteY179" fmla="*/ 6313967 h 6858000"/>
              <a:gd name="connsiteX180" fmla="*/ 120841 w 5734864"/>
              <a:gd name="connsiteY180" fmla="*/ 6315437 h 6858000"/>
              <a:gd name="connsiteX181" fmla="*/ 115208 w 5734864"/>
              <a:gd name="connsiteY181" fmla="*/ 6324024 h 6858000"/>
              <a:gd name="connsiteX182" fmla="*/ 101217 w 5734864"/>
              <a:gd name="connsiteY182" fmla="*/ 6365923 h 6858000"/>
              <a:gd name="connsiteX183" fmla="*/ 74946 w 5734864"/>
              <a:gd name="connsiteY183" fmla="*/ 6556817 h 6858000"/>
              <a:gd name="connsiteX184" fmla="*/ 16001 w 5734864"/>
              <a:gd name="connsiteY184" fmla="*/ 6808678 h 6858000"/>
              <a:gd name="connsiteX185" fmla="*/ 0 w 5734864"/>
              <a:gd name="connsiteY185" fmla="*/ 6858000 h 6858000"/>
              <a:gd name="connsiteX186" fmla="*/ 5734864 w 5734864"/>
              <a:gd name="connsiteY186" fmla="*/ 6858000 h 6858000"/>
              <a:gd name="connsiteX187" fmla="*/ 5734864 w 5734864"/>
              <a:gd name="connsiteY18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5734864" h="6858000">
                <a:moveTo>
                  <a:pt x="5734864" y="0"/>
                </a:moveTo>
                <a:lnTo>
                  <a:pt x="771611" y="0"/>
                </a:lnTo>
                <a:cubicBezTo>
                  <a:pt x="771634" y="16369"/>
                  <a:pt x="771656" y="32739"/>
                  <a:pt x="771679" y="49108"/>
                </a:cubicBezTo>
                <a:cubicBezTo>
                  <a:pt x="775201" y="55622"/>
                  <a:pt x="788724" y="196721"/>
                  <a:pt x="794248" y="200968"/>
                </a:cubicBezTo>
                <a:lnTo>
                  <a:pt x="801749" y="414071"/>
                </a:lnTo>
                <a:cubicBezTo>
                  <a:pt x="807329" y="440933"/>
                  <a:pt x="835107" y="598697"/>
                  <a:pt x="818548" y="585467"/>
                </a:cubicBezTo>
                <a:cubicBezTo>
                  <a:pt x="856197" y="664140"/>
                  <a:pt x="837895" y="708473"/>
                  <a:pt x="857476" y="800623"/>
                </a:cubicBezTo>
                <a:cubicBezTo>
                  <a:pt x="822401" y="857344"/>
                  <a:pt x="855723" y="824571"/>
                  <a:pt x="851083" y="878903"/>
                </a:cubicBezTo>
                <a:cubicBezTo>
                  <a:pt x="884811" y="859448"/>
                  <a:pt x="834648" y="946397"/>
                  <a:pt x="873564" y="943826"/>
                </a:cubicBezTo>
                <a:cubicBezTo>
                  <a:pt x="871487" y="953795"/>
                  <a:pt x="868248" y="963533"/>
                  <a:pt x="864705" y="973328"/>
                </a:cubicBezTo>
                <a:lnTo>
                  <a:pt x="862869" y="978457"/>
                </a:lnTo>
                <a:lnTo>
                  <a:pt x="862233" y="998041"/>
                </a:lnTo>
                <a:lnTo>
                  <a:pt x="853665" y="1004750"/>
                </a:lnTo>
                <a:lnTo>
                  <a:pt x="847865" y="1070795"/>
                </a:lnTo>
                <a:cubicBezTo>
                  <a:pt x="870234" y="1110486"/>
                  <a:pt x="833172" y="1190441"/>
                  <a:pt x="862786" y="1238994"/>
                </a:cubicBezTo>
                <a:cubicBezTo>
                  <a:pt x="864699" y="1290599"/>
                  <a:pt x="860615" y="1347716"/>
                  <a:pt x="859345" y="1380427"/>
                </a:cubicBezTo>
                <a:cubicBezTo>
                  <a:pt x="845703" y="1396391"/>
                  <a:pt x="873184" y="1435525"/>
                  <a:pt x="855172" y="1435262"/>
                </a:cubicBezTo>
                <a:lnTo>
                  <a:pt x="860494" y="1453861"/>
                </a:lnTo>
                <a:lnTo>
                  <a:pt x="853731" y="1467047"/>
                </a:lnTo>
                <a:cubicBezTo>
                  <a:pt x="846549" y="1480528"/>
                  <a:pt x="841728" y="1491093"/>
                  <a:pt x="845847" y="1502307"/>
                </a:cubicBezTo>
                <a:lnTo>
                  <a:pt x="817613" y="1565166"/>
                </a:lnTo>
                <a:cubicBezTo>
                  <a:pt x="805468" y="1557258"/>
                  <a:pt x="816534" y="1596564"/>
                  <a:pt x="804223" y="1601941"/>
                </a:cubicBezTo>
                <a:cubicBezTo>
                  <a:pt x="794287" y="1604654"/>
                  <a:pt x="795328" y="1617209"/>
                  <a:pt x="791773" y="1627005"/>
                </a:cubicBezTo>
                <a:cubicBezTo>
                  <a:pt x="781684" y="1634393"/>
                  <a:pt x="772978" y="1683187"/>
                  <a:pt x="774645" y="1699922"/>
                </a:cubicBezTo>
                <a:cubicBezTo>
                  <a:pt x="785341" y="1746767"/>
                  <a:pt x="744845" y="1787099"/>
                  <a:pt x="752343" y="1824604"/>
                </a:cubicBezTo>
                <a:cubicBezTo>
                  <a:pt x="751502" y="1834578"/>
                  <a:pt x="749297" y="1842929"/>
                  <a:pt x="746254" y="1850222"/>
                </a:cubicBezTo>
                <a:lnTo>
                  <a:pt x="728600" y="1869603"/>
                </a:lnTo>
                <a:lnTo>
                  <a:pt x="724396" y="1883104"/>
                </a:lnTo>
                <a:lnTo>
                  <a:pt x="722165" y="1885924"/>
                </a:lnTo>
                <a:lnTo>
                  <a:pt x="721338" y="1887123"/>
                </a:lnTo>
                <a:lnTo>
                  <a:pt x="714840" y="1902274"/>
                </a:lnTo>
                <a:lnTo>
                  <a:pt x="722847" y="1929891"/>
                </a:lnTo>
                <a:lnTo>
                  <a:pt x="714660" y="1982709"/>
                </a:lnTo>
                <a:cubicBezTo>
                  <a:pt x="727725" y="2006201"/>
                  <a:pt x="714739" y="1997091"/>
                  <a:pt x="710759" y="2013010"/>
                </a:cubicBezTo>
                <a:cubicBezTo>
                  <a:pt x="707970" y="2027531"/>
                  <a:pt x="700788" y="2054714"/>
                  <a:pt x="697927" y="2069833"/>
                </a:cubicBezTo>
                <a:cubicBezTo>
                  <a:pt x="685211" y="2080229"/>
                  <a:pt x="698762" y="2088241"/>
                  <a:pt x="693594" y="2103731"/>
                </a:cubicBezTo>
                <a:cubicBezTo>
                  <a:pt x="688481" y="2110649"/>
                  <a:pt x="687183" y="2115973"/>
                  <a:pt x="691109" y="2124027"/>
                </a:cubicBezTo>
                <a:cubicBezTo>
                  <a:pt x="666413" y="2155740"/>
                  <a:pt x="688031" y="2144874"/>
                  <a:pt x="676593" y="2176182"/>
                </a:cubicBezTo>
                <a:cubicBezTo>
                  <a:pt x="665190" y="2202944"/>
                  <a:pt x="656416" y="2233857"/>
                  <a:pt x="633227" y="2258036"/>
                </a:cubicBezTo>
                <a:cubicBezTo>
                  <a:pt x="626930" y="2262191"/>
                  <a:pt x="623498" y="2274069"/>
                  <a:pt x="625564" y="2284567"/>
                </a:cubicBezTo>
                <a:cubicBezTo>
                  <a:pt x="625918" y="2286374"/>
                  <a:pt x="626427" y="2288071"/>
                  <a:pt x="627074" y="2289605"/>
                </a:cubicBezTo>
                <a:cubicBezTo>
                  <a:pt x="619029" y="2296628"/>
                  <a:pt x="616453" y="2303188"/>
                  <a:pt x="614574" y="2308717"/>
                </a:cubicBezTo>
                <a:lnTo>
                  <a:pt x="606890" y="2320662"/>
                </a:lnTo>
                <a:lnTo>
                  <a:pt x="605558" y="2327897"/>
                </a:lnTo>
                <a:lnTo>
                  <a:pt x="602202" y="2357749"/>
                </a:lnTo>
                <a:lnTo>
                  <a:pt x="600213" y="2364905"/>
                </a:lnTo>
                <a:lnTo>
                  <a:pt x="597160" y="2388351"/>
                </a:lnTo>
                <a:lnTo>
                  <a:pt x="597982" y="2402296"/>
                </a:lnTo>
                <a:lnTo>
                  <a:pt x="593150" y="2420015"/>
                </a:lnTo>
                <a:cubicBezTo>
                  <a:pt x="593044" y="2420926"/>
                  <a:pt x="592939" y="2421838"/>
                  <a:pt x="592833" y="2422749"/>
                </a:cubicBezTo>
                <a:lnTo>
                  <a:pt x="594479" y="2426002"/>
                </a:lnTo>
                <a:cubicBezTo>
                  <a:pt x="594168" y="2427683"/>
                  <a:pt x="593118" y="2429721"/>
                  <a:pt x="591963" y="2431950"/>
                </a:cubicBezTo>
                <a:cubicBezTo>
                  <a:pt x="591823" y="2432599"/>
                  <a:pt x="591684" y="2433248"/>
                  <a:pt x="591544" y="2433897"/>
                </a:cubicBezTo>
                <a:lnTo>
                  <a:pt x="589519" y="2451398"/>
                </a:lnTo>
                <a:cubicBezTo>
                  <a:pt x="589692" y="2452777"/>
                  <a:pt x="589864" y="2454157"/>
                  <a:pt x="590037" y="2455536"/>
                </a:cubicBezTo>
                <a:lnTo>
                  <a:pt x="588179" y="2462981"/>
                </a:lnTo>
                <a:lnTo>
                  <a:pt x="583434" y="2503991"/>
                </a:lnTo>
                <a:cubicBezTo>
                  <a:pt x="576530" y="2566058"/>
                  <a:pt x="570433" y="2625224"/>
                  <a:pt x="567942" y="2652936"/>
                </a:cubicBezTo>
                <a:cubicBezTo>
                  <a:pt x="570864" y="2658290"/>
                  <a:pt x="572739" y="2664095"/>
                  <a:pt x="573869" y="2670188"/>
                </a:cubicBezTo>
                <a:lnTo>
                  <a:pt x="575243" y="2688114"/>
                </a:lnTo>
                <a:lnTo>
                  <a:pt x="573824" y="2689856"/>
                </a:lnTo>
                <a:cubicBezTo>
                  <a:pt x="569972" y="2698471"/>
                  <a:pt x="569572" y="2704494"/>
                  <a:pt x="570699" y="2709353"/>
                </a:cubicBezTo>
                <a:lnTo>
                  <a:pt x="573192" y="2714527"/>
                </a:lnTo>
                <a:cubicBezTo>
                  <a:pt x="572809" y="2719080"/>
                  <a:pt x="572427" y="2723634"/>
                  <a:pt x="572044" y="2728187"/>
                </a:cubicBezTo>
                <a:cubicBezTo>
                  <a:pt x="572184" y="2737412"/>
                  <a:pt x="572325" y="2746638"/>
                  <a:pt x="572465" y="2755863"/>
                </a:cubicBezTo>
                <a:lnTo>
                  <a:pt x="570028" y="2760324"/>
                </a:lnTo>
                <a:lnTo>
                  <a:pt x="566748" y="2800948"/>
                </a:lnTo>
                <a:lnTo>
                  <a:pt x="565509" y="2801167"/>
                </a:lnTo>
                <a:cubicBezTo>
                  <a:pt x="562655" y="2802587"/>
                  <a:pt x="560408" y="2805381"/>
                  <a:pt x="559367" y="2811129"/>
                </a:cubicBezTo>
                <a:cubicBezTo>
                  <a:pt x="543471" y="2797318"/>
                  <a:pt x="552020" y="2812773"/>
                  <a:pt x="550354" y="2830949"/>
                </a:cubicBezTo>
                <a:cubicBezTo>
                  <a:pt x="525292" y="2813553"/>
                  <a:pt x="531129" y="2868192"/>
                  <a:pt x="514795" y="2872433"/>
                </a:cubicBezTo>
                <a:lnTo>
                  <a:pt x="509875" y="2923099"/>
                </a:lnTo>
                <a:lnTo>
                  <a:pt x="509577" y="2923197"/>
                </a:lnTo>
                <a:cubicBezTo>
                  <a:pt x="508704" y="2924865"/>
                  <a:pt x="508038" y="2927556"/>
                  <a:pt x="507597" y="2931868"/>
                </a:cubicBezTo>
                <a:cubicBezTo>
                  <a:pt x="507524" y="2934019"/>
                  <a:pt x="507452" y="2936171"/>
                  <a:pt x="507379" y="2938322"/>
                </a:cubicBezTo>
                <a:lnTo>
                  <a:pt x="504725" y="2954519"/>
                </a:lnTo>
                <a:lnTo>
                  <a:pt x="502018" y="2959643"/>
                </a:lnTo>
                <a:lnTo>
                  <a:pt x="498360" y="2961019"/>
                </a:lnTo>
                <a:lnTo>
                  <a:pt x="498483" y="2962590"/>
                </a:lnTo>
                <a:cubicBezTo>
                  <a:pt x="502388" y="2975027"/>
                  <a:pt x="510202" y="2980016"/>
                  <a:pt x="484403" y="2990538"/>
                </a:cubicBezTo>
                <a:cubicBezTo>
                  <a:pt x="489425" y="3018352"/>
                  <a:pt x="474337" y="3021029"/>
                  <a:pt x="463075" y="3055956"/>
                </a:cubicBezTo>
                <a:cubicBezTo>
                  <a:pt x="469487" y="3072485"/>
                  <a:pt x="464165" y="3083955"/>
                  <a:pt x="455013" y="3094482"/>
                </a:cubicBezTo>
                <a:cubicBezTo>
                  <a:pt x="453131" y="3130054"/>
                  <a:pt x="437643" y="3160106"/>
                  <a:pt x="428391" y="3198850"/>
                </a:cubicBezTo>
                <a:lnTo>
                  <a:pt x="401440" y="3307560"/>
                </a:lnTo>
                <a:lnTo>
                  <a:pt x="386076" y="3373943"/>
                </a:lnTo>
                <a:cubicBezTo>
                  <a:pt x="386236" y="3376061"/>
                  <a:pt x="380537" y="3378856"/>
                  <a:pt x="374726" y="3381364"/>
                </a:cubicBezTo>
                <a:lnTo>
                  <a:pt x="369145" y="3383729"/>
                </a:lnTo>
                <a:lnTo>
                  <a:pt x="364294" y="3414159"/>
                </a:lnTo>
                <a:lnTo>
                  <a:pt x="366450" y="3436925"/>
                </a:lnTo>
                <a:lnTo>
                  <a:pt x="351743" y="3521619"/>
                </a:lnTo>
                <a:lnTo>
                  <a:pt x="345784" y="3603757"/>
                </a:lnTo>
                <a:cubicBezTo>
                  <a:pt x="345255" y="3619979"/>
                  <a:pt x="344727" y="3636202"/>
                  <a:pt x="344198" y="3652424"/>
                </a:cubicBezTo>
                <a:lnTo>
                  <a:pt x="352450" y="3665222"/>
                </a:lnTo>
                <a:lnTo>
                  <a:pt x="342621" y="3700804"/>
                </a:lnTo>
                <a:lnTo>
                  <a:pt x="341514" y="3734774"/>
                </a:lnTo>
                <a:cubicBezTo>
                  <a:pt x="341212" y="3751567"/>
                  <a:pt x="340909" y="3768360"/>
                  <a:pt x="340607" y="3785153"/>
                </a:cubicBezTo>
                <a:cubicBezTo>
                  <a:pt x="340640" y="3786161"/>
                  <a:pt x="340674" y="3787169"/>
                  <a:pt x="340707" y="3788177"/>
                </a:cubicBezTo>
                <a:cubicBezTo>
                  <a:pt x="340592" y="3791719"/>
                  <a:pt x="340476" y="3795261"/>
                  <a:pt x="340361" y="3798803"/>
                </a:cubicBezTo>
                <a:cubicBezTo>
                  <a:pt x="340121" y="3812119"/>
                  <a:pt x="339882" y="3825434"/>
                  <a:pt x="339642" y="3838750"/>
                </a:cubicBezTo>
                <a:cubicBezTo>
                  <a:pt x="337363" y="3949044"/>
                  <a:pt x="361794" y="3960437"/>
                  <a:pt x="360295" y="4015196"/>
                </a:cubicBezTo>
                <a:lnTo>
                  <a:pt x="339043" y="4052778"/>
                </a:lnTo>
                <a:lnTo>
                  <a:pt x="339343" y="4096257"/>
                </a:lnTo>
                <a:cubicBezTo>
                  <a:pt x="362058" y="4159145"/>
                  <a:pt x="332404" y="4250479"/>
                  <a:pt x="340786" y="4321136"/>
                </a:cubicBezTo>
                <a:cubicBezTo>
                  <a:pt x="341421" y="4376624"/>
                  <a:pt x="344189" y="4407708"/>
                  <a:pt x="343158" y="4429174"/>
                </a:cubicBezTo>
                <a:cubicBezTo>
                  <a:pt x="340948" y="4436304"/>
                  <a:pt x="337887" y="4443121"/>
                  <a:pt x="334599" y="4449938"/>
                </a:cubicBezTo>
                <a:lnTo>
                  <a:pt x="332890" y="4453515"/>
                </a:lnTo>
                <a:lnTo>
                  <a:pt x="331105" y="4467941"/>
                </a:lnTo>
                <a:lnTo>
                  <a:pt x="324289" y="4471861"/>
                </a:lnTo>
                <a:lnTo>
                  <a:pt x="317079" y="4493468"/>
                </a:lnTo>
                <a:cubicBezTo>
                  <a:pt x="315353" y="4501584"/>
                  <a:pt x="314639" y="4510343"/>
                  <a:pt x="315557" y="4520067"/>
                </a:cubicBezTo>
                <a:cubicBezTo>
                  <a:pt x="315451" y="4525669"/>
                  <a:pt x="315346" y="4531270"/>
                  <a:pt x="315240" y="4536872"/>
                </a:cubicBezTo>
                <a:lnTo>
                  <a:pt x="316200" y="4538297"/>
                </a:lnTo>
                <a:cubicBezTo>
                  <a:pt x="316738" y="4541182"/>
                  <a:pt x="316785" y="4544563"/>
                  <a:pt x="317507" y="4547582"/>
                </a:cubicBezTo>
                <a:cubicBezTo>
                  <a:pt x="322716" y="4552468"/>
                  <a:pt x="324912" y="4582137"/>
                  <a:pt x="323078" y="4592102"/>
                </a:cubicBezTo>
                <a:cubicBezTo>
                  <a:pt x="314597" y="4619728"/>
                  <a:pt x="334923" y="4645745"/>
                  <a:pt x="328722" y="4667914"/>
                </a:cubicBezTo>
                <a:cubicBezTo>
                  <a:pt x="330810" y="4685069"/>
                  <a:pt x="333803" y="4690356"/>
                  <a:pt x="335597" y="4695035"/>
                </a:cubicBezTo>
                <a:lnTo>
                  <a:pt x="339485" y="4695979"/>
                </a:lnTo>
                <a:lnTo>
                  <a:pt x="341089" y="4704268"/>
                </a:lnTo>
                <a:lnTo>
                  <a:pt x="342177" y="4706060"/>
                </a:lnTo>
                <a:cubicBezTo>
                  <a:pt x="344268" y="4709474"/>
                  <a:pt x="346234" y="4712931"/>
                  <a:pt x="347751" y="4716754"/>
                </a:cubicBezTo>
                <a:lnTo>
                  <a:pt x="344125" y="4764669"/>
                </a:lnTo>
                <a:lnTo>
                  <a:pt x="340188" y="4779386"/>
                </a:lnTo>
                <a:lnTo>
                  <a:pt x="335146" y="4787491"/>
                </a:lnTo>
                <a:lnTo>
                  <a:pt x="319124" y="4843514"/>
                </a:lnTo>
                <a:lnTo>
                  <a:pt x="305956" y="4881505"/>
                </a:lnTo>
                <a:lnTo>
                  <a:pt x="301062" y="4889332"/>
                </a:lnTo>
                <a:lnTo>
                  <a:pt x="302141" y="4899400"/>
                </a:lnTo>
                <a:cubicBezTo>
                  <a:pt x="302767" y="4900706"/>
                  <a:pt x="303536" y="4901803"/>
                  <a:pt x="304424" y="4902664"/>
                </a:cubicBezTo>
                <a:lnTo>
                  <a:pt x="293123" y="4932769"/>
                </a:lnTo>
                <a:lnTo>
                  <a:pt x="292275" y="4936482"/>
                </a:lnTo>
                <a:lnTo>
                  <a:pt x="288304" y="4962325"/>
                </a:lnTo>
                <a:cubicBezTo>
                  <a:pt x="288009" y="4988948"/>
                  <a:pt x="287715" y="5015570"/>
                  <a:pt x="287420" y="5042193"/>
                </a:cubicBezTo>
                <a:cubicBezTo>
                  <a:pt x="295373" y="5039737"/>
                  <a:pt x="281659" y="5060438"/>
                  <a:pt x="287020" y="5065655"/>
                </a:cubicBezTo>
                <a:cubicBezTo>
                  <a:pt x="291675" y="5068928"/>
                  <a:pt x="288601" y="5075970"/>
                  <a:pt x="288488" y="5082216"/>
                </a:cubicBezTo>
                <a:cubicBezTo>
                  <a:pt x="292282" y="5088207"/>
                  <a:pt x="287008" y="5117775"/>
                  <a:pt x="282763" y="5127114"/>
                </a:cubicBezTo>
                <a:cubicBezTo>
                  <a:pt x="267723" y="5152218"/>
                  <a:pt x="280799" y="5182399"/>
                  <a:pt x="269316" y="5202682"/>
                </a:cubicBezTo>
                <a:cubicBezTo>
                  <a:pt x="267050" y="5219969"/>
                  <a:pt x="268614" y="5225841"/>
                  <a:pt x="269174" y="5230835"/>
                </a:cubicBezTo>
                <a:lnTo>
                  <a:pt x="272679" y="5232660"/>
                </a:lnTo>
                <a:lnTo>
                  <a:pt x="272160" y="5241150"/>
                </a:lnTo>
                <a:lnTo>
                  <a:pt x="272760" y="5243156"/>
                </a:lnTo>
                <a:cubicBezTo>
                  <a:pt x="273922" y="5246984"/>
                  <a:pt x="274952" y="5250824"/>
                  <a:pt x="275462" y="5254919"/>
                </a:cubicBezTo>
                <a:cubicBezTo>
                  <a:pt x="258407" y="5258851"/>
                  <a:pt x="276976" y="5290392"/>
                  <a:pt x="262897" y="5286259"/>
                </a:cubicBezTo>
                <a:cubicBezTo>
                  <a:pt x="262724" y="5309439"/>
                  <a:pt x="239612" y="5337531"/>
                  <a:pt x="252761" y="5357801"/>
                </a:cubicBezTo>
                <a:cubicBezTo>
                  <a:pt x="248775" y="5392256"/>
                  <a:pt x="247799" y="5423412"/>
                  <a:pt x="242360" y="5460080"/>
                </a:cubicBezTo>
                <a:cubicBezTo>
                  <a:pt x="232632" y="5488478"/>
                  <a:pt x="242025" y="5519143"/>
                  <a:pt x="229880" y="5539714"/>
                </a:cubicBezTo>
                <a:cubicBezTo>
                  <a:pt x="230558" y="5572454"/>
                  <a:pt x="222150" y="5613340"/>
                  <a:pt x="204283" y="5639080"/>
                </a:cubicBezTo>
                <a:cubicBezTo>
                  <a:pt x="201596" y="5674226"/>
                  <a:pt x="191051" y="5680198"/>
                  <a:pt x="198948" y="5710958"/>
                </a:cubicBezTo>
                <a:cubicBezTo>
                  <a:pt x="196338" y="5713534"/>
                  <a:pt x="194185" y="5716550"/>
                  <a:pt x="192367" y="5719859"/>
                </a:cubicBezTo>
                <a:lnTo>
                  <a:pt x="188035" y="5729935"/>
                </a:lnTo>
                <a:lnTo>
                  <a:pt x="188428" y="5731182"/>
                </a:lnTo>
                <a:lnTo>
                  <a:pt x="181635" y="5753538"/>
                </a:lnTo>
                <a:lnTo>
                  <a:pt x="169744" y="5796307"/>
                </a:lnTo>
                <a:lnTo>
                  <a:pt x="170351" y="5796644"/>
                </a:lnTo>
                <a:cubicBezTo>
                  <a:pt x="171558" y="5797954"/>
                  <a:pt x="172173" y="5799948"/>
                  <a:pt x="171559" y="5803435"/>
                </a:cubicBezTo>
                <a:cubicBezTo>
                  <a:pt x="182664" y="5798231"/>
                  <a:pt x="175075" y="5805646"/>
                  <a:pt x="172284" y="5816391"/>
                </a:cubicBezTo>
                <a:cubicBezTo>
                  <a:pt x="188911" y="5810703"/>
                  <a:pt x="174844" y="5841128"/>
                  <a:pt x="182542" y="5846382"/>
                </a:cubicBezTo>
                <a:cubicBezTo>
                  <a:pt x="180118" y="5854404"/>
                  <a:pt x="177856" y="5862781"/>
                  <a:pt x="175877" y="5871336"/>
                </a:cubicBezTo>
                <a:lnTo>
                  <a:pt x="174910" y="5876376"/>
                </a:lnTo>
                <a:lnTo>
                  <a:pt x="175047" y="5876483"/>
                </a:lnTo>
                <a:cubicBezTo>
                  <a:pt x="175167" y="5877594"/>
                  <a:pt x="174973" y="5879257"/>
                  <a:pt x="174335" y="5881814"/>
                </a:cubicBezTo>
                <a:lnTo>
                  <a:pt x="171273" y="5895339"/>
                </a:lnTo>
                <a:cubicBezTo>
                  <a:pt x="171401" y="5896476"/>
                  <a:pt x="171530" y="5897612"/>
                  <a:pt x="171658" y="5898749"/>
                </a:cubicBezTo>
                <a:lnTo>
                  <a:pt x="174658" y="5919558"/>
                </a:lnTo>
                <a:cubicBezTo>
                  <a:pt x="173958" y="5933601"/>
                  <a:pt x="171208" y="5962838"/>
                  <a:pt x="169099" y="5984417"/>
                </a:cubicBezTo>
                <a:cubicBezTo>
                  <a:pt x="162916" y="6005205"/>
                  <a:pt x="164971" y="6025162"/>
                  <a:pt x="162007" y="6049043"/>
                </a:cubicBezTo>
                <a:cubicBezTo>
                  <a:pt x="150795" y="6073830"/>
                  <a:pt x="160091" y="6088483"/>
                  <a:pt x="156875" y="6114000"/>
                </a:cubicBezTo>
                <a:cubicBezTo>
                  <a:pt x="141597" y="6134477"/>
                  <a:pt x="163381" y="6133378"/>
                  <a:pt x="165441" y="6146938"/>
                </a:cubicBezTo>
                <a:lnTo>
                  <a:pt x="165177" y="6150658"/>
                </a:lnTo>
                <a:lnTo>
                  <a:pt x="161772" y="6160011"/>
                </a:lnTo>
                <a:lnTo>
                  <a:pt x="160051" y="6163393"/>
                </a:lnTo>
                <a:cubicBezTo>
                  <a:pt x="159032" y="6165775"/>
                  <a:pt x="158564" y="6167421"/>
                  <a:pt x="158473" y="6168628"/>
                </a:cubicBezTo>
                <a:cubicBezTo>
                  <a:pt x="158506" y="6168685"/>
                  <a:pt x="158540" y="6168742"/>
                  <a:pt x="158573" y="6168799"/>
                </a:cubicBezTo>
                <a:lnTo>
                  <a:pt x="146463" y="6196671"/>
                </a:lnTo>
                <a:cubicBezTo>
                  <a:pt x="152348" y="6205503"/>
                  <a:pt x="134460" y="6231012"/>
                  <a:pt x="150209" y="6232365"/>
                </a:cubicBezTo>
                <a:cubicBezTo>
                  <a:pt x="145821" y="6242321"/>
                  <a:pt x="137774" y="6246719"/>
                  <a:pt x="148544" y="6246162"/>
                </a:cubicBezTo>
                <a:cubicBezTo>
                  <a:pt x="147378" y="6249522"/>
                  <a:pt x="147566" y="6251866"/>
                  <a:pt x="148403" y="6253754"/>
                </a:cubicBezTo>
                <a:lnTo>
                  <a:pt x="138880" y="6276449"/>
                </a:lnTo>
                <a:cubicBezTo>
                  <a:pt x="138814" y="6277540"/>
                  <a:pt x="138749" y="6278630"/>
                  <a:pt x="138683" y="6279721"/>
                </a:cubicBezTo>
                <a:lnTo>
                  <a:pt x="130721" y="6293675"/>
                </a:lnTo>
                <a:lnTo>
                  <a:pt x="120717" y="6313967"/>
                </a:lnTo>
                <a:cubicBezTo>
                  <a:pt x="120758" y="6314457"/>
                  <a:pt x="120800" y="6314947"/>
                  <a:pt x="120841" y="6315437"/>
                </a:cubicBezTo>
                <a:lnTo>
                  <a:pt x="115208" y="6324024"/>
                </a:lnTo>
                <a:cubicBezTo>
                  <a:pt x="113007" y="6326672"/>
                  <a:pt x="103991" y="6364381"/>
                  <a:pt x="101217" y="6365923"/>
                </a:cubicBezTo>
                <a:lnTo>
                  <a:pt x="74946" y="6556817"/>
                </a:lnTo>
                <a:cubicBezTo>
                  <a:pt x="55357" y="6665926"/>
                  <a:pt x="35695" y="6744075"/>
                  <a:pt x="16001" y="6808678"/>
                </a:cubicBezTo>
                <a:lnTo>
                  <a:pt x="0" y="6858000"/>
                </a:lnTo>
                <a:lnTo>
                  <a:pt x="5734864" y="6858000"/>
                </a:lnTo>
                <a:lnTo>
                  <a:pt x="5734864"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0C9F47C-2416-9BFE-4CCA-1B8239D63198}"/>
              </a:ext>
            </a:extLst>
          </p:cNvPr>
          <p:cNvSpPr>
            <a:spLocks noGrp="1"/>
          </p:cNvSpPr>
          <p:nvPr>
            <p:ph type="title"/>
          </p:nvPr>
        </p:nvSpPr>
        <p:spPr>
          <a:xfrm>
            <a:off x="773408" y="992094"/>
            <a:ext cx="3616913" cy="2795160"/>
          </a:xfrm>
        </p:spPr>
        <p:txBody>
          <a:bodyPr vert="horz" lIns="91440" tIns="45720" rIns="91440" bIns="45720" rtlCol="0" anchor="b">
            <a:normAutofit/>
          </a:bodyPr>
          <a:lstStyle/>
          <a:p>
            <a:pPr algn="ctr"/>
            <a:r>
              <a:rPr lang="en-US" kern="1200">
                <a:solidFill>
                  <a:schemeClr val="tx1"/>
                </a:solidFill>
                <a:latin typeface="+mj-lt"/>
                <a:ea typeface="+mj-ea"/>
                <a:cs typeface="+mj-cs"/>
              </a:rPr>
              <a:t>DllMain Issue</a:t>
            </a:r>
          </a:p>
        </p:txBody>
      </p:sp>
      <p:pic>
        <p:nvPicPr>
          <p:cNvPr id="16" name="Content Placeholder 15">
            <a:extLst>
              <a:ext uri="{FF2B5EF4-FFF2-40B4-BE49-F238E27FC236}">
                <a16:creationId xmlns:a16="http://schemas.microsoft.com/office/drawing/2014/main" id="{2B304B8D-0785-058F-1D5D-B6A53B228682}"/>
              </a:ext>
            </a:extLst>
          </p:cNvPr>
          <p:cNvPicPr>
            <a:picLocks noGrp="1" noChangeAspect="1"/>
          </p:cNvPicPr>
          <p:nvPr>
            <p:ph idx="1"/>
          </p:nvPr>
        </p:nvPicPr>
        <p:blipFill>
          <a:blip r:embed="rId2"/>
          <a:stretch>
            <a:fillRect/>
          </a:stretch>
        </p:blipFill>
        <p:spPr>
          <a:xfrm>
            <a:off x="6740434" y="216557"/>
            <a:ext cx="4278625" cy="6424885"/>
          </a:xfrm>
          <a:prstGeom prst="rect">
            <a:avLst/>
          </a:prstGeom>
        </p:spPr>
      </p:pic>
    </p:spTree>
    <p:extLst>
      <p:ext uri="{BB962C8B-B14F-4D97-AF65-F5344CB8AC3E}">
        <p14:creationId xmlns:p14="http://schemas.microsoft.com/office/powerpoint/2010/main" val="101980826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07FB1FC-CD46-C167-55C2-D94CED1C7889}"/>
            </a:ext>
          </a:extLst>
        </p:cNvPr>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838123AF-17CD-4ABB-628D-4A11199BA6D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1B081F2-ED64-751D-FD0D-E367E15529C3}"/>
              </a:ext>
            </a:extLst>
          </p:cNvPr>
          <p:cNvSpPr txBox="1"/>
          <p:nvPr/>
        </p:nvSpPr>
        <p:spPr>
          <a:xfrm>
            <a:off x="838200" y="451381"/>
            <a:ext cx="10512552" cy="4066540"/>
          </a:xfrm>
          <a:prstGeom prst="rect">
            <a:avLst/>
          </a:prstGeom>
        </p:spPr>
        <p:txBody>
          <a:bodyPr vert="horz" lIns="91440" tIns="45720" rIns="91440" bIns="45720" rtlCol="0" anchor="b">
            <a:normAutofit/>
          </a:bodyPr>
          <a:lstStyle/>
          <a:p>
            <a:pPr>
              <a:lnSpc>
                <a:spcPct val="90000"/>
              </a:lnSpc>
              <a:spcBef>
                <a:spcPct val="0"/>
              </a:spcBef>
              <a:spcAft>
                <a:spcPts val="600"/>
              </a:spcAft>
            </a:pPr>
            <a:r>
              <a:rPr lang="en-US" sz="6600" kern="1200" dirty="0">
                <a:solidFill>
                  <a:schemeClr val="tx1"/>
                </a:solidFill>
                <a:latin typeface="+mj-lt"/>
                <a:ea typeface="+mj-ea"/>
                <a:cs typeface="+mj-cs"/>
              </a:rPr>
              <a:t>Backdooring File Explorer</a:t>
            </a:r>
          </a:p>
        </p:txBody>
      </p:sp>
      <p:sp>
        <p:nvSpPr>
          <p:cNvPr id="9" name="sketch line">
            <a:extLst>
              <a:ext uri="{FF2B5EF4-FFF2-40B4-BE49-F238E27FC236}">
                <a16:creationId xmlns:a16="http://schemas.microsoft.com/office/drawing/2014/main" id="{6499EA58-7375-FCD6-4CA0-A50483356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7053887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D0035C8-E8E7-ECCC-E4E0-B60BF44D3986}"/>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B8EAA296-1321-F0EE-C09A-632E55FD81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7492964E-D9BE-2304-A6B5-4FD304BFC8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0079901D-28E9-C0D3-7527-1E1096CA2B49}"/>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Backdooring File Explorer</a:t>
            </a:r>
          </a:p>
        </p:txBody>
      </p:sp>
      <p:sp>
        <p:nvSpPr>
          <p:cNvPr id="24" name="Freeform: Shape 23">
            <a:extLst>
              <a:ext uri="{FF2B5EF4-FFF2-40B4-BE49-F238E27FC236}">
                <a16:creationId xmlns:a16="http://schemas.microsoft.com/office/drawing/2014/main" id="{E47F9E95-2054-4B93-C179-DFB3D49569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Content Placeholder 11">
            <a:extLst>
              <a:ext uri="{FF2B5EF4-FFF2-40B4-BE49-F238E27FC236}">
                <a16:creationId xmlns:a16="http://schemas.microsoft.com/office/drawing/2014/main" id="{9CF22A0E-8BD4-847D-751B-78DE4C04FA82}"/>
              </a:ext>
            </a:extLst>
          </p:cNvPr>
          <p:cNvPicPr>
            <a:picLocks noGrp="1" noChangeAspect="1"/>
          </p:cNvPicPr>
          <p:nvPr>
            <p:ph idx="1"/>
          </p:nvPr>
        </p:nvPicPr>
        <p:blipFill>
          <a:blip r:embed="rId2"/>
          <a:stretch>
            <a:fillRect/>
          </a:stretch>
        </p:blipFill>
        <p:spPr>
          <a:xfrm>
            <a:off x="922664" y="1526639"/>
            <a:ext cx="9817249" cy="4819015"/>
          </a:xfrm>
          <a:prstGeom prst="rect">
            <a:avLst/>
          </a:prstGeom>
        </p:spPr>
      </p:pic>
    </p:spTree>
    <p:extLst>
      <p:ext uri="{BB962C8B-B14F-4D97-AF65-F5344CB8AC3E}">
        <p14:creationId xmlns:p14="http://schemas.microsoft.com/office/powerpoint/2010/main" val="381962976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DC7450D-F661-1585-3699-E5E60AC2F7F5}"/>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82B5CA4C-2917-9180-FA70-2CF3A7FB22F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4F633B67-D43E-0149-4216-E684060329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ADBE1877-5212-77F0-0F90-8A26E298123D}"/>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Backdooring File Explorer</a:t>
            </a:r>
          </a:p>
        </p:txBody>
      </p:sp>
      <p:sp>
        <p:nvSpPr>
          <p:cNvPr id="24" name="Freeform: Shape 23">
            <a:extLst>
              <a:ext uri="{FF2B5EF4-FFF2-40B4-BE49-F238E27FC236}">
                <a16:creationId xmlns:a16="http://schemas.microsoft.com/office/drawing/2014/main" id="{62C7E6D1-D63B-9000-C6E4-238C852D7E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Content Placeholder 10">
            <a:extLst>
              <a:ext uri="{FF2B5EF4-FFF2-40B4-BE49-F238E27FC236}">
                <a16:creationId xmlns:a16="http://schemas.microsoft.com/office/drawing/2014/main" id="{C4271571-39E4-686B-CB34-90046F72FAEA}"/>
              </a:ext>
            </a:extLst>
          </p:cNvPr>
          <p:cNvPicPr>
            <a:picLocks noGrp="1" noChangeAspect="1"/>
          </p:cNvPicPr>
          <p:nvPr>
            <p:ph idx="1"/>
          </p:nvPr>
        </p:nvPicPr>
        <p:blipFill>
          <a:blip r:embed="rId2"/>
          <a:stretch>
            <a:fillRect/>
          </a:stretch>
        </p:blipFill>
        <p:spPr>
          <a:xfrm>
            <a:off x="838200" y="2656377"/>
            <a:ext cx="10515600" cy="2689834"/>
          </a:xfrm>
          <a:prstGeom prst="rect">
            <a:avLst/>
          </a:prstGeom>
        </p:spPr>
      </p:pic>
    </p:spTree>
    <p:extLst>
      <p:ext uri="{BB962C8B-B14F-4D97-AF65-F5344CB8AC3E}">
        <p14:creationId xmlns:p14="http://schemas.microsoft.com/office/powerpoint/2010/main" val="296487753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6BB0443-E80E-2BF4-660A-467FFE9839FA}"/>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238AC6AE-15F9-8778-F013-0E2FD3775B3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446BB11-8EA5-DA8B-1569-94F6083D9B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13C74442-DDD0-D9B8-D4E7-52F6434B414C}"/>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Backdooring File Explorer</a:t>
            </a:r>
          </a:p>
        </p:txBody>
      </p:sp>
      <p:sp>
        <p:nvSpPr>
          <p:cNvPr id="24" name="Freeform: Shape 23">
            <a:extLst>
              <a:ext uri="{FF2B5EF4-FFF2-40B4-BE49-F238E27FC236}">
                <a16:creationId xmlns:a16="http://schemas.microsoft.com/office/drawing/2014/main" id="{10FA111D-59E1-6216-F128-345C83C001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0DAF3C9D-3D5E-14D3-2570-9B1B4BE2513B}"/>
              </a:ext>
            </a:extLst>
          </p:cNvPr>
          <p:cNvSpPr txBox="1"/>
          <p:nvPr/>
        </p:nvSpPr>
        <p:spPr>
          <a:xfrm>
            <a:off x="838200" y="2130294"/>
            <a:ext cx="4330801" cy="369332"/>
          </a:xfrm>
          <a:prstGeom prst="rect">
            <a:avLst/>
          </a:prstGeom>
          <a:noFill/>
        </p:spPr>
        <p:txBody>
          <a:bodyPr wrap="none" rtlCol="0">
            <a:spAutoFit/>
          </a:bodyPr>
          <a:lstStyle/>
          <a:p>
            <a:pPr marL="285750" indent="-285750">
              <a:buFont typeface="Wingdings" pitchFamily="2" charset="2"/>
              <a:buChar char="Ø"/>
            </a:pPr>
            <a:r>
              <a:rPr lang="en-US" dirty="0"/>
              <a:t>https://</a:t>
            </a:r>
            <a:r>
              <a:rPr lang="en-US" dirty="0" err="1"/>
              <a:t>github.com</a:t>
            </a:r>
            <a:r>
              <a:rPr lang="en-US" dirty="0"/>
              <a:t>/</a:t>
            </a:r>
            <a:r>
              <a:rPr lang="en-US" dirty="0" err="1"/>
              <a:t>Tylous</a:t>
            </a:r>
            <a:r>
              <a:rPr lang="en-US" dirty="0"/>
              <a:t>/</a:t>
            </a:r>
            <a:r>
              <a:rPr lang="en-US" dirty="0" err="1"/>
              <a:t>FaceDancer</a:t>
            </a:r>
            <a:endParaRPr lang="en-US" dirty="0"/>
          </a:p>
        </p:txBody>
      </p:sp>
      <p:pic>
        <p:nvPicPr>
          <p:cNvPr id="13" name="Content Placeholder 12">
            <a:extLst>
              <a:ext uri="{FF2B5EF4-FFF2-40B4-BE49-F238E27FC236}">
                <a16:creationId xmlns:a16="http://schemas.microsoft.com/office/drawing/2014/main" id="{12389E43-AA3B-BAA3-45C0-50000F4BBD5D}"/>
              </a:ext>
            </a:extLst>
          </p:cNvPr>
          <p:cNvPicPr>
            <a:picLocks noGrp="1" noChangeAspect="1"/>
          </p:cNvPicPr>
          <p:nvPr>
            <p:ph idx="1"/>
          </p:nvPr>
        </p:nvPicPr>
        <p:blipFill>
          <a:blip r:embed="rId2"/>
          <a:stretch>
            <a:fillRect/>
          </a:stretch>
        </p:blipFill>
        <p:spPr>
          <a:xfrm>
            <a:off x="838200" y="2732973"/>
            <a:ext cx="9847217" cy="3544998"/>
          </a:xfrm>
          <a:prstGeom prst="rect">
            <a:avLst/>
          </a:prstGeom>
        </p:spPr>
      </p:pic>
    </p:spTree>
    <p:extLst>
      <p:ext uri="{BB962C8B-B14F-4D97-AF65-F5344CB8AC3E}">
        <p14:creationId xmlns:p14="http://schemas.microsoft.com/office/powerpoint/2010/main" val="359243126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ED830DE-A5F3-E875-D2A4-EC431B41EE88}"/>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B6814597-0033-1C24-ACC0-AA1E90849F2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A4F4ADD4-D95D-F606-9B8F-18202AC9F6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4B02CC4B-97B8-DC35-D63B-85226785E747}"/>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Backdooring File Explorer</a:t>
            </a:r>
          </a:p>
        </p:txBody>
      </p:sp>
      <p:sp>
        <p:nvSpPr>
          <p:cNvPr id="24" name="Freeform: Shape 23">
            <a:extLst>
              <a:ext uri="{FF2B5EF4-FFF2-40B4-BE49-F238E27FC236}">
                <a16:creationId xmlns:a16="http://schemas.microsoft.com/office/drawing/2014/main" id="{27E97502-EA10-1BB0-CE39-0A6F62A6CA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6668CE05-704D-05A9-1C9C-6FFB871CFD6E}"/>
              </a:ext>
            </a:extLst>
          </p:cNvPr>
          <p:cNvSpPr txBox="1"/>
          <p:nvPr/>
        </p:nvSpPr>
        <p:spPr>
          <a:xfrm>
            <a:off x="872066" y="2032687"/>
            <a:ext cx="4513351" cy="646331"/>
          </a:xfrm>
          <a:prstGeom prst="rect">
            <a:avLst/>
          </a:prstGeom>
          <a:noFill/>
        </p:spPr>
        <p:txBody>
          <a:bodyPr wrap="none" rtlCol="0">
            <a:spAutoFit/>
          </a:bodyPr>
          <a:lstStyle/>
          <a:p>
            <a:pPr marL="285750" indent="-285750">
              <a:buFont typeface="Wingdings" pitchFamily="2" charset="2"/>
              <a:buChar char="Ø"/>
            </a:pPr>
            <a:r>
              <a:rPr lang="en-US" dirty="0"/>
              <a:t>Generate a Raw Shellcode</a:t>
            </a:r>
          </a:p>
          <a:p>
            <a:pPr marL="285750" indent="-285750">
              <a:buFont typeface="Wingdings" pitchFamily="2" charset="2"/>
              <a:buChar char="Ø"/>
            </a:pPr>
            <a:r>
              <a:rPr lang="en-US" dirty="0"/>
              <a:t>https://</a:t>
            </a:r>
            <a:r>
              <a:rPr lang="en-US" dirty="0" err="1"/>
              <a:t>github.com</a:t>
            </a:r>
            <a:r>
              <a:rPr lang="en-US" dirty="0"/>
              <a:t>/</a:t>
            </a:r>
            <a:r>
              <a:rPr lang="en-US" dirty="0" err="1"/>
              <a:t>nickvourd</a:t>
            </a:r>
            <a:r>
              <a:rPr lang="en-US" dirty="0"/>
              <a:t>/Supernova</a:t>
            </a:r>
          </a:p>
        </p:txBody>
      </p:sp>
      <p:pic>
        <p:nvPicPr>
          <p:cNvPr id="17" name="Picture 16">
            <a:extLst>
              <a:ext uri="{FF2B5EF4-FFF2-40B4-BE49-F238E27FC236}">
                <a16:creationId xmlns:a16="http://schemas.microsoft.com/office/drawing/2014/main" id="{FE30C973-3F10-D5A4-293E-6ADF4268E7D1}"/>
              </a:ext>
            </a:extLst>
          </p:cNvPr>
          <p:cNvPicPr>
            <a:picLocks noChangeAspect="1"/>
          </p:cNvPicPr>
          <p:nvPr/>
        </p:nvPicPr>
        <p:blipFill>
          <a:blip r:embed="rId2"/>
          <a:stretch>
            <a:fillRect/>
          </a:stretch>
        </p:blipFill>
        <p:spPr>
          <a:xfrm>
            <a:off x="6257483" y="1123948"/>
            <a:ext cx="4326358" cy="5340672"/>
          </a:xfrm>
          <a:prstGeom prst="rect">
            <a:avLst/>
          </a:prstGeom>
        </p:spPr>
      </p:pic>
    </p:spTree>
    <p:extLst>
      <p:ext uri="{BB962C8B-B14F-4D97-AF65-F5344CB8AC3E}">
        <p14:creationId xmlns:p14="http://schemas.microsoft.com/office/powerpoint/2010/main" val="57596661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77F299D-6939-8803-3292-49C97097F411}"/>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8B4F6538-FE0B-3705-570D-BDDDAA651A5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10EF89B1-D5FE-3370-024F-46A99F9D34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9CC0C264-8F50-6DAE-9E9E-ED11FE2E69CF}"/>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Backdooring File Explorer</a:t>
            </a:r>
          </a:p>
        </p:txBody>
      </p:sp>
      <p:sp>
        <p:nvSpPr>
          <p:cNvPr id="24" name="Freeform: Shape 23">
            <a:extLst>
              <a:ext uri="{FF2B5EF4-FFF2-40B4-BE49-F238E27FC236}">
                <a16:creationId xmlns:a16="http://schemas.microsoft.com/office/drawing/2014/main" id="{D818FA3B-18D8-B58E-D34F-C7AC3C438D8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6D474837-3D5D-0783-54BC-F6FF2E42B2C7}"/>
              </a:ext>
            </a:extLst>
          </p:cNvPr>
          <p:cNvSpPr txBox="1"/>
          <p:nvPr/>
        </p:nvSpPr>
        <p:spPr>
          <a:xfrm>
            <a:off x="872066" y="2032687"/>
            <a:ext cx="4513351" cy="646331"/>
          </a:xfrm>
          <a:prstGeom prst="rect">
            <a:avLst/>
          </a:prstGeom>
          <a:noFill/>
        </p:spPr>
        <p:txBody>
          <a:bodyPr wrap="none" rtlCol="0">
            <a:spAutoFit/>
          </a:bodyPr>
          <a:lstStyle/>
          <a:p>
            <a:pPr marL="285750" indent="-285750">
              <a:buFont typeface="Wingdings" pitchFamily="2" charset="2"/>
              <a:buChar char="Ø"/>
            </a:pPr>
            <a:r>
              <a:rPr lang="en-US" dirty="0"/>
              <a:t>Generate a Raw Shellcode</a:t>
            </a:r>
          </a:p>
          <a:p>
            <a:pPr marL="285750" indent="-285750">
              <a:buFont typeface="Wingdings" pitchFamily="2" charset="2"/>
              <a:buChar char="Ø"/>
            </a:pPr>
            <a:r>
              <a:rPr lang="en-US" dirty="0"/>
              <a:t>https://</a:t>
            </a:r>
            <a:r>
              <a:rPr lang="en-US" dirty="0" err="1"/>
              <a:t>github.com</a:t>
            </a:r>
            <a:r>
              <a:rPr lang="en-US" dirty="0"/>
              <a:t>/</a:t>
            </a:r>
            <a:r>
              <a:rPr lang="en-US" dirty="0" err="1"/>
              <a:t>nickvourd</a:t>
            </a:r>
            <a:r>
              <a:rPr lang="en-US" dirty="0"/>
              <a:t>/Supernova</a:t>
            </a:r>
          </a:p>
        </p:txBody>
      </p:sp>
      <p:pic>
        <p:nvPicPr>
          <p:cNvPr id="17" name="Picture 16">
            <a:extLst>
              <a:ext uri="{FF2B5EF4-FFF2-40B4-BE49-F238E27FC236}">
                <a16:creationId xmlns:a16="http://schemas.microsoft.com/office/drawing/2014/main" id="{9F179D79-E88F-B932-AE13-078A9979D05B}"/>
              </a:ext>
            </a:extLst>
          </p:cNvPr>
          <p:cNvPicPr>
            <a:picLocks noChangeAspect="1"/>
          </p:cNvPicPr>
          <p:nvPr/>
        </p:nvPicPr>
        <p:blipFill>
          <a:blip r:embed="rId2"/>
          <a:stretch>
            <a:fillRect/>
          </a:stretch>
        </p:blipFill>
        <p:spPr>
          <a:xfrm>
            <a:off x="6257483" y="1123948"/>
            <a:ext cx="4326358" cy="5340672"/>
          </a:xfrm>
          <a:prstGeom prst="rect">
            <a:avLst/>
          </a:prstGeom>
        </p:spPr>
      </p:pic>
      <p:pic>
        <p:nvPicPr>
          <p:cNvPr id="3" name="Picture 2">
            <a:extLst>
              <a:ext uri="{FF2B5EF4-FFF2-40B4-BE49-F238E27FC236}">
                <a16:creationId xmlns:a16="http://schemas.microsoft.com/office/drawing/2014/main" id="{87D121BF-0925-8E8E-1D69-870C822C6DB3}"/>
              </a:ext>
            </a:extLst>
          </p:cNvPr>
          <p:cNvPicPr>
            <a:picLocks noChangeAspect="1"/>
          </p:cNvPicPr>
          <p:nvPr/>
        </p:nvPicPr>
        <p:blipFill>
          <a:blip r:embed="rId3"/>
          <a:stretch>
            <a:fillRect/>
          </a:stretch>
        </p:blipFill>
        <p:spPr>
          <a:xfrm>
            <a:off x="804756" y="3040404"/>
            <a:ext cx="9778741" cy="3448262"/>
          </a:xfrm>
          <a:prstGeom prst="rect">
            <a:avLst/>
          </a:prstGeom>
        </p:spPr>
      </p:pic>
    </p:spTree>
    <p:extLst>
      <p:ext uri="{BB962C8B-B14F-4D97-AF65-F5344CB8AC3E}">
        <p14:creationId xmlns:p14="http://schemas.microsoft.com/office/powerpoint/2010/main" val="234357553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F878F4F-01D8-0F24-CF15-709BB5EA682E}"/>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74DADBDC-8F7D-2AAB-4091-89924A3B2C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9B05A04-8538-D0D8-12B0-499406A4C6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3D584B60-1F84-E438-CB06-D4E513854A7D}"/>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Backdooring File Explorer</a:t>
            </a:r>
            <a:endParaRPr lang="en-US" sz="3600" dirty="0"/>
          </a:p>
        </p:txBody>
      </p:sp>
      <p:sp>
        <p:nvSpPr>
          <p:cNvPr id="24" name="Freeform: Shape 23">
            <a:extLst>
              <a:ext uri="{FF2B5EF4-FFF2-40B4-BE49-F238E27FC236}">
                <a16:creationId xmlns:a16="http://schemas.microsoft.com/office/drawing/2014/main" id="{C80C09C0-E2DC-7265-E398-183B408323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4432FB53-0967-517F-0938-CEB51BA4D3C8}"/>
              </a:ext>
            </a:extLst>
          </p:cNvPr>
          <p:cNvSpPr txBox="1"/>
          <p:nvPr/>
        </p:nvSpPr>
        <p:spPr>
          <a:xfrm>
            <a:off x="872066" y="2032687"/>
            <a:ext cx="2602507" cy="369332"/>
          </a:xfrm>
          <a:prstGeom prst="rect">
            <a:avLst/>
          </a:prstGeom>
          <a:noFill/>
        </p:spPr>
        <p:txBody>
          <a:bodyPr wrap="none" rtlCol="0">
            <a:spAutoFit/>
          </a:bodyPr>
          <a:lstStyle/>
          <a:p>
            <a:pPr marL="285750" indent="-285750">
              <a:buFont typeface="Wingdings" pitchFamily="2" charset="2"/>
              <a:buChar char="Ø"/>
            </a:pPr>
            <a:r>
              <a:rPr lang="en-US"/>
              <a:t>Use Demo3 Template</a:t>
            </a:r>
            <a:endParaRPr lang="en-US" dirty="0"/>
          </a:p>
        </p:txBody>
      </p:sp>
      <p:pic>
        <p:nvPicPr>
          <p:cNvPr id="4" name="Picture 3">
            <a:extLst>
              <a:ext uri="{FF2B5EF4-FFF2-40B4-BE49-F238E27FC236}">
                <a16:creationId xmlns:a16="http://schemas.microsoft.com/office/drawing/2014/main" id="{1C3ABE02-843E-D3C8-9414-5E3E2EB469C0}"/>
              </a:ext>
            </a:extLst>
          </p:cNvPr>
          <p:cNvPicPr>
            <a:picLocks noChangeAspect="1"/>
          </p:cNvPicPr>
          <p:nvPr/>
        </p:nvPicPr>
        <p:blipFill>
          <a:blip r:embed="rId2"/>
          <a:stretch>
            <a:fillRect/>
          </a:stretch>
        </p:blipFill>
        <p:spPr>
          <a:xfrm>
            <a:off x="4214947" y="2049958"/>
            <a:ext cx="6309213" cy="4414662"/>
          </a:xfrm>
          <a:prstGeom prst="rect">
            <a:avLst/>
          </a:prstGeom>
        </p:spPr>
      </p:pic>
    </p:spTree>
    <p:extLst>
      <p:ext uri="{BB962C8B-B14F-4D97-AF65-F5344CB8AC3E}">
        <p14:creationId xmlns:p14="http://schemas.microsoft.com/office/powerpoint/2010/main" val="68757651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A2A829B-81AB-3617-B67F-3339D817984F}"/>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FC7954B6-8D7C-2E0E-E4ED-4CE8F6E4CAA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DDC18AEF-4727-8D0E-CBF9-9D0C15F747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3873FBD6-2032-BBC9-E60A-14689AA98976}"/>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Backdooring File Explorer</a:t>
            </a:r>
            <a:endParaRPr lang="en-US" sz="3600" dirty="0"/>
          </a:p>
        </p:txBody>
      </p:sp>
      <p:sp>
        <p:nvSpPr>
          <p:cNvPr id="24" name="Freeform: Shape 23">
            <a:extLst>
              <a:ext uri="{FF2B5EF4-FFF2-40B4-BE49-F238E27FC236}">
                <a16:creationId xmlns:a16="http://schemas.microsoft.com/office/drawing/2014/main" id="{C2649734-75F7-039B-E20D-7AE4D404C3B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6F8990AC-B4D7-B798-ACBC-CBCB518E554B}"/>
              </a:ext>
            </a:extLst>
          </p:cNvPr>
          <p:cNvPicPr>
            <a:picLocks noChangeAspect="1"/>
          </p:cNvPicPr>
          <p:nvPr/>
        </p:nvPicPr>
        <p:blipFill>
          <a:blip r:embed="rId2"/>
          <a:stretch>
            <a:fillRect/>
          </a:stretch>
        </p:blipFill>
        <p:spPr>
          <a:xfrm>
            <a:off x="896982" y="2402019"/>
            <a:ext cx="9987435" cy="3197526"/>
          </a:xfrm>
          <a:prstGeom prst="rect">
            <a:avLst/>
          </a:prstGeom>
        </p:spPr>
      </p:pic>
      <p:sp>
        <p:nvSpPr>
          <p:cNvPr id="7" name="TextBox 6">
            <a:extLst>
              <a:ext uri="{FF2B5EF4-FFF2-40B4-BE49-F238E27FC236}">
                <a16:creationId xmlns:a16="http://schemas.microsoft.com/office/drawing/2014/main" id="{4B7291A0-28B6-763B-DE8C-C3B33C7F9AE3}"/>
              </a:ext>
            </a:extLst>
          </p:cNvPr>
          <p:cNvSpPr txBox="1"/>
          <p:nvPr/>
        </p:nvSpPr>
        <p:spPr>
          <a:xfrm>
            <a:off x="818606" y="6044106"/>
            <a:ext cx="2739211" cy="369332"/>
          </a:xfrm>
          <a:prstGeom prst="rect">
            <a:avLst/>
          </a:prstGeom>
          <a:noFill/>
        </p:spPr>
        <p:txBody>
          <a:bodyPr wrap="none" rtlCol="0">
            <a:spAutoFit/>
          </a:bodyPr>
          <a:lstStyle/>
          <a:p>
            <a:pPr marL="285750" indent="-285750">
              <a:buFont typeface="Wingdings" pitchFamily="2" charset="2"/>
              <a:buChar char="Ø"/>
            </a:pPr>
            <a:r>
              <a:rPr lang="en-US" dirty="0"/>
              <a:t>Restart the machine…</a:t>
            </a:r>
          </a:p>
        </p:txBody>
      </p:sp>
    </p:spTree>
    <p:extLst>
      <p:ext uri="{BB962C8B-B14F-4D97-AF65-F5344CB8AC3E}">
        <p14:creationId xmlns:p14="http://schemas.microsoft.com/office/powerpoint/2010/main" val="134896832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4DC55F0-E3AB-9095-9B98-1133B55CA619}"/>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AAB56152-A58B-F480-85DD-E91A30F5486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C8620639-1E06-7D03-8B7C-DB9634A81F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A8B4F129-92A8-259E-EA17-F65CE868697F}"/>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a:t>Backdooring File Explorer</a:t>
            </a:r>
            <a:endParaRPr lang="en-US" sz="3600" dirty="0"/>
          </a:p>
        </p:txBody>
      </p:sp>
      <p:sp>
        <p:nvSpPr>
          <p:cNvPr id="24" name="Freeform: Shape 23">
            <a:extLst>
              <a:ext uri="{FF2B5EF4-FFF2-40B4-BE49-F238E27FC236}">
                <a16:creationId xmlns:a16="http://schemas.microsoft.com/office/drawing/2014/main" id="{0C6F040D-1334-EF47-9BA9-4341F8704B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33B3C408-0162-4CD1-AB39-D8831A0E864A}"/>
              </a:ext>
            </a:extLst>
          </p:cNvPr>
          <p:cNvPicPr>
            <a:picLocks noChangeAspect="1"/>
          </p:cNvPicPr>
          <p:nvPr/>
        </p:nvPicPr>
        <p:blipFill>
          <a:blip r:embed="rId2"/>
          <a:stretch>
            <a:fillRect/>
          </a:stretch>
        </p:blipFill>
        <p:spPr>
          <a:xfrm>
            <a:off x="205762" y="3024594"/>
            <a:ext cx="11780475" cy="1118711"/>
          </a:xfrm>
          <a:prstGeom prst="rect">
            <a:avLst/>
          </a:prstGeom>
        </p:spPr>
      </p:pic>
      <p:sp>
        <p:nvSpPr>
          <p:cNvPr id="5" name="TextBox 4">
            <a:extLst>
              <a:ext uri="{FF2B5EF4-FFF2-40B4-BE49-F238E27FC236}">
                <a16:creationId xmlns:a16="http://schemas.microsoft.com/office/drawing/2014/main" id="{BD0ED645-7F2D-ADF3-93D2-0A92A847524D}"/>
              </a:ext>
            </a:extLst>
          </p:cNvPr>
          <p:cNvSpPr txBox="1"/>
          <p:nvPr/>
        </p:nvSpPr>
        <p:spPr>
          <a:xfrm>
            <a:off x="905692" y="2217353"/>
            <a:ext cx="184731" cy="369332"/>
          </a:xfrm>
          <a:prstGeom prst="rect">
            <a:avLst/>
          </a:prstGeom>
          <a:noFill/>
        </p:spPr>
        <p:txBody>
          <a:bodyPr wrap="none" rtlCol="0">
            <a:spAutoFit/>
          </a:bodyPr>
          <a:lstStyle/>
          <a:p>
            <a:endParaRPr lang="en-US" dirty="0"/>
          </a:p>
        </p:txBody>
      </p:sp>
      <p:sp>
        <p:nvSpPr>
          <p:cNvPr id="8" name="Up Arrow 7">
            <a:extLst>
              <a:ext uri="{FF2B5EF4-FFF2-40B4-BE49-F238E27FC236}">
                <a16:creationId xmlns:a16="http://schemas.microsoft.com/office/drawing/2014/main" id="{B32891ED-DEE7-3BB5-DA29-FB096575E5D4}"/>
              </a:ext>
            </a:extLst>
          </p:cNvPr>
          <p:cNvSpPr/>
          <p:nvPr/>
        </p:nvSpPr>
        <p:spPr>
          <a:xfrm rot="11857100">
            <a:off x="6305511" y="1191527"/>
            <a:ext cx="433577" cy="2420983"/>
          </a:xfrm>
          <a:prstGeom prst="up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8967545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D5CE9C4-82D5-1BA2-93EE-199A4DA7C382}"/>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16569A18-2F0A-25C3-F1CF-856409896B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E109AC64-DB3F-D5FC-21B8-14BFE30A674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6AF70AB9-AFC4-3B58-D740-02C044FC46D4}"/>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Exercise 4</a:t>
            </a:r>
          </a:p>
        </p:txBody>
      </p:sp>
      <p:sp>
        <p:nvSpPr>
          <p:cNvPr id="24" name="Freeform: Shape 23">
            <a:extLst>
              <a:ext uri="{FF2B5EF4-FFF2-40B4-BE49-F238E27FC236}">
                <a16:creationId xmlns:a16="http://schemas.microsoft.com/office/drawing/2014/main" id="{DABE6678-E596-62C9-D022-F9D264A51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37F9D68C-D0E4-89AB-4B71-F899A3F701F1}"/>
              </a:ext>
            </a:extLst>
          </p:cNvPr>
          <p:cNvSpPr txBox="1"/>
          <p:nvPr/>
        </p:nvSpPr>
        <p:spPr>
          <a:xfrm>
            <a:off x="905692" y="2217353"/>
            <a:ext cx="184731" cy="369332"/>
          </a:xfrm>
          <a:prstGeom prst="rect">
            <a:avLst/>
          </a:prstGeom>
          <a:noFill/>
        </p:spPr>
        <p:txBody>
          <a:bodyPr wrap="none" rtlCol="0">
            <a:spAutoFit/>
          </a:bodyPr>
          <a:lstStyle/>
          <a:p>
            <a:endParaRPr lang="en-US" dirty="0"/>
          </a:p>
        </p:txBody>
      </p:sp>
      <p:sp>
        <p:nvSpPr>
          <p:cNvPr id="3" name="TextBox 2">
            <a:extLst>
              <a:ext uri="{FF2B5EF4-FFF2-40B4-BE49-F238E27FC236}">
                <a16:creationId xmlns:a16="http://schemas.microsoft.com/office/drawing/2014/main" id="{20CF8110-5429-3EB2-109E-AA12769EA2F8}"/>
              </a:ext>
            </a:extLst>
          </p:cNvPr>
          <p:cNvSpPr txBox="1"/>
          <p:nvPr/>
        </p:nvSpPr>
        <p:spPr>
          <a:xfrm>
            <a:off x="320152" y="2624013"/>
            <a:ext cx="8087248" cy="646331"/>
          </a:xfrm>
          <a:prstGeom prst="rect">
            <a:avLst/>
          </a:prstGeom>
          <a:noFill/>
        </p:spPr>
        <p:txBody>
          <a:bodyPr wrap="square" rtlCol="0">
            <a:spAutoFit/>
          </a:bodyPr>
          <a:lstStyle/>
          <a:p>
            <a:pPr marL="285750" indent="-285750">
              <a:buFont typeface="Wingdings" pitchFamily="2" charset="2"/>
              <a:buChar char="Ø"/>
            </a:pPr>
            <a:r>
              <a:rPr lang="en-US" dirty="0"/>
              <a:t>Use </a:t>
            </a:r>
            <a:r>
              <a:rPr lang="en-US" b="1" dirty="0"/>
              <a:t>Supernova</a:t>
            </a:r>
            <a:r>
              <a:rPr lang="en-US" dirty="0"/>
              <a:t> to encrypt your own shellcode, then use the </a:t>
            </a:r>
            <a:r>
              <a:rPr lang="en-US" b="1" dirty="0"/>
              <a:t>Demo3</a:t>
            </a:r>
            <a:r>
              <a:rPr lang="en-US" dirty="0"/>
              <a:t> template to reinject the payload and re-establish the </a:t>
            </a:r>
            <a:r>
              <a:rPr lang="en-US" b="1" dirty="0" err="1"/>
              <a:t>Explorer.exe</a:t>
            </a:r>
            <a:r>
              <a:rPr lang="en-US" dirty="0"/>
              <a:t> backdoor. (8 mins)</a:t>
            </a:r>
          </a:p>
        </p:txBody>
      </p:sp>
    </p:spTree>
    <p:extLst>
      <p:ext uri="{BB962C8B-B14F-4D97-AF65-F5344CB8AC3E}">
        <p14:creationId xmlns:p14="http://schemas.microsoft.com/office/powerpoint/2010/main" val="268821600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2A84D66-EA01-E209-E1D2-DC2DEFDEBAF9}"/>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4CA84298-08B4-A4AD-FAF3-104C67426C3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605211D-7175-4809-F417-1EF5056A8BB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E6C71BF3-3E6F-B234-77EF-684D2F4EEF4E}"/>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Bonus Exercise 2</a:t>
            </a:r>
          </a:p>
        </p:txBody>
      </p:sp>
      <p:sp>
        <p:nvSpPr>
          <p:cNvPr id="24" name="Freeform: Shape 23">
            <a:extLst>
              <a:ext uri="{FF2B5EF4-FFF2-40B4-BE49-F238E27FC236}">
                <a16:creationId xmlns:a16="http://schemas.microsoft.com/office/drawing/2014/main" id="{C9276D1F-C085-F533-C774-523E8CA5A6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BA972FFE-8CCD-FC00-6A3B-03B338B5AAB5}"/>
              </a:ext>
            </a:extLst>
          </p:cNvPr>
          <p:cNvSpPr txBox="1"/>
          <p:nvPr/>
        </p:nvSpPr>
        <p:spPr>
          <a:xfrm>
            <a:off x="905692" y="2217353"/>
            <a:ext cx="184731" cy="369332"/>
          </a:xfrm>
          <a:prstGeom prst="rect">
            <a:avLst/>
          </a:prstGeom>
          <a:noFill/>
        </p:spPr>
        <p:txBody>
          <a:bodyPr wrap="none" rtlCol="0">
            <a:spAutoFit/>
          </a:bodyPr>
          <a:lstStyle/>
          <a:p>
            <a:endParaRPr lang="en-US" dirty="0"/>
          </a:p>
        </p:txBody>
      </p:sp>
      <p:sp>
        <p:nvSpPr>
          <p:cNvPr id="3" name="TextBox 2">
            <a:extLst>
              <a:ext uri="{FF2B5EF4-FFF2-40B4-BE49-F238E27FC236}">
                <a16:creationId xmlns:a16="http://schemas.microsoft.com/office/drawing/2014/main" id="{3C4C0A53-209A-AF28-7DF5-8D3B2A0D2DE3}"/>
              </a:ext>
            </a:extLst>
          </p:cNvPr>
          <p:cNvSpPr txBox="1"/>
          <p:nvPr/>
        </p:nvSpPr>
        <p:spPr>
          <a:xfrm>
            <a:off x="320151" y="2624013"/>
            <a:ext cx="8434381" cy="1211387"/>
          </a:xfrm>
          <a:prstGeom prst="rect">
            <a:avLst/>
          </a:prstGeom>
          <a:noFill/>
        </p:spPr>
        <p:txBody>
          <a:bodyPr wrap="square" rtlCol="0">
            <a:spAutoFit/>
          </a:bodyPr>
          <a:lstStyle/>
          <a:p>
            <a:pPr marL="285750" indent="-285750">
              <a:buFont typeface="Wingdings" pitchFamily="2" charset="2"/>
              <a:buChar char="Ø"/>
            </a:pPr>
            <a:r>
              <a:rPr lang="en-US" dirty="0"/>
              <a:t>Identify a CLSID used by </a:t>
            </a:r>
            <a:r>
              <a:rPr lang="en-US" b="1" dirty="0" err="1"/>
              <a:t>Explorer.exe</a:t>
            </a:r>
            <a:r>
              <a:rPr lang="en-US" dirty="0"/>
              <a:t> and apply the same technique to establish a backdoor through the corresponding COM object. Before proceeding, ensure you have created a snapshot or backup of your victim VM so you can easily restore it if needed.</a:t>
            </a:r>
          </a:p>
        </p:txBody>
      </p:sp>
    </p:spTree>
    <p:extLst>
      <p:ext uri="{BB962C8B-B14F-4D97-AF65-F5344CB8AC3E}">
        <p14:creationId xmlns:p14="http://schemas.microsoft.com/office/powerpoint/2010/main" val="124444723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51C4EF6-E993-EDFF-654E-FF69E8D8D398}"/>
            </a:ext>
          </a:extLst>
        </p:cNvPr>
        <p:cNvGrpSpPr/>
        <p:nvPr/>
      </p:nvGrpSpPr>
      <p:grpSpPr>
        <a:xfrm>
          <a:off x="0" y="0"/>
          <a:ext cx="0" cy="0"/>
          <a:chOff x="0" y="0"/>
          <a:chExt cx="0" cy="0"/>
        </a:xfrm>
      </p:grpSpPr>
      <p:sp useBgFill="1">
        <p:nvSpPr>
          <p:cNvPr id="20" name="Rectangle 19">
            <a:extLst>
              <a:ext uri="{FF2B5EF4-FFF2-40B4-BE49-F238E27FC236}">
                <a16:creationId xmlns:a16="http://schemas.microsoft.com/office/drawing/2014/main" id="{0FC0B5F9-C45E-8306-3EF5-678AD595116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1C9EB668-A296-6F6E-DCFD-6F2E54A94F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8A1277EB-ED76-3711-AC74-72EF913B6D77}"/>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t>Resources</a:t>
            </a:r>
          </a:p>
        </p:txBody>
      </p:sp>
      <p:sp>
        <p:nvSpPr>
          <p:cNvPr id="24" name="Freeform: Shape 23">
            <a:extLst>
              <a:ext uri="{FF2B5EF4-FFF2-40B4-BE49-F238E27FC236}">
                <a16:creationId xmlns:a16="http://schemas.microsoft.com/office/drawing/2014/main" id="{0FAA865D-894B-5FD7-5837-358331245E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9B10699E-F9EB-BAE0-848C-5F513216BF43}"/>
              </a:ext>
            </a:extLst>
          </p:cNvPr>
          <p:cNvSpPr txBox="1"/>
          <p:nvPr/>
        </p:nvSpPr>
        <p:spPr>
          <a:xfrm>
            <a:off x="905692" y="2217353"/>
            <a:ext cx="184731" cy="369332"/>
          </a:xfrm>
          <a:prstGeom prst="rect">
            <a:avLst/>
          </a:prstGeom>
          <a:noFill/>
        </p:spPr>
        <p:txBody>
          <a:bodyPr wrap="none" rtlCol="0">
            <a:spAutoFit/>
          </a:bodyPr>
          <a:lstStyle/>
          <a:p>
            <a:endParaRPr lang="en-US" dirty="0"/>
          </a:p>
        </p:txBody>
      </p:sp>
      <p:sp>
        <p:nvSpPr>
          <p:cNvPr id="3" name="TextBox 2">
            <a:extLst>
              <a:ext uri="{FF2B5EF4-FFF2-40B4-BE49-F238E27FC236}">
                <a16:creationId xmlns:a16="http://schemas.microsoft.com/office/drawing/2014/main" id="{636D8B2C-917F-751C-D00B-229E0BB05E1F}"/>
              </a:ext>
            </a:extLst>
          </p:cNvPr>
          <p:cNvSpPr txBox="1"/>
          <p:nvPr/>
        </p:nvSpPr>
        <p:spPr>
          <a:xfrm>
            <a:off x="362485" y="2402019"/>
            <a:ext cx="7553848" cy="2862322"/>
          </a:xfrm>
          <a:prstGeom prst="rect">
            <a:avLst/>
          </a:prstGeom>
          <a:noFill/>
        </p:spPr>
        <p:txBody>
          <a:bodyPr wrap="square" rtlCol="0">
            <a:spAutoFit/>
          </a:bodyPr>
          <a:lstStyle/>
          <a:p>
            <a:pPr marL="285750" indent="-285750">
              <a:buFont typeface="Wingdings" pitchFamily="2" charset="2"/>
              <a:buChar char="Ø"/>
            </a:pPr>
            <a:r>
              <a:rPr lang="en-US" dirty="0">
                <a:hlinkClick r:id="rId2"/>
              </a:rPr>
              <a:t>https://specterops.io/blog/2025/05/28/revisiting-com-hijacking/</a:t>
            </a:r>
            <a:endParaRPr lang="en-US" dirty="0"/>
          </a:p>
          <a:p>
            <a:pPr marL="285750" indent="-285750">
              <a:buFont typeface="Wingdings" pitchFamily="2" charset="2"/>
              <a:buChar char="Ø"/>
            </a:pPr>
            <a:r>
              <a:rPr lang="en-US" dirty="0">
                <a:hlinkClick r:id="rId3"/>
              </a:rPr>
              <a:t>https://github.com/nccgroup/Accomplice</a:t>
            </a:r>
            <a:endParaRPr lang="en-US" dirty="0"/>
          </a:p>
          <a:p>
            <a:pPr marL="285750" indent="-285750">
              <a:buFont typeface="Wingdings" pitchFamily="2" charset="2"/>
              <a:buChar char="Ø"/>
            </a:pPr>
            <a:r>
              <a:rPr lang="en-US" dirty="0">
                <a:hlinkClick r:id="rId4"/>
              </a:rPr>
              <a:t>https://www.mdsec.co.uk/2019/05/persistence-the-continued-or-prolonged-existence-of-something-part-2-com-hijacking/</a:t>
            </a:r>
            <a:endParaRPr lang="en-US" dirty="0"/>
          </a:p>
          <a:p>
            <a:pPr marL="285750" indent="-285750">
              <a:buFont typeface="Wingdings" pitchFamily="2" charset="2"/>
              <a:buChar char="Ø"/>
            </a:pPr>
            <a:r>
              <a:rPr lang="en-US" dirty="0">
                <a:hlinkClick r:id="rId5"/>
              </a:rPr>
              <a:t>https://razzlemouse.medium.com/com-hijacking-for-red-teamers-the-stealthy-persistence-youre-underusing-76d0929bfbac</a:t>
            </a:r>
            <a:endParaRPr lang="en-US" dirty="0"/>
          </a:p>
          <a:p>
            <a:pPr marL="285750" indent="-285750">
              <a:buFont typeface="Wingdings" pitchFamily="2" charset="2"/>
              <a:buChar char="Ø"/>
            </a:pPr>
            <a:r>
              <a:rPr lang="en-US" dirty="0">
                <a:hlinkClick r:id="rId6"/>
              </a:rPr>
              <a:t>https://www.youtube.com/watch?v=svFundrBIiQ</a:t>
            </a:r>
            <a:endParaRPr lang="en-US" dirty="0"/>
          </a:p>
          <a:p>
            <a:pPr marL="285750" indent="-285750">
              <a:buFont typeface="Wingdings" pitchFamily="2" charset="2"/>
              <a:buChar char="Ø"/>
            </a:pPr>
            <a:r>
              <a:rPr lang="en-US" dirty="0">
                <a:hlinkClick r:id="rId7"/>
              </a:rPr>
              <a:t>https://elliotonsecurity.com/perfect-dll-hijacking/</a:t>
            </a:r>
            <a:endParaRPr lang="en-US" dirty="0"/>
          </a:p>
          <a:p>
            <a:pPr marL="285750" indent="-285750">
              <a:buFont typeface="Wingdings" pitchFamily="2" charset="2"/>
              <a:buChar char="Ø"/>
            </a:pPr>
            <a:r>
              <a:rPr lang="en-US" dirty="0">
                <a:hlinkClick r:id="rId8"/>
              </a:rPr>
              <a:t>https://elliotonsecurity.com/what-is-loader-lock/</a:t>
            </a:r>
            <a:endParaRPr lang="en-US" dirty="0"/>
          </a:p>
          <a:p>
            <a:endParaRPr lang="en-US" dirty="0"/>
          </a:p>
        </p:txBody>
      </p:sp>
    </p:spTree>
    <p:extLst>
      <p:ext uri="{BB962C8B-B14F-4D97-AF65-F5344CB8AC3E}">
        <p14:creationId xmlns:p14="http://schemas.microsoft.com/office/powerpoint/2010/main" val="85031738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E79C8C5-D66F-66A8-2133-D2C080D80259}"/>
            </a:ext>
          </a:extLst>
        </p:cNvPr>
        <p:cNvGrpSpPr/>
        <p:nvPr/>
      </p:nvGrpSpPr>
      <p:grpSpPr>
        <a:xfrm>
          <a:off x="0" y="0"/>
          <a:ext cx="0" cy="0"/>
          <a:chOff x="0" y="0"/>
          <a:chExt cx="0" cy="0"/>
        </a:xfrm>
      </p:grpSpPr>
      <p:sp useBgFill="1">
        <p:nvSpPr>
          <p:cNvPr id="29" name="Rectangle 28">
            <a:extLst>
              <a:ext uri="{FF2B5EF4-FFF2-40B4-BE49-F238E27FC236}">
                <a16:creationId xmlns:a16="http://schemas.microsoft.com/office/drawing/2014/main" id="{9B7AD9F6-8CE7-4299-8FC6-328F4DCD3F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A9DB287-51C7-FA31-D2B8-0F6625AEEEF2}"/>
              </a:ext>
            </a:extLst>
          </p:cNvPr>
          <p:cNvSpPr>
            <a:spLocks noGrp="1"/>
          </p:cNvSpPr>
          <p:nvPr>
            <p:ph type="title"/>
          </p:nvPr>
        </p:nvSpPr>
        <p:spPr>
          <a:xfrm>
            <a:off x="890338" y="640080"/>
            <a:ext cx="3734014" cy="3566160"/>
          </a:xfrm>
        </p:spPr>
        <p:txBody>
          <a:bodyPr vert="horz" lIns="91440" tIns="45720" rIns="91440" bIns="45720" rtlCol="0" anchor="b">
            <a:normAutofit/>
          </a:bodyPr>
          <a:lstStyle/>
          <a:p>
            <a:r>
              <a:rPr lang="en-US" sz="5400"/>
              <a:t>Thank You</a:t>
            </a:r>
          </a:p>
        </p:txBody>
      </p:sp>
      <p:sp>
        <p:nvSpPr>
          <p:cNvPr id="31" name="sketchy line">
            <a:extLst>
              <a:ext uri="{FF2B5EF4-FFF2-40B4-BE49-F238E27FC236}">
                <a16:creationId xmlns:a16="http://schemas.microsoft.com/office/drawing/2014/main" id="{F49775AF-8896-43EE-92C6-83497D6DC5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90338" y="4409267"/>
            <a:ext cx="3474720" cy="18288"/>
          </a:xfrm>
          <a:custGeom>
            <a:avLst/>
            <a:gdLst>
              <a:gd name="csX0" fmla="*/ 0 w 3474720"/>
              <a:gd name="csY0" fmla="*/ 0 h 18288"/>
              <a:gd name="csX1" fmla="*/ 694944 w 3474720"/>
              <a:gd name="csY1" fmla="*/ 0 h 18288"/>
              <a:gd name="csX2" fmla="*/ 1355141 w 3474720"/>
              <a:gd name="csY2" fmla="*/ 0 h 18288"/>
              <a:gd name="csX3" fmla="*/ 2015338 w 3474720"/>
              <a:gd name="csY3" fmla="*/ 0 h 18288"/>
              <a:gd name="csX4" fmla="*/ 2779776 w 3474720"/>
              <a:gd name="csY4" fmla="*/ 0 h 18288"/>
              <a:gd name="csX5" fmla="*/ 3474720 w 3474720"/>
              <a:gd name="csY5" fmla="*/ 0 h 18288"/>
              <a:gd name="csX6" fmla="*/ 3474720 w 3474720"/>
              <a:gd name="csY6" fmla="*/ 18288 h 18288"/>
              <a:gd name="csX7" fmla="*/ 2779776 w 3474720"/>
              <a:gd name="csY7" fmla="*/ 18288 h 18288"/>
              <a:gd name="csX8" fmla="*/ 2189074 w 3474720"/>
              <a:gd name="csY8" fmla="*/ 18288 h 18288"/>
              <a:gd name="csX9" fmla="*/ 1528877 w 3474720"/>
              <a:gd name="csY9" fmla="*/ 18288 h 18288"/>
              <a:gd name="csX10" fmla="*/ 868680 w 3474720"/>
              <a:gd name="csY10" fmla="*/ 18288 h 18288"/>
              <a:gd name="csX11" fmla="*/ 0 w 3474720"/>
              <a:gd name="csY11" fmla="*/ 18288 h 18288"/>
              <a:gd name="csX12" fmla="*/ 0 w 3474720"/>
              <a:gd name="csY12"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474720" h="18288" fill="none" extrusionOk="0">
                <a:moveTo>
                  <a:pt x="0" y="0"/>
                </a:moveTo>
                <a:cubicBezTo>
                  <a:pt x="224454" y="-14544"/>
                  <a:pt x="495407" y="26540"/>
                  <a:pt x="694944" y="0"/>
                </a:cubicBezTo>
                <a:cubicBezTo>
                  <a:pt x="894481" y="-26540"/>
                  <a:pt x="1130063" y="24713"/>
                  <a:pt x="1355141" y="0"/>
                </a:cubicBezTo>
                <a:cubicBezTo>
                  <a:pt x="1580219" y="-24713"/>
                  <a:pt x="1820099" y="26695"/>
                  <a:pt x="2015338" y="0"/>
                </a:cubicBezTo>
                <a:cubicBezTo>
                  <a:pt x="2210577" y="-26695"/>
                  <a:pt x="2402045" y="165"/>
                  <a:pt x="2779776" y="0"/>
                </a:cubicBezTo>
                <a:cubicBezTo>
                  <a:pt x="3157507" y="-165"/>
                  <a:pt x="3286859" y="-15571"/>
                  <a:pt x="3474720" y="0"/>
                </a:cubicBezTo>
                <a:cubicBezTo>
                  <a:pt x="3474286" y="7551"/>
                  <a:pt x="3474253" y="9822"/>
                  <a:pt x="3474720" y="18288"/>
                </a:cubicBezTo>
                <a:cubicBezTo>
                  <a:pt x="3233904" y="29845"/>
                  <a:pt x="2945134" y="-5256"/>
                  <a:pt x="2779776" y="18288"/>
                </a:cubicBezTo>
                <a:cubicBezTo>
                  <a:pt x="2614418" y="41832"/>
                  <a:pt x="2339768" y="22709"/>
                  <a:pt x="2189074" y="18288"/>
                </a:cubicBezTo>
                <a:cubicBezTo>
                  <a:pt x="2038380" y="13867"/>
                  <a:pt x="1817434" y="-4947"/>
                  <a:pt x="1528877" y="18288"/>
                </a:cubicBezTo>
                <a:cubicBezTo>
                  <a:pt x="1240320" y="41523"/>
                  <a:pt x="1042447" y="37198"/>
                  <a:pt x="868680" y="18288"/>
                </a:cubicBezTo>
                <a:cubicBezTo>
                  <a:pt x="694913" y="-622"/>
                  <a:pt x="233232" y="44909"/>
                  <a:pt x="0" y="18288"/>
                </a:cubicBezTo>
                <a:cubicBezTo>
                  <a:pt x="60" y="11696"/>
                  <a:pt x="66" y="3758"/>
                  <a:pt x="0" y="0"/>
                </a:cubicBezTo>
                <a:close/>
              </a:path>
              <a:path w="3474720" h="18288" stroke="0" extrusionOk="0">
                <a:moveTo>
                  <a:pt x="0" y="0"/>
                </a:moveTo>
                <a:cubicBezTo>
                  <a:pt x="202328" y="-14716"/>
                  <a:pt x="332722" y="-11499"/>
                  <a:pt x="625450" y="0"/>
                </a:cubicBezTo>
                <a:cubicBezTo>
                  <a:pt x="918178" y="11499"/>
                  <a:pt x="1096688" y="5123"/>
                  <a:pt x="1389888" y="0"/>
                </a:cubicBezTo>
                <a:cubicBezTo>
                  <a:pt x="1683088" y="-5123"/>
                  <a:pt x="1835981" y="-14038"/>
                  <a:pt x="1980590" y="0"/>
                </a:cubicBezTo>
                <a:cubicBezTo>
                  <a:pt x="2125199" y="14038"/>
                  <a:pt x="2396099" y="-7203"/>
                  <a:pt x="2571293" y="0"/>
                </a:cubicBezTo>
                <a:cubicBezTo>
                  <a:pt x="2746487" y="7203"/>
                  <a:pt x="3041609" y="-12036"/>
                  <a:pt x="3474720" y="0"/>
                </a:cubicBezTo>
                <a:cubicBezTo>
                  <a:pt x="3474638" y="4406"/>
                  <a:pt x="3474631" y="9982"/>
                  <a:pt x="3474720" y="18288"/>
                </a:cubicBezTo>
                <a:cubicBezTo>
                  <a:pt x="3324873" y="21876"/>
                  <a:pt x="3136771" y="12587"/>
                  <a:pt x="2814523" y="18288"/>
                </a:cubicBezTo>
                <a:cubicBezTo>
                  <a:pt x="2492275" y="23989"/>
                  <a:pt x="2294402" y="47111"/>
                  <a:pt x="2154326" y="18288"/>
                </a:cubicBezTo>
                <a:cubicBezTo>
                  <a:pt x="2014250" y="-10535"/>
                  <a:pt x="1820317" y="33903"/>
                  <a:pt x="1494130" y="18288"/>
                </a:cubicBezTo>
                <a:cubicBezTo>
                  <a:pt x="1167943" y="2673"/>
                  <a:pt x="948432" y="14868"/>
                  <a:pt x="729691" y="18288"/>
                </a:cubicBezTo>
                <a:cubicBezTo>
                  <a:pt x="510950" y="21708"/>
                  <a:pt x="264032" y="24354"/>
                  <a:pt x="0" y="18288"/>
                </a:cubicBezTo>
                <a:cubicBezTo>
                  <a:pt x="189" y="14288"/>
                  <a:pt x="-703" y="3747"/>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86374121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4C89B3C7-86B0-084F-F0E1-9388FF4BB536}"/>
              </a:ext>
            </a:extLst>
          </p:cNvPr>
          <p:cNvPicPr>
            <a:picLocks noChangeAspect="1"/>
          </p:cNvPicPr>
          <p:nvPr/>
        </p:nvPicPr>
        <p:blipFill>
          <a:blip r:embed="rId2"/>
          <a:srcRect l="4406" r="9082" b="-1"/>
          <a:stretch>
            <a:fillRect/>
          </a:stretch>
        </p:blipFill>
        <p:spPr>
          <a:xfrm>
            <a:off x="5311702" y="10"/>
            <a:ext cx="6878775" cy="6857990"/>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p:spPr>
      </p:pic>
      <p:sp>
        <p:nvSpPr>
          <p:cNvPr id="5" name="TextBox 4">
            <a:extLst>
              <a:ext uri="{FF2B5EF4-FFF2-40B4-BE49-F238E27FC236}">
                <a16:creationId xmlns:a16="http://schemas.microsoft.com/office/drawing/2014/main" id="{1A238F0C-9762-0ECC-77F6-63C08CFAE340}"/>
              </a:ext>
            </a:extLst>
          </p:cNvPr>
          <p:cNvSpPr txBox="1"/>
          <p:nvPr/>
        </p:nvSpPr>
        <p:spPr>
          <a:xfrm>
            <a:off x="905692" y="2217353"/>
            <a:ext cx="184731" cy="369332"/>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6710481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1_Office Theme">
  <a:themeElements>
    <a:clrScheme name="Office Them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538D9D"/>
      </a:hlink>
      <a:folHlink>
        <a:srgbClr val="A5738E"/>
      </a:folHlink>
    </a:clrScheme>
    <a:fontScheme name="Office Them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3A418E6B-C5F0-4B95-8D77-61E3EF3B5DF5}"/>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1364</TotalTime>
  <Words>1284</Words>
  <Application>Microsoft Macintosh PowerPoint</Application>
  <PresentationFormat>Widescreen</PresentationFormat>
  <Paragraphs>219</Paragraphs>
  <Slides>79</Slides>
  <Notes>0</Notes>
  <HiddenSlides>0</HiddenSlides>
  <MMClips>0</MMClips>
  <ScaleCrop>false</ScaleCrop>
  <HeadingPairs>
    <vt:vector size="6" baseType="variant">
      <vt:variant>
        <vt:lpstr>Fonts Used</vt:lpstr>
      </vt:variant>
      <vt:variant>
        <vt:i4>4</vt:i4>
      </vt:variant>
      <vt:variant>
        <vt:lpstr>Theme</vt:lpstr>
      </vt:variant>
      <vt:variant>
        <vt:i4>2</vt:i4>
      </vt:variant>
      <vt:variant>
        <vt:lpstr>Slide Titles</vt:lpstr>
      </vt:variant>
      <vt:variant>
        <vt:i4>79</vt:i4>
      </vt:variant>
    </vt:vector>
  </HeadingPairs>
  <TitlesOfParts>
    <vt:vector size="85" baseType="lpstr">
      <vt:lpstr>Aptos</vt:lpstr>
      <vt:lpstr>Aptos Display</vt:lpstr>
      <vt:lpstr>Arial</vt:lpstr>
      <vt:lpstr>Wingdings</vt:lpstr>
      <vt:lpstr>Office Theme</vt:lpstr>
      <vt:lpstr>1_Office Theme</vt:lpstr>
      <vt:lpstr>COM Hijacking Voodoo</vt:lpstr>
      <vt:lpstr>Disclaimer</vt:lpstr>
      <vt:lpstr>$whoami</vt:lpstr>
      <vt:lpstr>Today’s Agenda</vt:lpstr>
      <vt:lpstr>PowerPoint Presentation</vt:lpstr>
      <vt:lpstr>Workshop Prerequisites</vt:lpstr>
      <vt:lpstr>PowerPoint Presentation</vt:lpstr>
      <vt:lpstr>Fundamentals</vt:lpstr>
      <vt:lpstr>Fundamentals</vt:lpstr>
      <vt:lpstr>Fundamentals</vt:lpstr>
      <vt:lpstr>Fundamentals</vt:lpstr>
      <vt:lpstr>Fundamentals</vt:lpstr>
      <vt:lpstr>Fundamentals</vt:lpstr>
      <vt:lpstr>Fundamentals</vt:lpstr>
      <vt:lpstr>Fundamentals</vt:lpstr>
      <vt:lpstr>Fundamentals</vt:lpstr>
      <vt:lpstr>Fundamentals</vt:lpstr>
      <vt:lpstr>Fundamentals</vt:lpstr>
      <vt:lpstr>Fundamentals</vt:lpstr>
      <vt:lpstr>PowerPoint Presentation</vt:lpstr>
      <vt:lpstr>COM Hijacks 4 Beginners</vt:lpstr>
      <vt:lpstr>COM Hijacks 4 Beginners</vt:lpstr>
      <vt:lpstr>COM Hijacks 4 Beginners</vt:lpstr>
      <vt:lpstr>COM Hijacks 4 Beginners</vt:lpstr>
      <vt:lpstr>COM Hijacks 4 Beginners</vt:lpstr>
      <vt:lpstr>COM Hijacks 4 Beginners</vt:lpstr>
      <vt:lpstr>COM Hijacks 4 Beginners</vt:lpstr>
      <vt:lpstr>Exercise 1</vt:lpstr>
      <vt:lpstr>PowerPoint Presentation</vt:lpstr>
      <vt:lpstr>COM-Hunter</vt:lpstr>
      <vt:lpstr>COM-Hunter</vt:lpstr>
      <vt:lpstr>COM-Hunter</vt:lpstr>
      <vt:lpstr>COM-Hunter</vt:lpstr>
      <vt:lpstr>COM-Hunter</vt:lpstr>
      <vt:lpstr>COM-Hunter</vt:lpstr>
      <vt:lpstr>COM-Hunter</vt:lpstr>
      <vt:lpstr>Exercise 2</vt:lpstr>
      <vt:lpstr>Bonus Exercise</vt:lpstr>
      <vt:lpstr>PowerPoint Presentation</vt:lpstr>
      <vt:lpstr>COM-Hunter &amp; Other TTPs</vt:lpstr>
      <vt:lpstr>COM-Hunter &amp; Other TTPs</vt:lpstr>
      <vt:lpstr>COM-Hunter &amp; Other TTPs</vt:lpstr>
      <vt:lpstr>COM-Hunter &amp; Other TTPs</vt:lpstr>
      <vt:lpstr>COM-Hunter &amp; Other TTPs</vt:lpstr>
      <vt:lpstr>COM-Hunter &amp; Other TTPs</vt:lpstr>
      <vt:lpstr>COM-Hunter &amp; Other TTPs</vt:lpstr>
      <vt:lpstr>COM-Hunter &amp; Other TTPs</vt:lpstr>
      <vt:lpstr>COM-Hunter &amp; Other TTPs</vt:lpstr>
      <vt:lpstr>Exercise 3</vt:lpstr>
      <vt:lpstr>PowerPoint Presentation</vt:lpstr>
      <vt:lpstr>CS BOF</vt:lpstr>
      <vt:lpstr>CS BOF</vt:lpstr>
      <vt:lpstr>CS BOF</vt:lpstr>
      <vt:lpstr>CS BOF</vt:lpstr>
      <vt:lpstr>CS BOF</vt:lpstr>
      <vt:lpstr>PowerPoint Presentation</vt:lpstr>
      <vt:lpstr>DllMain Issue</vt:lpstr>
      <vt:lpstr>DllMain Issue</vt:lpstr>
      <vt:lpstr>DllMain Issue</vt:lpstr>
      <vt:lpstr>DllMain Issue</vt:lpstr>
      <vt:lpstr>DllMain Issue</vt:lpstr>
      <vt:lpstr>DllMain Issue</vt:lpstr>
      <vt:lpstr>DllMain Issue</vt:lpstr>
      <vt:lpstr>DllMain Issue</vt:lpstr>
      <vt:lpstr>DllMain Issue</vt:lpstr>
      <vt:lpstr>DllMain Issue</vt:lpstr>
      <vt:lpstr>PowerPoint Presentation</vt:lpstr>
      <vt:lpstr>Backdooring File Explorer</vt:lpstr>
      <vt:lpstr>Backdooring File Explorer</vt:lpstr>
      <vt:lpstr>Backdooring File Explorer</vt:lpstr>
      <vt:lpstr>Backdooring File Explorer</vt:lpstr>
      <vt:lpstr>Backdooring File Explorer</vt:lpstr>
      <vt:lpstr>Backdooring File Explorer</vt:lpstr>
      <vt:lpstr>Backdooring File Explorer</vt:lpstr>
      <vt:lpstr>Backdooring File Explorer</vt:lpstr>
      <vt:lpstr>Exercise 4</vt:lpstr>
      <vt:lpstr>Bonus Exercise 2</vt:lpstr>
      <vt:lpstr>Resources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Nikos Vourdas</dc:creator>
  <cp:lastModifiedBy>Nikos Vourdas</cp:lastModifiedBy>
  <cp:revision>106</cp:revision>
  <dcterms:created xsi:type="dcterms:W3CDTF">2026-07-29T17:15:11Z</dcterms:created>
  <dcterms:modified xsi:type="dcterms:W3CDTF">2026-08-01T07:57:34Z</dcterms:modified>
</cp:coreProperties>
</file>