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</p:sldMasterIdLst>
  <p:notesMasterIdLst>
    <p:notesMasterId r:id="rId67"/>
  </p:notesMasterIdLst>
  <p:sldIdLst>
    <p:sldId id="256" r:id="rId2"/>
    <p:sldId id="257" r:id="rId3"/>
    <p:sldId id="258" r:id="rId4"/>
    <p:sldId id="259" r:id="rId5"/>
    <p:sldId id="318" r:id="rId6"/>
    <p:sldId id="324" r:id="rId7"/>
    <p:sldId id="327" r:id="rId8"/>
    <p:sldId id="267" r:id="rId9"/>
    <p:sldId id="322" r:id="rId10"/>
    <p:sldId id="326" r:id="rId11"/>
    <p:sldId id="263" r:id="rId12"/>
    <p:sldId id="321" r:id="rId13"/>
    <p:sldId id="264" r:id="rId14"/>
    <p:sldId id="269" r:id="rId15"/>
    <p:sldId id="265" r:id="rId16"/>
    <p:sldId id="266" r:id="rId17"/>
    <p:sldId id="272" r:id="rId18"/>
    <p:sldId id="320" r:id="rId19"/>
    <p:sldId id="310" r:id="rId20"/>
    <p:sldId id="323" r:id="rId21"/>
    <p:sldId id="325" r:id="rId22"/>
    <p:sldId id="300" r:id="rId23"/>
    <p:sldId id="273" r:id="rId24"/>
    <p:sldId id="274" r:id="rId25"/>
    <p:sldId id="275" r:id="rId26"/>
    <p:sldId id="276" r:id="rId27"/>
    <p:sldId id="277" r:id="rId28"/>
    <p:sldId id="317" r:id="rId29"/>
    <p:sldId id="278" r:id="rId30"/>
    <p:sldId id="280" r:id="rId31"/>
    <p:sldId id="329" r:id="rId32"/>
    <p:sldId id="316" r:id="rId33"/>
    <p:sldId id="279" r:id="rId34"/>
    <p:sldId id="283" r:id="rId35"/>
    <p:sldId id="301" r:id="rId36"/>
    <p:sldId id="286" r:id="rId37"/>
    <p:sldId id="287" r:id="rId38"/>
    <p:sldId id="288" r:id="rId39"/>
    <p:sldId id="289" r:id="rId40"/>
    <p:sldId id="291" r:id="rId41"/>
    <p:sldId id="302" r:id="rId42"/>
    <p:sldId id="292" r:id="rId43"/>
    <p:sldId id="293" r:id="rId44"/>
    <p:sldId id="294" r:id="rId45"/>
    <p:sldId id="295" r:id="rId46"/>
    <p:sldId id="296" r:id="rId47"/>
    <p:sldId id="303" r:id="rId48"/>
    <p:sldId id="297" r:id="rId49"/>
    <p:sldId id="298" r:id="rId50"/>
    <p:sldId id="299" r:id="rId51"/>
    <p:sldId id="305" r:id="rId52"/>
    <p:sldId id="308" r:id="rId53"/>
    <p:sldId id="309" r:id="rId54"/>
    <p:sldId id="312" r:id="rId55"/>
    <p:sldId id="336" r:id="rId56"/>
    <p:sldId id="332" r:id="rId57"/>
    <p:sldId id="334" r:id="rId58"/>
    <p:sldId id="335" r:id="rId59"/>
    <p:sldId id="330" r:id="rId60"/>
    <p:sldId id="304" r:id="rId61"/>
    <p:sldId id="319" r:id="rId62"/>
    <p:sldId id="311" r:id="rId63"/>
    <p:sldId id="313" r:id="rId64"/>
    <p:sldId id="314" r:id="rId65"/>
    <p:sldId id="315" r:id="rId66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6455"/>
    <p:restoredTop sz="94637"/>
  </p:normalViewPr>
  <p:slideViewPr>
    <p:cSldViewPr snapToGrid="0">
      <p:cViewPr varScale="1">
        <p:scale>
          <a:sx n="149" d="100"/>
          <a:sy n="149" d="100"/>
        </p:scale>
        <p:origin x="672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4E800C4-E540-D741-A132-4177AA05F1A7}" type="datetimeFigureOut">
              <a:rPr lang="en-US" smtClean="0"/>
              <a:t>7/6/26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BAE821C-A9FD-2E40-9EF5-0C22D9E9B1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32333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Applies also to AD CS attacks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BAE821C-A9FD-2E40-9EF5-0C22D9E9B16E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70053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25F1C-3C39-3D59-BC82-B120D343A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F552CF-E715-EA3F-13EC-C8BFA581FF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9CE5856-E446-6F6C-7BED-06F9531410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Applies also to AD CS attacks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AF9666-4C75-068F-F70A-66BFE0E5EC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BAE821C-A9FD-2E40-9EF5-0C22D9E9B16E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27511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FFADDE-32B4-6B72-406D-A8233F45C7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5B01809-87DD-80CF-A5C9-F3FF6A8F8D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BD49645-6BFA-912E-528D-A7065F2E1C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Applies also to AD CS attacks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DCAA27-93C1-87EC-8AD5-48B8808914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BAE821C-A9FD-2E40-9EF5-0C22D9E9B16E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31985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C3332-DE0F-0ABB-9E29-DD09C54BF3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721E0CB-8645-244B-971F-D2B663EC92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2A6BA22-95E3-60BD-9DE7-178425B2A6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Applies also to AD CS attacks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FAA508-1033-E6D3-2B94-6D387D7B07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BAE821C-A9FD-2E40-9EF5-0C22D9E9B16E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56043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19163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861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shade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shade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shade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shade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93314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41052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684138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65696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417803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51173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8352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2247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57889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shade val="82000"/>
                  </a:schemeClr>
                </a:solidFill>
              </a:defRPr>
            </a:lvl1pPr>
          </a:lstStyle>
          <a:p>
            <a:fld id="{DEC9EABA-424E-8648-944F-73BAFE17ECA1}" type="datetimeFigureOut">
              <a:rPr lang="en-US" smtClean="0"/>
              <a:t>7/6/26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shade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shade val="82000"/>
                  </a:schemeClr>
                </a:solidFill>
              </a:defRPr>
            </a:lvl1pPr>
          </a:lstStyle>
          <a:p>
            <a:fld id="{757A115B-CC78-2941-B959-5488F33478D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954109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sv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sv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9" name="Rectangle 48">
            <a:extLst>
              <a:ext uri="{FF2B5EF4-FFF2-40B4-BE49-F238E27FC236}">
                <a16:creationId xmlns:a16="http://schemas.microsoft.com/office/drawing/2014/main" id="{442DA8B8-94A2-45D6-976E-910B4828D2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D3C2EC7-E5A4-E535-D09D-6EBA59FF7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466" y="753626"/>
            <a:ext cx="5081925" cy="3004145"/>
          </a:xfrm>
        </p:spPr>
        <p:txBody>
          <a:bodyPr>
            <a:normAutofit/>
          </a:bodyPr>
          <a:lstStyle/>
          <a:p>
            <a:r>
              <a:rPr lang="en-US" sz="5600" dirty="0"/>
              <a:t>Yet Another Walking Dead of Active Directory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1944727-A2D4-68DB-A0DE-EB5278B879F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466" y="3849845"/>
            <a:ext cx="5081926" cy="2189214"/>
          </a:xfrm>
        </p:spPr>
        <p:txBody>
          <a:bodyPr>
            <a:normAutofit/>
          </a:bodyPr>
          <a:lstStyle/>
          <a:p>
            <a:r>
              <a:rPr lang="en-US" dirty="0"/>
              <a:t>Nikos Vourdas, 2026</a:t>
            </a:r>
          </a:p>
          <a:p>
            <a:r>
              <a:rPr lang="en-US" dirty="0"/>
              <a:t>Adversary Village – DEF CON 34</a:t>
            </a: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07062BB1-E215-424E-80C4-7E1CF179A3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66609" y="1"/>
            <a:ext cx="2066948" cy="1621879"/>
          </a:xfrm>
          <a:custGeom>
            <a:avLst/>
            <a:gdLst>
              <a:gd name="connsiteX0" fmla="*/ 0 w 2066948"/>
              <a:gd name="connsiteY0" fmla="*/ 0 h 1621879"/>
              <a:gd name="connsiteX1" fmla="*/ 123825 w 2066948"/>
              <a:gd name="connsiteY1" fmla="*/ 0 h 1621879"/>
              <a:gd name="connsiteX2" fmla="*/ 123825 w 2066948"/>
              <a:gd name="connsiteY2" fmla="*/ 1452620 h 1621879"/>
              <a:gd name="connsiteX3" fmla="*/ 1881378 w 2066948"/>
              <a:gd name="connsiteY3" fmla="*/ 436017 h 1621879"/>
              <a:gd name="connsiteX4" fmla="*/ 1127572 w 2066948"/>
              <a:gd name="connsiteY4" fmla="*/ 0 h 1621879"/>
              <a:gd name="connsiteX5" fmla="*/ 1374887 w 2066948"/>
              <a:gd name="connsiteY5" fmla="*/ 0 h 1621879"/>
              <a:gd name="connsiteX6" fmla="*/ 2035969 w 2066948"/>
              <a:gd name="connsiteY6" fmla="*/ 382391 h 1621879"/>
              <a:gd name="connsiteX7" fmla="*/ 2058648 w 2066948"/>
              <a:gd name="connsiteY7" fmla="*/ 466963 h 1621879"/>
              <a:gd name="connsiteX8" fmla="*/ 2035969 w 2066948"/>
              <a:gd name="connsiteY8" fmla="*/ 489642 h 1621879"/>
              <a:gd name="connsiteX9" fmla="*/ 92869 w 2066948"/>
              <a:gd name="connsiteY9" fmla="*/ 1613592 h 1621879"/>
              <a:gd name="connsiteX10" fmla="*/ 61913 w 2066948"/>
              <a:gd name="connsiteY10" fmla="*/ 1621879 h 1621879"/>
              <a:gd name="connsiteX11" fmla="*/ 0 w 2066948"/>
              <a:gd name="connsiteY11" fmla="*/ 1559967 h 1621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6948" h="1621879">
                <a:moveTo>
                  <a:pt x="0" y="0"/>
                </a:moveTo>
                <a:lnTo>
                  <a:pt x="123825" y="0"/>
                </a:lnTo>
                <a:lnTo>
                  <a:pt x="123825" y="1452620"/>
                </a:lnTo>
                <a:lnTo>
                  <a:pt x="1881378" y="436017"/>
                </a:lnTo>
                <a:lnTo>
                  <a:pt x="1127572" y="0"/>
                </a:lnTo>
                <a:lnTo>
                  <a:pt x="1374887" y="0"/>
                </a:lnTo>
                <a:lnTo>
                  <a:pt x="2035969" y="382391"/>
                </a:lnTo>
                <a:cubicBezTo>
                  <a:pt x="2065582" y="399479"/>
                  <a:pt x="2075745" y="437340"/>
                  <a:pt x="2058648" y="466963"/>
                </a:cubicBezTo>
                <a:cubicBezTo>
                  <a:pt x="2053219" y="476384"/>
                  <a:pt x="2045389" y="484204"/>
                  <a:pt x="2035969" y="489642"/>
                </a:cubicBezTo>
                <a:lnTo>
                  <a:pt x="92869" y="1613592"/>
                </a:lnTo>
                <a:cubicBezTo>
                  <a:pt x="83458" y="1619031"/>
                  <a:pt x="72780" y="1621889"/>
                  <a:pt x="61913" y="1621879"/>
                </a:cubicBezTo>
                <a:cubicBezTo>
                  <a:pt x="27719" y="1621879"/>
                  <a:pt x="0" y="1594161"/>
                  <a:pt x="0" y="1559967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4B608D7-2526-5879-4956-034913EF4A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16087" y="1921151"/>
            <a:ext cx="2303849" cy="3082073"/>
          </a:xfrm>
          <a:custGeom>
            <a:avLst/>
            <a:gdLst/>
            <a:ahLst/>
            <a:cxnLst/>
            <a:rect l="l" t="t" r="r" b="b"/>
            <a:pathLst>
              <a:path w="1964763" h="1856167">
                <a:moveTo>
                  <a:pt x="34265" y="0"/>
                </a:moveTo>
                <a:lnTo>
                  <a:pt x="1930498" y="0"/>
                </a:lnTo>
                <a:cubicBezTo>
                  <a:pt x="1949422" y="0"/>
                  <a:pt x="1964763" y="15341"/>
                  <a:pt x="1964763" y="34265"/>
                </a:cubicBezTo>
                <a:lnTo>
                  <a:pt x="1964763" y="1821902"/>
                </a:lnTo>
                <a:cubicBezTo>
                  <a:pt x="1964763" y="1840826"/>
                  <a:pt x="1949422" y="1856167"/>
                  <a:pt x="1930498" y="1856167"/>
                </a:cubicBezTo>
                <a:lnTo>
                  <a:pt x="34265" y="1856167"/>
                </a:lnTo>
                <a:cubicBezTo>
                  <a:pt x="15341" y="1856167"/>
                  <a:pt x="0" y="1840826"/>
                  <a:pt x="0" y="1821902"/>
                </a:cubicBezTo>
                <a:lnTo>
                  <a:pt x="0" y="34265"/>
                </a:lnTo>
                <a:cubicBezTo>
                  <a:pt x="0" y="15341"/>
                  <a:pt x="15341" y="0"/>
                  <a:pt x="34265" y="0"/>
                </a:cubicBezTo>
                <a:close/>
              </a:path>
            </a:pathLst>
          </a:cu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B95174E3-DCB0-81A5-5E77-B1FD726AD5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340743" y="380065"/>
            <a:ext cx="2565029" cy="2565029"/>
          </a:xfrm>
          <a:custGeom>
            <a:avLst/>
            <a:gdLst/>
            <a:ahLst/>
            <a:cxnLst/>
            <a:rect l="l" t="t" r="r" b="b"/>
            <a:pathLst>
              <a:path w="1964763" h="1856167">
                <a:moveTo>
                  <a:pt x="34265" y="0"/>
                </a:moveTo>
                <a:lnTo>
                  <a:pt x="1930498" y="0"/>
                </a:lnTo>
                <a:cubicBezTo>
                  <a:pt x="1949422" y="0"/>
                  <a:pt x="1964763" y="15341"/>
                  <a:pt x="1964763" y="34265"/>
                </a:cubicBezTo>
                <a:lnTo>
                  <a:pt x="1964763" y="1821902"/>
                </a:lnTo>
                <a:cubicBezTo>
                  <a:pt x="1964763" y="1840826"/>
                  <a:pt x="1949422" y="1856167"/>
                  <a:pt x="1930498" y="1856167"/>
                </a:cubicBezTo>
                <a:lnTo>
                  <a:pt x="34265" y="1856167"/>
                </a:lnTo>
                <a:cubicBezTo>
                  <a:pt x="15341" y="1856167"/>
                  <a:pt x="0" y="1840826"/>
                  <a:pt x="0" y="1821902"/>
                </a:cubicBezTo>
                <a:lnTo>
                  <a:pt x="0" y="34265"/>
                </a:lnTo>
                <a:cubicBezTo>
                  <a:pt x="0" y="15341"/>
                  <a:pt x="15341" y="0"/>
                  <a:pt x="34265" y="0"/>
                </a:cubicBezTo>
                <a:close/>
              </a:path>
            </a:pathLst>
          </a:custGeom>
        </p:spPr>
      </p:pic>
      <p:sp>
        <p:nvSpPr>
          <p:cNvPr id="53" name="Oval 52">
            <a:extLst>
              <a:ext uri="{FF2B5EF4-FFF2-40B4-BE49-F238E27FC236}">
                <a16:creationId xmlns:a16="http://schemas.microsoft.com/office/drawing/2014/main" id="{6FD0FBFA-B43E-40C1-A6E4-B88234171E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590726" y="4546703"/>
            <a:ext cx="569514" cy="569514"/>
          </a:xfrm>
          <a:prstGeom prst="ellipse">
            <a:avLst/>
          </a:prstGeom>
          <a:noFill/>
          <a:ln w="127000">
            <a:solidFill>
              <a:schemeClr val="accent5">
                <a:alpha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B368E167-B2D7-4904-BB6B-AE0486A2C6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930758" y="3236233"/>
            <a:ext cx="1261243" cy="1648694"/>
          </a:xfrm>
          <a:custGeom>
            <a:avLst/>
            <a:gdLst>
              <a:gd name="connsiteX0" fmla="*/ 824347 w 1261243"/>
              <a:gd name="connsiteY0" fmla="*/ 0 h 1648694"/>
              <a:gd name="connsiteX1" fmla="*/ 1145220 w 1261243"/>
              <a:gd name="connsiteY1" fmla="*/ 64781 h 1648694"/>
              <a:gd name="connsiteX2" fmla="*/ 1261243 w 1261243"/>
              <a:gd name="connsiteY2" fmla="*/ 127757 h 1648694"/>
              <a:gd name="connsiteX3" fmla="*/ 1261243 w 1261243"/>
              <a:gd name="connsiteY3" fmla="*/ 1520938 h 1648694"/>
              <a:gd name="connsiteX4" fmla="*/ 1145220 w 1261243"/>
              <a:gd name="connsiteY4" fmla="*/ 1583913 h 1648694"/>
              <a:gd name="connsiteX5" fmla="*/ 824347 w 1261243"/>
              <a:gd name="connsiteY5" fmla="*/ 1648694 h 1648694"/>
              <a:gd name="connsiteX6" fmla="*/ 0 w 1261243"/>
              <a:gd name="connsiteY6" fmla="*/ 824347 h 1648694"/>
              <a:gd name="connsiteX7" fmla="*/ 824347 w 1261243"/>
              <a:gd name="connsiteY7" fmla="*/ 0 h 164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61243" h="1648694">
                <a:moveTo>
                  <a:pt x="824347" y="0"/>
                </a:moveTo>
                <a:cubicBezTo>
                  <a:pt x="938165" y="0"/>
                  <a:pt x="1046596" y="23067"/>
                  <a:pt x="1145220" y="64781"/>
                </a:cubicBezTo>
                <a:lnTo>
                  <a:pt x="1261243" y="127757"/>
                </a:lnTo>
                <a:lnTo>
                  <a:pt x="1261243" y="1520938"/>
                </a:lnTo>
                <a:lnTo>
                  <a:pt x="1145220" y="1583913"/>
                </a:lnTo>
                <a:cubicBezTo>
                  <a:pt x="1046596" y="1625627"/>
                  <a:pt x="938165" y="1648694"/>
                  <a:pt x="824347" y="1648694"/>
                </a:cubicBezTo>
                <a:cubicBezTo>
                  <a:pt x="369073" y="1648694"/>
                  <a:pt x="0" y="1279621"/>
                  <a:pt x="0" y="824347"/>
                </a:cubicBezTo>
                <a:cubicBezTo>
                  <a:pt x="0" y="369073"/>
                  <a:pt x="369073" y="0"/>
                  <a:pt x="824347" y="0"/>
                </a:cubicBezTo>
                <a:close/>
              </a:path>
            </a:pathLst>
          </a:custGeom>
          <a:solidFill>
            <a:schemeClr val="accent2"/>
          </a:solidFill>
          <a:ln w="1270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E5EBF8F5-ABE5-4029-A8FC-4E32622D70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463438">
            <a:off x="7004836" y="5166682"/>
            <a:ext cx="1835725" cy="2024785"/>
          </a:xfrm>
          <a:custGeom>
            <a:avLst/>
            <a:gdLst>
              <a:gd name="connsiteX0" fmla="*/ 1801138 w 1835725"/>
              <a:gd name="connsiteY0" fmla="*/ 1622662 h 2024785"/>
              <a:gd name="connsiteX1" fmla="*/ 1835717 w 1835725"/>
              <a:gd name="connsiteY1" fmla="*/ 1680254 h 2024785"/>
              <a:gd name="connsiteX2" fmla="*/ 1812568 w 1835725"/>
              <a:gd name="connsiteY2" fmla="*/ 1877193 h 2024785"/>
              <a:gd name="connsiteX3" fmla="*/ 1776210 w 1835725"/>
              <a:gd name="connsiteY3" fmla="*/ 2024785 h 2024785"/>
              <a:gd name="connsiteX4" fmla="*/ 1655772 w 1835725"/>
              <a:gd name="connsiteY4" fmla="*/ 1983449 h 2024785"/>
              <a:gd name="connsiteX5" fmla="*/ 1687591 w 1835725"/>
              <a:gd name="connsiteY5" fmla="*/ 1854495 h 2024785"/>
              <a:gd name="connsiteX6" fmla="*/ 1708939 w 1835725"/>
              <a:gd name="connsiteY6" fmla="*/ 1673301 h 2024785"/>
              <a:gd name="connsiteX7" fmla="*/ 1778129 w 1835725"/>
              <a:gd name="connsiteY7" fmla="*/ 1615979 h 2024785"/>
              <a:gd name="connsiteX8" fmla="*/ 1801138 w 1835725"/>
              <a:gd name="connsiteY8" fmla="*/ 1622662 h 2024785"/>
              <a:gd name="connsiteX9" fmla="*/ 1585229 w 1835725"/>
              <a:gd name="connsiteY9" fmla="*/ 764759 h 2024785"/>
              <a:gd name="connsiteX10" fmla="*/ 1623024 w 1835725"/>
              <a:gd name="connsiteY10" fmla="*/ 792810 h 2024785"/>
              <a:gd name="connsiteX11" fmla="*/ 1777614 w 1835725"/>
              <a:gd name="connsiteY11" fmla="*/ 1157141 h 2024785"/>
              <a:gd name="connsiteX12" fmla="*/ 1733799 w 1835725"/>
              <a:gd name="connsiteY12" fmla="*/ 1235532 h 2024785"/>
              <a:gd name="connsiteX13" fmla="*/ 1716464 w 1835725"/>
              <a:gd name="connsiteY13" fmla="*/ 1237722 h 2024785"/>
              <a:gd name="connsiteX14" fmla="*/ 1716464 w 1835725"/>
              <a:gd name="connsiteY14" fmla="*/ 1237913 h 2024785"/>
              <a:gd name="connsiteX15" fmla="*/ 1655409 w 1835725"/>
              <a:gd name="connsiteY15" fmla="*/ 1191717 h 2024785"/>
              <a:gd name="connsiteX16" fmla="*/ 1513200 w 1835725"/>
              <a:gd name="connsiteY16" fmla="*/ 856627 h 2024785"/>
              <a:gd name="connsiteX17" fmla="*/ 1538499 w 1835725"/>
              <a:gd name="connsiteY17" fmla="*/ 770415 h 2024785"/>
              <a:gd name="connsiteX18" fmla="*/ 1585229 w 1835725"/>
              <a:gd name="connsiteY18" fmla="*/ 764759 h 2024785"/>
              <a:gd name="connsiteX19" fmla="*/ 477919 w 1835725"/>
              <a:gd name="connsiteY19" fmla="*/ 21437 h 2024785"/>
              <a:gd name="connsiteX20" fmla="*/ 509236 w 1835725"/>
              <a:gd name="connsiteY20" fmla="*/ 84182 h 2024785"/>
              <a:gd name="connsiteX21" fmla="*/ 445829 w 1835725"/>
              <a:gd name="connsiteY21" fmla="*/ 139871 h 2024785"/>
              <a:gd name="connsiteX22" fmla="*/ 437447 w 1835725"/>
              <a:gd name="connsiteY22" fmla="*/ 139395 h 2024785"/>
              <a:gd name="connsiteX23" fmla="*/ 73211 w 1835725"/>
              <a:gd name="connsiteY23" fmla="*/ 137204 h 2024785"/>
              <a:gd name="connsiteX24" fmla="*/ 749 w 1835725"/>
              <a:gd name="connsiteY24" fmla="*/ 84082 h 2024785"/>
              <a:gd name="connsiteX25" fmla="*/ 53871 w 1835725"/>
              <a:gd name="connsiteY25" fmla="*/ 11621 h 2024785"/>
              <a:gd name="connsiteX26" fmla="*/ 58352 w 1835725"/>
              <a:gd name="connsiteY26" fmla="*/ 11093 h 2024785"/>
              <a:gd name="connsiteX27" fmla="*/ 454020 w 1835725"/>
              <a:gd name="connsiteY27" fmla="*/ 13474 h 2024785"/>
              <a:gd name="connsiteX28" fmla="*/ 477919 w 1835725"/>
              <a:gd name="connsiteY28" fmla="*/ 21437 h 2024785"/>
              <a:gd name="connsiteX29" fmla="*/ 957797 w 1835725"/>
              <a:gd name="connsiteY29" fmla="*/ 167970 h 2024785"/>
              <a:gd name="connsiteX30" fmla="*/ 1286982 w 1835725"/>
              <a:gd name="connsiteY30" fmla="*/ 387616 h 2024785"/>
              <a:gd name="connsiteX31" fmla="*/ 1293725 w 1835725"/>
              <a:gd name="connsiteY31" fmla="*/ 477075 h 2024785"/>
              <a:gd name="connsiteX32" fmla="*/ 1245453 w 1835725"/>
              <a:gd name="connsiteY32" fmla="*/ 499154 h 2024785"/>
              <a:gd name="connsiteX33" fmla="*/ 1245167 w 1835725"/>
              <a:gd name="connsiteY33" fmla="*/ 499154 h 2024785"/>
              <a:gd name="connsiteX34" fmla="*/ 1203638 w 1835725"/>
              <a:gd name="connsiteY34" fmla="*/ 484104 h 2024785"/>
              <a:gd name="connsiteX35" fmla="*/ 900647 w 1835725"/>
              <a:gd name="connsiteY35" fmla="*/ 281508 h 2024785"/>
              <a:gd name="connsiteX36" fmla="*/ 872454 w 1835725"/>
              <a:gd name="connsiteY36" fmla="*/ 196164 h 2024785"/>
              <a:gd name="connsiteX37" fmla="*/ 957797 w 1835725"/>
              <a:gd name="connsiteY37" fmla="*/ 167970 h 2024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35725" h="2024785">
                <a:moveTo>
                  <a:pt x="1801138" y="1622662"/>
                </a:moveTo>
                <a:cubicBezTo>
                  <a:pt x="1822105" y="1633400"/>
                  <a:pt x="1836117" y="1655372"/>
                  <a:pt x="1835717" y="1680254"/>
                </a:cubicBezTo>
                <a:cubicBezTo>
                  <a:pt x="1832093" y="1746382"/>
                  <a:pt x="1824354" y="1812154"/>
                  <a:pt x="1812568" y="1877193"/>
                </a:cubicBezTo>
                <a:lnTo>
                  <a:pt x="1776210" y="2024785"/>
                </a:lnTo>
                <a:lnTo>
                  <a:pt x="1655772" y="1983449"/>
                </a:lnTo>
                <a:lnTo>
                  <a:pt x="1687591" y="1854495"/>
                </a:lnTo>
                <a:cubicBezTo>
                  <a:pt x="1698455" y="1794657"/>
                  <a:pt x="1705590" y="1734142"/>
                  <a:pt x="1708939" y="1673301"/>
                </a:cubicBezTo>
                <a:cubicBezTo>
                  <a:pt x="1712216" y="1638363"/>
                  <a:pt x="1743190" y="1612703"/>
                  <a:pt x="1778129" y="1615979"/>
                </a:cubicBezTo>
                <a:cubicBezTo>
                  <a:pt x="1786387" y="1616753"/>
                  <a:pt x="1794149" y="1619084"/>
                  <a:pt x="1801138" y="1622662"/>
                </a:cubicBezTo>
                <a:close/>
                <a:moveTo>
                  <a:pt x="1585229" y="764759"/>
                </a:moveTo>
                <a:cubicBezTo>
                  <a:pt x="1600438" y="768789"/>
                  <a:pt x="1614156" y="778436"/>
                  <a:pt x="1623024" y="792810"/>
                </a:cubicBezTo>
                <a:cubicBezTo>
                  <a:pt x="1689575" y="907319"/>
                  <a:pt x="1741505" y="1029715"/>
                  <a:pt x="1777614" y="1157141"/>
                </a:cubicBezTo>
                <a:cubicBezTo>
                  <a:pt x="1787149" y="1190888"/>
                  <a:pt x="1767537" y="1225969"/>
                  <a:pt x="1733799" y="1235532"/>
                </a:cubicBezTo>
                <a:cubicBezTo>
                  <a:pt x="1728151" y="1237046"/>
                  <a:pt x="1722312" y="1237780"/>
                  <a:pt x="1716464" y="1237722"/>
                </a:cubicBezTo>
                <a:lnTo>
                  <a:pt x="1716464" y="1237913"/>
                </a:lnTo>
                <a:cubicBezTo>
                  <a:pt x="1688070" y="1237913"/>
                  <a:pt x="1663124" y="1219044"/>
                  <a:pt x="1655409" y="1191717"/>
                </a:cubicBezTo>
                <a:cubicBezTo>
                  <a:pt x="1622214" y="1074512"/>
                  <a:pt x="1574437" y="961936"/>
                  <a:pt x="1513200" y="856627"/>
                </a:cubicBezTo>
                <a:cubicBezTo>
                  <a:pt x="1496379" y="825834"/>
                  <a:pt x="1507704" y="787236"/>
                  <a:pt x="1538499" y="770415"/>
                </a:cubicBezTo>
                <a:cubicBezTo>
                  <a:pt x="1553325" y="762319"/>
                  <a:pt x="1570022" y="760730"/>
                  <a:pt x="1585229" y="764759"/>
                </a:cubicBezTo>
                <a:close/>
                <a:moveTo>
                  <a:pt x="477919" y="21437"/>
                </a:moveTo>
                <a:cubicBezTo>
                  <a:pt x="499341" y="33775"/>
                  <a:pt x="512445" y="58102"/>
                  <a:pt x="509236" y="84182"/>
                </a:cubicBezTo>
                <a:cubicBezTo>
                  <a:pt x="505303" y="116151"/>
                  <a:pt x="478038" y="140098"/>
                  <a:pt x="445829" y="139871"/>
                </a:cubicBezTo>
                <a:cubicBezTo>
                  <a:pt x="443027" y="139899"/>
                  <a:pt x="440227" y="139740"/>
                  <a:pt x="437447" y="139395"/>
                </a:cubicBezTo>
                <a:cubicBezTo>
                  <a:pt x="316592" y="123615"/>
                  <a:pt x="194247" y="122878"/>
                  <a:pt x="73211" y="137204"/>
                </a:cubicBezTo>
                <a:cubicBezTo>
                  <a:pt x="38532" y="142545"/>
                  <a:pt x="6090" y="118762"/>
                  <a:pt x="749" y="84082"/>
                </a:cubicBezTo>
                <a:cubicBezTo>
                  <a:pt x="-4591" y="49403"/>
                  <a:pt x="19192" y="16961"/>
                  <a:pt x="53871" y="11621"/>
                </a:cubicBezTo>
                <a:cubicBezTo>
                  <a:pt x="55358" y="11392"/>
                  <a:pt x="56852" y="11216"/>
                  <a:pt x="58352" y="11093"/>
                </a:cubicBezTo>
                <a:cubicBezTo>
                  <a:pt x="189834" y="-4456"/>
                  <a:pt x="322735" y="-3656"/>
                  <a:pt x="454020" y="13474"/>
                </a:cubicBezTo>
                <a:cubicBezTo>
                  <a:pt x="462713" y="14543"/>
                  <a:pt x="470778" y="17324"/>
                  <a:pt x="477919" y="21437"/>
                </a:cubicBezTo>
                <a:close/>
                <a:moveTo>
                  <a:pt x="957797" y="167970"/>
                </a:moveTo>
                <a:cubicBezTo>
                  <a:pt x="1076184" y="227289"/>
                  <a:pt x="1186759" y="301068"/>
                  <a:pt x="1286982" y="387616"/>
                </a:cubicBezTo>
                <a:cubicBezTo>
                  <a:pt x="1313547" y="410457"/>
                  <a:pt x="1316566" y="450510"/>
                  <a:pt x="1293725" y="477075"/>
                </a:cubicBezTo>
                <a:cubicBezTo>
                  <a:pt x="1281638" y="491137"/>
                  <a:pt x="1263998" y="499204"/>
                  <a:pt x="1245453" y="499154"/>
                </a:cubicBezTo>
                <a:lnTo>
                  <a:pt x="1245167" y="499154"/>
                </a:lnTo>
                <a:cubicBezTo>
                  <a:pt x="1229965" y="499301"/>
                  <a:pt x="1215220" y="493956"/>
                  <a:pt x="1203638" y="484104"/>
                </a:cubicBezTo>
                <a:cubicBezTo>
                  <a:pt x="1111407" y="404300"/>
                  <a:pt x="1009633" y="336248"/>
                  <a:pt x="900647" y="281508"/>
                </a:cubicBezTo>
                <a:cubicBezTo>
                  <a:pt x="869295" y="265726"/>
                  <a:pt x="856672" y="227516"/>
                  <a:pt x="872454" y="196164"/>
                </a:cubicBezTo>
                <a:cubicBezTo>
                  <a:pt x="888235" y="164811"/>
                  <a:pt x="926445" y="152188"/>
                  <a:pt x="957797" y="167970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33E49524-66B4-4DB0-AD09-DC8B9874E1B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28804" y="6039059"/>
            <a:ext cx="1978348" cy="818941"/>
          </a:xfrm>
          <a:custGeom>
            <a:avLst/>
            <a:gdLst>
              <a:gd name="connsiteX0" fmla="*/ 995532 w 1991064"/>
              <a:gd name="connsiteY0" fmla="*/ 0 h 824205"/>
              <a:gd name="connsiteX1" fmla="*/ 1984823 w 1991064"/>
              <a:gd name="connsiteY1" fmla="*/ 784423 h 824205"/>
              <a:gd name="connsiteX2" fmla="*/ 1991064 w 1991064"/>
              <a:gd name="connsiteY2" fmla="*/ 824205 h 824205"/>
              <a:gd name="connsiteX3" fmla="*/ 0 w 1991064"/>
              <a:gd name="connsiteY3" fmla="*/ 824205 h 824205"/>
              <a:gd name="connsiteX4" fmla="*/ 6241 w 1991064"/>
              <a:gd name="connsiteY4" fmla="*/ 784423 h 824205"/>
              <a:gd name="connsiteX5" fmla="*/ 995532 w 1991064"/>
              <a:gd name="connsiteY5" fmla="*/ 0 h 8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91064" h="824205">
                <a:moveTo>
                  <a:pt x="995532" y="0"/>
                </a:moveTo>
                <a:cubicBezTo>
                  <a:pt x="1483521" y="0"/>
                  <a:pt x="1890663" y="336754"/>
                  <a:pt x="1984823" y="784423"/>
                </a:cubicBezTo>
                <a:lnTo>
                  <a:pt x="1991064" y="824205"/>
                </a:lnTo>
                <a:lnTo>
                  <a:pt x="0" y="824205"/>
                </a:lnTo>
                <a:lnTo>
                  <a:pt x="6241" y="784423"/>
                </a:lnTo>
                <a:cubicBezTo>
                  <a:pt x="100402" y="336754"/>
                  <a:pt x="507544" y="0"/>
                  <a:pt x="9955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70A21480-D93D-46BE-9A94-B5A80469DF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851696" y="5519196"/>
            <a:ext cx="1340305" cy="1338805"/>
          </a:xfrm>
          <a:custGeom>
            <a:avLst/>
            <a:gdLst>
              <a:gd name="connsiteX0" fmla="*/ 61913 w 1340305"/>
              <a:gd name="connsiteY0" fmla="*/ 0 h 1338805"/>
              <a:gd name="connsiteX1" fmla="*/ 1340305 w 1340305"/>
              <a:gd name="connsiteY1" fmla="*/ 0 h 1338805"/>
              <a:gd name="connsiteX2" fmla="*/ 1340305 w 1340305"/>
              <a:gd name="connsiteY2" fmla="*/ 123825 h 1338805"/>
              <a:gd name="connsiteX3" fmla="*/ 123825 w 1340305"/>
              <a:gd name="connsiteY3" fmla="*/ 123825 h 1338805"/>
              <a:gd name="connsiteX4" fmla="*/ 123825 w 1340305"/>
              <a:gd name="connsiteY4" fmla="*/ 1338805 h 1338805"/>
              <a:gd name="connsiteX5" fmla="*/ 0 w 1340305"/>
              <a:gd name="connsiteY5" fmla="*/ 1338805 h 1338805"/>
              <a:gd name="connsiteX6" fmla="*/ 0 w 1340305"/>
              <a:gd name="connsiteY6" fmla="*/ 61913 h 1338805"/>
              <a:gd name="connsiteX7" fmla="*/ 61913 w 1340305"/>
              <a:gd name="connsiteY7" fmla="*/ 0 h 1338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40305" h="1338805">
                <a:moveTo>
                  <a:pt x="61913" y="0"/>
                </a:moveTo>
                <a:lnTo>
                  <a:pt x="1340305" y="0"/>
                </a:lnTo>
                <a:lnTo>
                  <a:pt x="1340305" y="123825"/>
                </a:lnTo>
                <a:lnTo>
                  <a:pt x="123825" y="123825"/>
                </a:lnTo>
                <a:lnTo>
                  <a:pt x="123825" y="1338805"/>
                </a:lnTo>
                <a:lnTo>
                  <a:pt x="0" y="1338805"/>
                </a:lnTo>
                <a:lnTo>
                  <a:pt x="0" y="61913"/>
                </a:lnTo>
                <a:cubicBezTo>
                  <a:pt x="0" y="27719"/>
                  <a:pt x="27719" y="0"/>
                  <a:pt x="61913" y="0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512810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EDDBB197-D710-4A4F-A9CA-FD2177498B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75D1CFA-2CDB-4B64-BD9F-85744E8DA1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7133AB2-632A-9FDC-D1E1-DFBD5E4698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672" y="802955"/>
            <a:ext cx="4977976" cy="1454051"/>
          </a:xfrm>
        </p:spPr>
        <p:txBody>
          <a:bodyPr>
            <a:normAutofit/>
          </a:bodyPr>
          <a:lstStyle/>
          <a:p>
            <a:r>
              <a:rPr lang="en-US" sz="3600" dirty="0">
                <a:solidFill>
                  <a:schemeClr val="tx2"/>
                </a:solidFill>
              </a:rPr>
              <a:t>Disclaimer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473304-B427-B15E-8EC5-BBA7A58699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8732" y="1820326"/>
            <a:ext cx="4709856" cy="3428784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The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opinions</a:t>
            </a: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 expressed in this</a:t>
            </a:r>
            <a:r>
              <a:rPr lang="en-US" sz="1800" b="1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presentation</a:t>
            </a:r>
            <a:r>
              <a:rPr lang="en-US" sz="1800" b="1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 </a:t>
            </a: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are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my own</a:t>
            </a:r>
            <a:r>
              <a:rPr lang="en-US" sz="1800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 </a:t>
            </a: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and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do not represent</a:t>
            </a: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 my current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employer</a:t>
            </a:r>
            <a:r>
              <a:rPr lang="en-US" sz="1800" dirty="0">
                <a:solidFill>
                  <a:schemeClr val="tx2"/>
                </a:solidFill>
                <a:latin typeface="Aptos" panose="020B0004020202020204" pitchFamily="34" charset="0"/>
                <a:cs typeface="Consolas"/>
              </a:rPr>
              <a:t> and any </a:t>
            </a:r>
            <a:r>
              <a:rPr lang="en-US" sz="1800" b="1" dirty="0">
                <a:solidFill>
                  <a:srgbClr val="FF0000"/>
                </a:solidFill>
                <a:latin typeface="Aptos" panose="020B0004020202020204" pitchFamily="34" charset="0"/>
                <a:cs typeface="Consolas"/>
              </a:rPr>
              <a:t>organization</a:t>
            </a:r>
            <a:endParaRPr lang="en-US" sz="1800" dirty="0">
              <a:latin typeface="Aptos" panose="020B0004020202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5EE5136-01F1-466C-962D-BA9B4C6757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369897" y="0"/>
            <a:ext cx="5822103" cy="6685267"/>
            <a:chOff x="6357228" y="0"/>
            <a:chExt cx="5822103" cy="6685267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11D3AD4-AF9B-4EB5-8C7B-C45D173B4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57228" y="0"/>
              <a:ext cx="5822102" cy="6685267"/>
            </a:xfrm>
            <a:custGeom>
              <a:avLst/>
              <a:gdLst>
                <a:gd name="connsiteX0" fmla="*/ 2605444 w 5822102"/>
                <a:gd name="connsiteY0" fmla="*/ 0 h 6685267"/>
                <a:gd name="connsiteX1" fmla="*/ 4757391 w 5822102"/>
                <a:gd name="connsiteY1" fmla="*/ 0 h 6685267"/>
                <a:gd name="connsiteX2" fmla="*/ 4913680 w 5822102"/>
                <a:gd name="connsiteY2" fmla="*/ 56274 h 6685267"/>
                <a:gd name="connsiteX3" fmla="*/ 5376238 w 5822102"/>
                <a:gd name="connsiteY3" fmla="*/ 282027 h 6685267"/>
                <a:gd name="connsiteX4" fmla="*/ 5658024 w 5822102"/>
                <a:gd name="connsiteY4" fmla="*/ 471014 h 6685267"/>
                <a:gd name="connsiteX5" fmla="*/ 5822102 w 5822102"/>
                <a:gd name="connsiteY5" fmla="*/ 609109 h 6685267"/>
                <a:gd name="connsiteX6" fmla="*/ 5822102 w 5822102"/>
                <a:gd name="connsiteY6" fmla="*/ 760697 h 6685267"/>
                <a:gd name="connsiteX7" fmla="*/ 5707785 w 5822102"/>
                <a:gd name="connsiteY7" fmla="*/ 666601 h 6685267"/>
                <a:gd name="connsiteX8" fmla="*/ 5577306 w 5822102"/>
                <a:gd name="connsiteY8" fmla="*/ 571666 h 6685267"/>
                <a:gd name="connsiteX9" fmla="*/ 5298630 w 5822102"/>
                <a:gd name="connsiteY9" fmla="*/ 407449 h 6685267"/>
                <a:gd name="connsiteX10" fmla="*/ 4690768 w 5822102"/>
                <a:gd name="connsiteY10" fmla="*/ 184979 h 6685267"/>
                <a:gd name="connsiteX11" fmla="*/ 4048577 w 5822102"/>
                <a:gd name="connsiteY11" fmla="*/ 99280 h 6685267"/>
                <a:gd name="connsiteX12" fmla="*/ 3405404 w 5822102"/>
                <a:gd name="connsiteY12" fmla="*/ 131937 h 6685267"/>
                <a:gd name="connsiteX13" fmla="*/ 3089702 w 5822102"/>
                <a:gd name="connsiteY13" fmla="*/ 190190 h 6685267"/>
                <a:gd name="connsiteX14" fmla="*/ 2780132 w 5822102"/>
                <a:gd name="connsiteY14" fmla="*/ 273457 h 6685267"/>
                <a:gd name="connsiteX15" fmla="*/ 2478040 w 5822102"/>
                <a:gd name="connsiteY15" fmla="*/ 379654 h 6685267"/>
                <a:gd name="connsiteX16" fmla="*/ 2184897 w 5822102"/>
                <a:gd name="connsiteY16" fmla="*/ 507972 h 6685267"/>
                <a:gd name="connsiteX17" fmla="*/ 1629141 w 5822102"/>
                <a:gd name="connsiteY17" fmla="*/ 823205 h 6685267"/>
                <a:gd name="connsiteX18" fmla="*/ 1497711 w 5822102"/>
                <a:gd name="connsiteY18" fmla="*/ 914000 h 6685267"/>
                <a:gd name="connsiteX19" fmla="*/ 1433099 w 5822102"/>
                <a:gd name="connsiteY19" fmla="*/ 960903 h 6685267"/>
                <a:gd name="connsiteX20" fmla="*/ 1369346 w 5822102"/>
                <a:gd name="connsiteY20" fmla="*/ 1008963 h 6685267"/>
                <a:gd name="connsiteX21" fmla="*/ 1123406 w 5822102"/>
                <a:gd name="connsiteY21" fmla="*/ 1212905 h 6685267"/>
                <a:gd name="connsiteX22" fmla="*/ 684367 w 5822102"/>
                <a:gd name="connsiteY22" fmla="*/ 1675564 h 6685267"/>
                <a:gd name="connsiteX23" fmla="*/ 497153 w 5822102"/>
                <a:gd name="connsiteY23" fmla="*/ 1933588 h 6685267"/>
                <a:gd name="connsiteX24" fmla="*/ 337770 w 5822102"/>
                <a:gd name="connsiteY24" fmla="*/ 2208983 h 6685267"/>
                <a:gd name="connsiteX25" fmla="*/ 302461 w 5822102"/>
                <a:gd name="connsiteY25" fmla="*/ 2280207 h 6685267"/>
                <a:gd name="connsiteX26" fmla="*/ 285296 w 5822102"/>
                <a:gd name="connsiteY26" fmla="*/ 2316107 h 6685267"/>
                <a:gd name="connsiteX27" fmla="*/ 268991 w 5822102"/>
                <a:gd name="connsiteY27" fmla="*/ 2352355 h 6685267"/>
                <a:gd name="connsiteX28" fmla="*/ 237849 w 5822102"/>
                <a:gd name="connsiteY28" fmla="*/ 2425432 h 6685267"/>
                <a:gd name="connsiteX29" fmla="*/ 208670 w 5822102"/>
                <a:gd name="connsiteY29" fmla="*/ 2499319 h 6685267"/>
                <a:gd name="connsiteX30" fmla="*/ 113775 w 5822102"/>
                <a:gd name="connsiteY30" fmla="*/ 2801929 h 6685267"/>
                <a:gd name="connsiteX31" fmla="*/ 36781 w 5822102"/>
                <a:gd name="connsiteY31" fmla="*/ 3428922 h 6685267"/>
                <a:gd name="connsiteX32" fmla="*/ 69148 w 5822102"/>
                <a:gd name="connsiteY32" fmla="*/ 3741955 h 6685267"/>
                <a:gd name="connsiteX33" fmla="*/ 167966 w 5822102"/>
                <a:gd name="connsiteY33" fmla="*/ 4041323 h 6685267"/>
                <a:gd name="connsiteX34" fmla="*/ 202049 w 5822102"/>
                <a:gd name="connsiteY34" fmla="*/ 4112894 h 6685267"/>
                <a:gd name="connsiteX35" fmla="*/ 239933 w 5822102"/>
                <a:gd name="connsiteY35" fmla="*/ 4182843 h 6685267"/>
                <a:gd name="connsiteX36" fmla="*/ 323916 w 5822102"/>
                <a:gd name="connsiteY36" fmla="*/ 4318456 h 6685267"/>
                <a:gd name="connsiteX37" fmla="*/ 416604 w 5822102"/>
                <a:gd name="connsiteY37" fmla="*/ 4449436 h 6685267"/>
                <a:gd name="connsiteX38" fmla="*/ 515911 w 5822102"/>
                <a:gd name="connsiteY38" fmla="*/ 4576711 h 6685267"/>
                <a:gd name="connsiteX39" fmla="*/ 722619 w 5822102"/>
                <a:gd name="connsiteY39" fmla="*/ 4828482 h 6685267"/>
                <a:gd name="connsiteX40" fmla="*/ 825972 w 5822102"/>
                <a:gd name="connsiteY40" fmla="*/ 4956104 h 6685267"/>
                <a:gd name="connsiteX41" fmla="*/ 926506 w 5822102"/>
                <a:gd name="connsiteY41" fmla="*/ 5085347 h 6685267"/>
                <a:gd name="connsiteX42" fmla="*/ 1027040 w 5822102"/>
                <a:gd name="connsiteY42" fmla="*/ 5210191 h 6685267"/>
                <a:gd name="connsiteX43" fmla="*/ 1132110 w 5822102"/>
                <a:gd name="connsiteY43" fmla="*/ 5330748 h 6685267"/>
                <a:gd name="connsiteX44" fmla="*/ 1354880 w 5822102"/>
                <a:gd name="connsiteY44" fmla="*/ 5558083 h 6685267"/>
                <a:gd name="connsiteX45" fmla="*/ 1855220 w 5822102"/>
                <a:gd name="connsiteY45" fmla="*/ 5937591 h 6685267"/>
                <a:gd name="connsiteX46" fmla="*/ 2131810 w 5822102"/>
                <a:gd name="connsiteY46" fmla="*/ 6080268 h 6685267"/>
                <a:gd name="connsiteX47" fmla="*/ 2423726 w 5822102"/>
                <a:gd name="connsiteY47" fmla="*/ 6188087 h 6685267"/>
                <a:gd name="connsiteX48" fmla="*/ 2727780 w 5822102"/>
                <a:gd name="connsiteY48" fmla="*/ 6262552 h 6685267"/>
                <a:gd name="connsiteX49" fmla="*/ 3041276 w 5822102"/>
                <a:gd name="connsiteY49" fmla="*/ 6304245 h 6685267"/>
                <a:gd name="connsiteX50" fmla="*/ 3360532 w 5822102"/>
                <a:gd name="connsiteY50" fmla="*/ 6317331 h 6685267"/>
                <a:gd name="connsiteX51" fmla="*/ 3439855 w 5822102"/>
                <a:gd name="connsiteY51" fmla="*/ 6316751 h 6685267"/>
                <a:gd name="connsiteX52" fmla="*/ 3478721 w 5822102"/>
                <a:gd name="connsiteY52" fmla="*/ 6315826 h 6685267"/>
                <a:gd name="connsiteX53" fmla="*/ 3517463 w 5822102"/>
                <a:gd name="connsiteY53" fmla="*/ 6313971 h 6685267"/>
                <a:gd name="connsiteX54" fmla="*/ 3671452 w 5822102"/>
                <a:gd name="connsiteY54" fmla="*/ 6301233 h 6685267"/>
                <a:gd name="connsiteX55" fmla="*/ 4265460 w 5822102"/>
                <a:gd name="connsiteY55" fmla="*/ 6149638 h 6685267"/>
                <a:gd name="connsiteX56" fmla="*/ 4546587 w 5822102"/>
                <a:gd name="connsiteY56" fmla="*/ 6018079 h 6685267"/>
                <a:gd name="connsiteX57" fmla="*/ 4818030 w 5822102"/>
                <a:gd name="connsiteY57" fmla="*/ 5858029 h 6685267"/>
                <a:gd name="connsiteX58" fmla="*/ 5081870 w 5822102"/>
                <a:gd name="connsiteY58" fmla="*/ 5676903 h 6685267"/>
                <a:gd name="connsiteX59" fmla="*/ 5212073 w 5822102"/>
                <a:gd name="connsiteY59" fmla="*/ 5581013 h 6685267"/>
                <a:gd name="connsiteX60" fmla="*/ 5343625 w 5822102"/>
                <a:gd name="connsiteY60" fmla="*/ 5481533 h 6685267"/>
                <a:gd name="connsiteX61" fmla="*/ 5610378 w 5822102"/>
                <a:gd name="connsiteY61" fmla="*/ 5284425 h 6685267"/>
                <a:gd name="connsiteX62" fmla="*/ 5822102 w 5822102"/>
                <a:gd name="connsiteY62" fmla="*/ 5126414 h 6685267"/>
                <a:gd name="connsiteX63" fmla="*/ 5822102 w 5822102"/>
                <a:gd name="connsiteY63" fmla="*/ 5556641 h 6685267"/>
                <a:gd name="connsiteX64" fmla="*/ 5576325 w 5822102"/>
                <a:gd name="connsiteY64" fmla="*/ 5749979 h 6685267"/>
                <a:gd name="connsiteX65" fmla="*/ 5447715 w 5822102"/>
                <a:gd name="connsiteY65" fmla="*/ 5852818 h 6685267"/>
                <a:gd name="connsiteX66" fmla="*/ 5315059 w 5822102"/>
                <a:gd name="connsiteY66" fmla="*/ 5956236 h 6685267"/>
                <a:gd name="connsiteX67" fmla="*/ 5038468 w 5822102"/>
                <a:gd name="connsiteY67" fmla="*/ 6155776 h 6685267"/>
                <a:gd name="connsiteX68" fmla="*/ 4741892 w 5822102"/>
                <a:gd name="connsiteY68" fmla="*/ 6338292 h 6685267"/>
                <a:gd name="connsiteX69" fmla="*/ 4420920 w 5822102"/>
                <a:gd name="connsiteY69" fmla="*/ 6492203 h 6685267"/>
                <a:gd name="connsiteX70" fmla="*/ 3717672 w 5822102"/>
                <a:gd name="connsiteY70" fmla="*/ 6670434 h 6685267"/>
                <a:gd name="connsiteX71" fmla="*/ 3535853 w 5822102"/>
                <a:gd name="connsiteY71" fmla="*/ 6683289 h 6685267"/>
                <a:gd name="connsiteX72" fmla="*/ 3490367 w 5822102"/>
                <a:gd name="connsiteY72" fmla="*/ 6684910 h 6685267"/>
                <a:gd name="connsiteX73" fmla="*/ 3445005 w 5822102"/>
                <a:gd name="connsiteY73" fmla="*/ 6685142 h 6685267"/>
                <a:gd name="connsiteX74" fmla="*/ 3355872 w 5822102"/>
                <a:gd name="connsiteY74" fmla="*/ 6684100 h 6685267"/>
                <a:gd name="connsiteX75" fmla="*/ 3179203 w 5822102"/>
                <a:gd name="connsiteY75" fmla="*/ 6677150 h 6685267"/>
                <a:gd name="connsiteX76" fmla="*/ 3002410 w 5822102"/>
                <a:gd name="connsiteY76" fmla="*/ 6661169 h 6685267"/>
                <a:gd name="connsiteX77" fmla="*/ 2650296 w 5822102"/>
                <a:gd name="connsiteY77" fmla="*/ 6604191 h 6685267"/>
                <a:gd name="connsiteX78" fmla="*/ 2306028 w 5822102"/>
                <a:gd name="connsiteY78" fmla="*/ 6505869 h 6685267"/>
                <a:gd name="connsiteX79" fmla="*/ 1978803 w 5822102"/>
                <a:gd name="connsiteY79" fmla="*/ 6363307 h 6685267"/>
                <a:gd name="connsiteX80" fmla="*/ 1678428 w 5822102"/>
                <a:gd name="connsiteY80" fmla="*/ 6177779 h 6685267"/>
                <a:gd name="connsiteX81" fmla="*/ 1175880 w 5822102"/>
                <a:gd name="connsiteY81" fmla="*/ 5710373 h 6685267"/>
                <a:gd name="connsiteX82" fmla="*/ 971502 w 5822102"/>
                <a:gd name="connsiteY82" fmla="*/ 5445399 h 6685267"/>
                <a:gd name="connsiteX83" fmla="*/ 790909 w 5822102"/>
                <a:gd name="connsiteY83" fmla="*/ 5169078 h 6685267"/>
                <a:gd name="connsiteX84" fmla="*/ 706680 w 5822102"/>
                <a:gd name="connsiteY84" fmla="*/ 5031959 h 6685267"/>
                <a:gd name="connsiteX85" fmla="*/ 619143 w 5822102"/>
                <a:gd name="connsiteY85" fmla="*/ 4897157 h 6685267"/>
                <a:gd name="connsiteX86" fmla="*/ 436465 w 5822102"/>
                <a:gd name="connsiteY86" fmla="*/ 4628710 h 6685267"/>
                <a:gd name="connsiteX87" fmla="*/ 347088 w 5822102"/>
                <a:gd name="connsiteY87" fmla="*/ 4492171 h 6685267"/>
                <a:gd name="connsiteX88" fmla="*/ 262001 w 5822102"/>
                <a:gd name="connsiteY88" fmla="*/ 4352619 h 6685267"/>
                <a:gd name="connsiteX89" fmla="*/ 118679 w 5822102"/>
                <a:gd name="connsiteY89" fmla="*/ 4059853 h 6685267"/>
                <a:gd name="connsiteX90" fmla="*/ 28322 w 5822102"/>
                <a:gd name="connsiteY90" fmla="*/ 3749136 h 6685267"/>
                <a:gd name="connsiteX91" fmla="*/ 0 w 5822102"/>
                <a:gd name="connsiteY91" fmla="*/ 3428922 h 6685267"/>
                <a:gd name="connsiteX92" fmla="*/ 253052 w 5822102"/>
                <a:gd name="connsiteY92" fmla="*/ 2174356 h 6685267"/>
                <a:gd name="connsiteX93" fmla="*/ 389141 w 5822102"/>
                <a:gd name="connsiteY93" fmla="*/ 1877652 h 6685267"/>
                <a:gd name="connsiteX94" fmla="*/ 552079 w 5822102"/>
                <a:gd name="connsiteY94" fmla="*/ 1591834 h 6685267"/>
                <a:gd name="connsiteX95" fmla="*/ 954950 w 5822102"/>
                <a:gd name="connsiteY95" fmla="*/ 1061773 h 6685267"/>
                <a:gd name="connsiteX96" fmla="*/ 1192922 w 5822102"/>
                <a:gd name="connsiteY96" fmla="*/ 822626 h 6685267"/>
                <a:gd name="connsiteX97" fmla="*/ 1255939 w 5822102"/>
                <a:gd name="connsiteY97" fmla="*/ 765880 h 6685267"/>
                <a:gd name="connsiteX98" fmla="*/ 1320183 w 5822102"/>
                <a:gd name="connsiteY98" fmla="*/ 710291 h 6685267"/>
                <a:gd name="connsiteX99" fmla="*/ 1452961 w 5822102"/>
                <a:gd name="connsiteY99" fmla="*/ 603514 h 6685267"/>
                <a:gd name="connsiteX100" fmla="*/ 2033360 w 5822102"/>
                <a:gd name="connsiteY100" fmla="*/ 235818 h 6685267"/>
                <a:gd name="connsiteX101" fmla="*/ 2512513 w 5822102"/>
                <a:gd name="connsiteY101" fmla="*/ 30012 h 668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22102" h="6685267">
                  <a:moveTo>
                    <a:pt x="2605444" y="0"/>
                  </a:moveTo>
                  <a:lnTo>
                    <a:pt x="4757391" y="0"/>
                  </a:lnTo>
                  <a:lnTo>
                    <a:pt x="4913680" y="56274"/>
                  </a:lnTo>
                  <a:cubicBezTo>
                    <a:pt x="5074659" y="119278"/>
                    <a:pt x="5229483" y="195083"/>
                    <a:pt x="5376238" y="282027"/>
                  </a:cubicBezTo>
                  <a:cubicBezTo>
                    <a:pt x="5474014" y="340105"/>
                    <a:pt x="5568080" y="403280"/>
                    <a:pt x="5658024" y="471014"/>
                  </a:cubicBezTo>
                  <a:lnTo>
                    <a:pt x="5822102" y="609109"/>
                  </a:lnTo>
                  <a:lnTo>
                    <a:pt x="5822102" y="760697"/>
                  </a:lnTo>
                  <a:lnTo>
                    <a:pt x="5707785" y="666601"/>
                  </a:lnTo>
                  <a:cubicBezTo>
                    <a:pt x="5665273" y="633682"/>
                    <a:pt x="5621749" y="602008"/>
                    <a:pt x="5577306" y="571666"/>
                  </a:cubicBezTo>
                  <a:cubicBezTo>
                    <a:pt x="5487929" y="511562"/>
                    <a:pt x="5395118" y="456089"/>
                    <a:pt x="5298630" y="407449"/>
                  </a:cubicBezTo>
                  <a:cubicBezTo>
                    <a:pt x="5106266" y="309010"/>
                    <a:pt x="4901153" y="235355"/>
                    <a:pt x="4690768" y="184979"/>
                  </a:cubicBezTo>
                  <a:cubicBezTo>
                    <a:pt x="4480382" y="134486"/>
                    <a:pt x="4264724" y="106807"/>
                    <a:pt x="4048577" y="99280"/>
                  </a:cubicBezTo>
                  <a:cubicBezTo>
                    <a:pt x="3832182" y="90709"/>
                    <a:pt x="3617997" y="102290"/>
                    <a:pt x="3405404" y="131937"/>
                  </a:cubicBezTo>
                  <a:cubicBezTo>
                    <a:pt x="3299353" y="147340"/>
                    <a:pt x="3193915" y="166449"/>
                    <a:pt x="3089702" y="190190"/>
                  </a:cubicBezTo>
                  <a:cubicBezTo>
                    <a:pt x="2985491" y="214278"/>
                    <a:pt x="2882137" y="241725"/>
                    <a:pt x="2780132" y="273457"/>
                  </a:cubicBezTo>
                  <a:cubicBezTo>
                    <a:pt x="2678126" y="305073"/>
                    <a:pt x="2577348" y="340510"/>
                    <a:pt x="2478040" y="379654"/>
                  </a:cubicBezTo>
                  <a:cubicBezTo>
                    <a:pt x="2378854" y="418914"/>
                    <a:pt x="2281017" y="461763"/>
                    <a:pt x="2184897" y="507972"/>
                  </a:cubicBezTo>
                  <a:cubicBezTo>
                    <a:pt x="1992657" y="600271"/>
                    <a:pt x="1806791" y="705542"/>
                    <a:pt x="1629141" y="823205"/>
                  </a:cubicBezTo>
                  <a:cubicBezTo>
                    <a:pt x="1584882" y="852736"/>
                    <a:pt x="1540745" y="882731"/>
                    <a:pt x="1497711" y="914000"/>
                  </a:cubicBezTo>
                  <a:cubicBezTo>
                    <a:pt x="1475888" y="929286"/>
                    <a:pt x="1454555" y="945153"/>
                    <a:pt x="1433099" y="960903"/>
                  </a:cubicBezTo>
                  <a:cubicBezTo>
                    <a:pt x="1411521" y="976537"/>
                    <a:pt x="1390311" y="992634"/>
                    <a:pt x="1369346" y="1008963"/>
                  </a:cubicBezTo>
                  <a:cubicBezTo>
                    <a:pt x="1285119" y="1074165"/>
                    <a:pt x="1202730" y="1141797"/>
                    <a:pt x="1123406" y="1212905"/>
                  </a:cubicBezTo>
                  <a:cubicBezTo>
                    <a:pt x="964391" y="1354656"/>
                    <a:pt x="816900" y="1509261"/>
                    <a:pt x="684367" y="1675564"/>
                  </a:cubicBezTo>
                  <a:cubicBezTo>
                    <a:pt x="618161" y="1758716"/>
                    <a:pt x="555512" y="1844763"/>
                    <a:pt x="497153" y="1933588"/>
                  </a:cubicBezTo>
                  <a:cubicBezTo>
                    <a:pt x="439775" y="2022877"/>
                    <a:pt x="385584" y="2114367"/>
                    <a:pt x="337770" y="2208983"/>
                  </a:cubicBezTo>
                  <a:cubicBezTo>
                    <a:pt x="325388" y="2232493"/>
                    <a:pt x="313862" y="2256349"/>
                    <a:pt x="302461" y="2280207"/>
                  </a:cubicBezTo>
                  <a:lnTo>
                    <a:pt x="285296" y="2316107"/>
                  </a:lnTo>
                  <a:lnTo>
                    <a:pt x="268991" y="2352355"/>
                  </a:lnTo>
                  <a:cubicBezTo>
                    <a:pt x="258324" y="2376560"/>
                    <a:pt x="247535" y="2400764"/>
                    <a:pt x="237849" y="2425432"/>
                  </a:cubicBezTo>
                  <a:cubicBezTo>
                    <a:pt x="228163" y="2450099"/>
                    <a:pt x="217498" y="2474419"/>
                    <a:pt x="208670" y="2499319"/>
                  </a:cubicBezTo>
                  <a:cubicBezTo>
                    <a:pt x="170909" y="2598219"/>
                    <a:pt x="138908" y="2699206"/>
                    <a:pt x="113775" y="2801929"/>
                  </a:cubicBezTo>
                  <a:cubicBezTo>
                    <a:pt x="62773" y="3006911"/>
                    <a:pt x="36659" y="3217917"/>
                    <a:pt x="36781" y="3428922"/>
                  </a:cubicBezTo>
                  <a:cubicBezTo>
                    <a:pt x="37394" y="3534078"/>
                    <a:pt x="47816" y="3639001"/>
                    <a:pt x="69148" y="3741955"/>
                  </a:cubicBezTo>
                  <a:cubicBezTo>
                    <a:pt x="91585" y="3844679"/>
                    <a:pt x="124074" y="3945202"/>
                    <a:pt x="167966" y="4041323"/>
                  </a:cubicBezTo>
                  <a:cubicBezTo>
                    <a:pt x="178387" y="4065528"/>
                    <a:pt x="190525" y="4089153"/>
                    <a:pt x="202049" y="4112894"/>
                  </a:cubicBezTo>
                  <a:cubicBezTo>
                    <a:pt x="214555" y="4136288"/>
                    <a:pt x="226447" y="4159912"/>
                    <a:pt x="239933" y="4182843"/>
                  </a:cubicBezTo>
                  <a:cubicBezTo>
                    <a:pt x="265680" y="4229167"/>
                    <a:pt x="294368" y="4274101"/>
                    <a:pt x="323916" y="4318456"/>
                  </a:cubicBezTo>
                  <a:cubicBezTo>
                    <a:pt x="353341" y="4362927"/>
                    <a:pt x="384849" y="4406240"/>
                    <a:pt x="416604" y="4449436"/>
                  </a:cubicBezTo>
                  <a:cubicBezTo>
                    <a:pt x="448847" y="4492286"/>
                    <a:pt x="482319" y="4534557"/>
                    <a:pt x="515911" y="4576711"/>
                  </a:cubicBezTo>
                  <a:cubicBezTo>
                    <a:pt x="583219" y="4661137"/>
                    <a:pt x="653594" y="4743825"/>
                    <a:pt x="722619" y="4828482"/>
                  </a:cubicBezTo>
                  <a:cubicBezTo>
                    <a:pt x="757315" y="4870637"/>
                    <a:pt x="791889" y="4913138"/>
                    <a:pt x="825972" y="4956104"/>
                  </a:cubicBezTo>
                  <a:cubicBezTo>
                    <a:pt x="859934" y="4998722"/>
                    <a:pt x="893649" y="5044004"/>
                    <a:pt x="926506" y="5085347"/>
                  </a:cubicBezTo>
                  <a:cubicBezTo>
                    <a:pt x="959119" y="5127734"/>
                    <a:pt x="993324" y="5168847"/>
                    <a:pt x="1027040" y="5210191"/>
                  </a:cubicBezTo>
                  <a:cubicBezTo>
                    <a:pt x="1061737" y="5250840"/>
                    <a:pt x="1096188" y="5291488"/>
                    <a:pt x="1132110" y="5330748"/>
                  </a:cubicBezTo>
                  <a:cubicBezTo>
                    <a:pt x="1203465" y="5409731"/>
                    <a:pt x="1277639" y="5485818"/>
                    <a:pt x="1354880" y="5558083"/>
                  </a:cubicBezTo>
                  <a:cubicBezTo>
                    <a:pt x="1509603" y="5702266"/>
                    <a:pt x="1676588" y="5830930"/>
                    <a:pt x="1855220" y="5937591"/>
                  </a:cubicBezTo>
                  <a:cubicBezTo>
                    <a:pt x="1944720" y="5990632"/>
                    <a:pt x="2036549" y="6039272"/>
                    <a:pt x="2131810" y="6080268"/>
                  </a:cubicBezTo>
                  <a:cubicBezTo>
                    <a:pt x="2226460" y="6122423"/>
                    <a:pt x="2324173" y="6157977"/>
                    <a:pt x="2423726" y="6188087"/>
                  </a:cubicBezTo>
                  <a:cubicBezTo>
                    <a:pt x="2523280" y="6218313"/>
                    <a:pt x="2624794" y="6242749"/>
                    <a:pt x="2727780" y="6262552"/>
                  </a:cubicBezTo>
                  <a:cubicBezTo>
                    <a:pt x="2830890" y="6282008"/>
                    <a:pt x="2935714" y="6295326"/>
                    <a:pt x="3041276" y="6304245"/>
                  </a:cubicBezTo>
                  <a:cubicBezTo>
                    <a:pt x="3146836" y="6313277"/>
                    <a:pt x="3253499" y="6317215"/>
                    <a:pt x="3360532" y="6317331"/>
                  </a:cubicBezTo>
                  <a:cubicBezTo>
                    <a:pt x="3387259" y="6317331"/>
                    <a:pt x="3414354" y="6317794"/>
                    <a:pt x="3439855" y="6316751"/>
                  </a:cubicBezTo>
                  <a:lnTo>
                    <a:pt x="3478721" y="6315826"/>
                  </a:lnTo>
                  <a:lnTo>
                    <a:pt x="3517463" y="6313971"/>
                  </a:lnTo>
                  <a:cubicBezTo>
                    <a:pt x="3569078" y="6311772"/>
                    <a:pt x="3620449" y="6306907"/>
                    <a:pt x="3671452" y="6301233"/>
                  </a:cubicBezTo>
                  <a:cubicBezTo>
                    <a:pt x="3875707" y="6277608"/>
                    <a:pt x="4074445" y="6225841"/>
                    <a:pt x="4265460" y="6149638"/>
                  </a:cubicBezTo>
                  <a:cubicBezTo>
                    <a:pt x="4361212" y="6111884"/>
                    <a:pt x="4454636" y="6067065"/>
                    <a:pt x="4546587" y="6018079"/>
                  </a:cubicBezTo>
                  <a:cubicBezTo>
                    <a:pt x="4638662" y="5969322"/>
                    <a:pt x="4729020" y="5915240"/>
                    <a:pt x="4818030" y="5858029"/>
                  </a:cubicBezTo>
                  <a:cubicBezTo>
                    <a:pt x="4907038" y="5800703"/>
                    <a:pt x="4994577" y="5739672"/>
                    <a:pt x="5081870" y="5676903"/>
                  </a:cubicBezTo>
                  <a:cubicBezTo>
                    <a:pt x="5125392" y="5645519"/>
                    <a:pt x="5168794" y="5613324"/>
                    <a:pt x="5212073" y="5581013"/>
                  </a:cubicBezTo>
                  <a:lnTo>
                    <a:pt x="5343625" y="5481533"/>
                  </a:lnTo>
                  <a:cubicBezTo>
                    <a:pt x="5432696" y="5414768"/>
                    <a:pt x="5521951" y="5349452"/>
                    <a:pt x="5610378" y="5284425"/>
                  </a:cubicBezTo>
                  <a:lnTo>
                    <a:pt x="5822102" y="5126414"/>
                  </a:lnTo>
                  <a:lnTo>
                    <a:pt x="5822102" y="5556641"/>
                  </a:lnTo>
                  <a:lnTo>
                    <a:pt x="5576325" y="5749979"/>
                  </a:lnTo>
                  <a:lnTo>
                    <a:pt x="5447715" y="5852818"/>
                  </a:lnTo>
                  <a:cubicBezTo>
                    <a:pt x="5403945" y="5887445"/>
                    <a:pt x="5359932" y="5922073"/>
                    <a:pt x="5315059" y="5956236"/>
                  </a:cubicBezTo>
                  <a:cubicBezTo>
                    <a:pt x="5225682" y="6024680"/>
                    <a:pt x="5133976" y="6091734"/>
                    <a:pt x="5038468" y="6155776"/>
                  </a:cubicBezTo>
                  <a:cubicBezTo>
                    <a:pt x="4943084" y="6219703"/>
                    <a:pt x="4845002" y="6281777"/>
                    <a:pt x="4741892" y="6338292"/>
                  </a:cubicBezTo>
                  <a:cubicBezTo>
                    <a:pt x="4638784" y="6394692"/>
                    <a:pt x="4532120" y="6447038"/>
                    <a:pt x="4420920" y="6492203"/>
                  </a:cubicBezTo>
                  <a:cubicBezTo>
                    <a:pt x="4199255" y="6583693"/>
                    <a:pt x="3959813" y="6644840"/>
                    <a:pt x="3717672" y="6670434"/>
                  </a:cubicBezTo>
                  <a:cubicBezTo>
                    <a:pt x="3657106" y="6676456"/>
                    <a:pt x="3596419" y="6681321"/>
                    <a:pt x="3535853" y="6683289"/>
                  </a:cubicBezTo>
                  <a:lnTo>
                    <a:pt x="3490367" y="6684910"/>
                  </a:lnTo>
                  <a:lnTo>
                    <a:pt x="3445005" y="6685142"/>
                  </a:lnTo>
                  <a:cubicBezTo>
                    <a:pt x="3414354" y="6685605"/>
                    <a:pt x="3385297" y="6684679"/>
                    <a:pt x="3355872" y="6684100"/>
                  </a:cubicBezTo>
                  <a:cubicBezTo>
                    <a:pt x="3297146" y="6683405"/>
                    <a:pt x="3238052" y="6680047"/>
                    <a:pt x="3179203" y="6677150"/>
                  </a:cubicBezTo>
                  <a:cubicBezTo>
                    <a:pt x="3120232" y="6672519"/>
                    <a:pt x="3061259" y="6668233"/>
                    <a:pt x="3002410" y="6661169"/>
                  </a:cubicBezTo>
                  <a:cubicBezTo>
                    <a:pt x="2884589" y="6647851"/>
                    <a:pt x="2766891" y="6629669"/>
                    <a:pt x="2650296" y="6604191"/>
                  </a:cubicBezTo>
                  <a:cubicBezTo>
                    <a:pt x="2533702" y="6578713"/>
                    <a:pt x="2418456" y="6545938"/>
                    <a:pt x="2306028" y="6505869"/>
                  </a:cubicBezTo>
                  <a:cubicBezTo>
                    <a:pt x="2193602" y="6465683"/>
                    <a:pt x="2084118" y="6417738"/>
                    <a:pt x="1978803" y="6363307"/>
                  </a:cubicBezTo>
                  <a:cubicBezTo>
                    <a:pt x="1873855" y="6308066"/>
                    <a:pt x="1773077" y="6246340"/>
                    <a:pt x="1678428" y="6177779"/>
                  </a:cubicBezTo>
                  <a:cubicBezTo>
                    <a:pt x="1488393" y="6041356"/>
                    <a:pt x="1321900" y="5881423"/>
                    <a:pt x="1175880" y="5710373"/>
                  </a:cubicBezTo>
                  <a:cubicBezTo>
                    <a:pt x="1103177" y="5624441"/>
                    <a:pt x="1035501" y="5535732"/>
                    <a:pt x="971502" y="5445399"/>
                  </a:cubicBezTo>
                  <a:cubicBezTo>
                    <a:pt x="907380" y="5355069"/>
                    <a:pt x="847550" y="5262768"/>
                    <a:pt x="790909" y="5169078"/>
                  </a:cubicBezTo>
                  <a:cubicBezTo>
                    <a:pt x="761974" y="5121712"/>
                    <a:pt x="735492" y="5077357"/>
                    <a:pt x="706680" y="5031959"/>
                  </a:cubicBezTo>
                  <a:cubicBezTo>
                    <a:pt x="678114" y="4986910"/>
                    <a:pt x="649058" y="4941860"/>
                    <a:pt x="619143" y="4897157"/>
                  </a:cubicBezTo>
                  <a:lnTo>
                    <a:pt x="436465" y="4628710"/>
                  </a:lnTo>
                  <a:cubicBezTo>
                    <a:pt x="406182" y="4583544"/>
                    <a:pt x="376267" y="4538147"/>
                    <a:pt x="347088" y="4492171"/>
                  </a:cubicBezTo>
                  <a:cubicBezTo>
                    <a:pt x="317908" y="4446194"/>
                    <a:pt x="288974" y="4400102"/>
                    <a:pt x="262001" y="4352619"/>
                  </a:cubicBezTo>
                  <a:cubicBezTo>
                    <a:pt x="207934" y="4258119"/>
                    <a:pt x="158280" y="4160840"/>
                    <a:pt x="118679" y="4059853"/>
                  </a:cubicBezTo>
                  <a:cubicBezTo>
                    <a:pt x="78343" y="3959214"/>
                    <a:pt x="48429" y="3854870"/>
                    <a:pt x="28322" y="3749136"/>
                  </a:cubicBezTo>
                  <a:cubicBezTo>
                    <a:pt x="9073" y="3643402"/>
                    <a:pt x="0" y="3536046"/>
                    <a:pt x="0" y="3428922"/>
                  </a:cubicBezTo>
                  <a:cubicBezTo>
                    <a:pt x="1594" y="3001816"/>
                    <a:pt x="89010" y="2575868"/>
                    <a:pt x="253052" y="2174356"/>
                  </a:cubicBezTo>
                  <a:cubicBezTo>
                    <a:pt x="294246" y="2074066"/>
                    <a:pt x="338873" y="1974700"/>
                    <a:pt x="389141" y="1877652"/>
                  </a:cubicBezTo>
                  <a:cubicBezTo>
                    <a:pt x="438672" y="1780256"/>
                    <a:pt x="493230" y="1684945"/>
                    <a:pt x="552079" y="1591834"/>
                  </a:cubicBezTo>
                  <a:cubicBezTo>
                    <a:pt x="669900" y="1405728"/>
                    <a:pt x="804394" y="1227729"/>
                    <a:pt x="954950" y="1061773"/>
                  </a:cubicBezTo>
                  <a:cubicBezTo>
                    <a:pt x="1030597" y="979085"/>
                    <a:pt x="1109552" y="898829"/>
                    <a:pt x="1192922" y="822626"/>
                  </a:cubicBezTo>
                  <a:cubicBezTo>
                    <a:pt x="1213642" y="803402"/>
                    <a:pt x="1234483" y="784409"/>
                    <a:pt x="1255939" y="765880"/>
                  </a:cubicBezTo>
                  <a:cubicBezTo>
                    <a:pt x="1277273" y="747234"/>
                    <a:pt x="1298237" y="728241"/>
                    <a:pt x="1320183" y="710291"/>
                  </a:cubicBezTo>
                  <a:cubicBezTo>
                    <a:pt x="1363585" y="673811"/>
                    <a:pt x="1408088" y="638489"/>
                    <a:pt x="1452961" y="603514"/>
                  </a:cubicBezTo>
                  <a:cubicBezTo>
                    <a:pt x="1633310" y="464543"/>
                    <a:pt x="1828125" y="341437"/>
                    <a:pt x="2033360" y="235818"/>
                  </a:cubicBezTo>
                  <a:cubicBezTo>
                    <a:pt x="2187242" y="156561"/>
                    <a:pt x="2347554" y="87597"/>
                    <a:pt x="2512513" y="3001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5102EBE-A80F-4CFF-B1DD-941EF9728B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04998" y="98659"/>
              <a:ext cx="5774333" cy="6315453"/>
            </a:xfrm>
            <a:custGeom>
              <a:avLst/>
              <a:gdLst>
                <a:gd name="connsiteX0" fmla="*/ 3707237 w 5774333"/>
                <a:gd name="connsiteY0" fmla="*/ 1489 h 6315453"/>
                <a:gd name="connsiteX1" fmla="*/ 4037665 w 5774333"/>
                <a:gd name="connsiteY1" fmla="*/ 6121 h 6315453"/>
                <a:gd name="connsiteX2" fmla="*/ 4692239 w 5774333"/>
                <a:gd name="connsiteY2" fmla="*/ 102128 h 6315453"/>
                <a:gd name="connsiteX3" fmla="*/ 5315059 w 5774333"/>
                <a:gd name="connsiteY3" fmla="*/ 324945 h 6315453"/>
                <a:gd name="connsiteX4" fmla="*/ 5738325 w 5774333"/>
                <a:gd name="connsiteY4" fmla="*/ 578286 h 6315453"/>
                <a:gd name="connsiteX5" fmla="*/ 5774333 w 5774333"/>
                <a:gd name="connsiteY5" fmla="*/ 606551 h 6315453"/>
                <a:gd name="connsiteX6" fmla="*/ 5774333 w 5774333"/>
                <a:gd name="connsiteY6" fmla="*/ 975490 h 6315453"/>
                <a:gd name="connsiteX7" fmla="*/ 5676001 w 5774333"/>
                <a:gd name="connsiteY7" fmla="*/ 889749 h 6315453"/>
                <a:gd name="connsiteX8" fmla="*/ 5177132 w 5774333"/>
                <a:gd name="connsiteY8" fmla="*/ 581926 h 6315453"/>
                <a:gd name="connsiteX9" fmla="*/ 4615735 w 5774333"/>
                <a:gd name="connsiteY9" fmla="*/ 388640 h 6315453"/>
                <a:gd name="connsiteX10" fmla="*/ 4020010 w 5774333"/>
                <a:gd name="connsiteY10" fmla="*/ 308500 h 6315453"/>
                <a:gd name="connsiteX11" fmla="*/ 3416315 w 5774333"/>
                <a:gd name="connsiteY11" fmla="*/ 328882 h 6315453"/>
                <a:gd name="connsiteX12" fmla="*/ 2823779 w 5774333"/>
                <a:gd name="connsiteY12" fmla="*/ 446545 h 6315453"/>
                <a:gd name="connsiteX13" fmla="*/ 2256987 w 5774333"/>
                <a:gd name="connsiteY13" fmla="*/ 651296 h 6315453"/>
                <a:gd name="connsiteX14" fmla="*/ 1244169 w 5774333"/>
                <a:gd name="connsiteY14" fmla="*/ 1280374 h 6315453"/>
                <a:gd name="connsiteX15" fmla="*/ 830141 w 5774333"/>
                <a:gd name="connsiteY15" fmla="*/ 1700184 h 6315453"/>
                <a:gd name="connsiteX16" fmla="*/ 502792 w 5774333"/>
                <a:gd name="connsiteY16" fmla="*/ 2182300 h 6315453"/>
                <a:gd name="connsiteX17" fmla="*/ 280637 w 5774333"/>
                <a:gd name="connsiteY17" fmla="*/ 2715256 h 6315453"/>
                <a:gd name="connsiteX18" fmla="*/ 199843 w 5774333"/>
                <a:gd name="connsiteY18" fmla="*/ 3283418 h 6315453"/>
                <a:gd name="connsiteX19" fmla="*/ 233926 w 5774333"/>
                <a:gd name="connsiteY19" fmla="*/ 3561593 h 6315453"/>
                <a:gd name="connsiteX20" fmla="*/ 334582 w 5774333"/>
                <a:gd name="connsiteY20" fmla="*/ 3821816 h 6315453"/>
                <a:gd name="connsiteX21" fmla="*/ 404834 w 5774333"/>
                <a:gd name="connsiteY21" fmla="*/ 3944343 h 6315453"/>
                <a:gd name="connsiteX22" fmla="*/ 485506 w 5774333"/>
                <a:gd name="connsiteY22" fmla="*/ 4062932 h 6315453"/>
                <a:gd name="connsiteX23" fmla="*/ 671861 w 5774333"/>
                <a:gd name="connsiteY23" fmla="*/ 4292120 h 6315453"/>
                <a:gd name="connsiteX24" fmla="*/ 873542 w 5774333"/>
                <a:gd name="connsiteY24" fmla="*/ 4523044 h 6315453"/>
                <a:gd name="connsiteX25" fmla="*/ 973831 w 5774333"/>
                <a:gd name="connsiteY25" fmla="*/ 4643601 h 6315453"/>
                <a:gd name="connsiteX26" fmla="*/ 1022014 w 5774333"/>
                <a:gd name="connsiteY26" fmla="*/ 4702780 h 6315453"/>
                <a:gd name="connsiteX27" fmla="*/ 1069215 w 5774333"/>
                <a:gd name="connsiteY27" fmla="*/ 4759411 h 6315453"/>
                <a:gd name="connsiteX28" fmla="*/ 1474784 w 5774333"/>
                <a:gd name="connsiteY28" fmla="*/ 5177948 h 6315453"/>
                <a:gd name="connsiteX29" fmla="*/ 1690442 w 5774333"/>
                <a:gd name="connsiteY29" fmla="*/ 5366255 h 6315453"/>
                <a:gd name="connsiteX30" fmla="*/ 1916276 w 5774333"/>
                <a:gd name="connsiteY30" fmla="*/ 5539852 h 6315453"/>
                <a:gd name="connsiteX31" fmla="*/ 2420784 w 5774333"/>
                <a:gd name="connsiteY31" fmla="*/ 5814437 h 6315453"/>
                <a:gd name="connsiteX32" fmla="*/ 2703015 w 5774333"/>
                <a:gd name="connsiteY32" fmla="*/ 5892029 h 6315453"/>
                <a:gd name="connsiteX33" fmla="*/ 2775350 w 5774333"/>
                <a:gd name="connsiteY33" fmla="*/ 5905695 h 6315453"/>
                <a:gd name="connsiteX34" fmla="*/ 2848299 w 5774333"/>
                <a:gd name="connsiteY34" fmla="*/ 5917161 h 6315453"/>
                <a:gd name="connsiteX35" fmla="*/ 2995544 w 5774333"/>
                <a:gd name="connsiteY35" fmla="*/ 5933605 h 6315453"/>
                <a:gd name="connsiteX36" fmla="*/ 3069596 w 5774333"/>
                <a:gd name="connsiteY36" fmla="*/ 5938933 h 6315453"/>
                <a:gd name="connsiteX37" fmla="*/ 3143894 w 5774333"/>
                <a:gd name="connsiteY37" fmla="*/ 5942639 h 6315453"/>
                <a:gd name="connsiteX38" fmla="*/ 3218436 w 5774333"/>
                <a:gd name="connsiteY38" fmla="*/ 5944260 h 6315453"/>
                <a:gd name="connsiteX39" fmla="*/ 3293101 w 5774333"/>
                <a:gd name="connsiteY39" fmla="*/ 5943913 h 6315453"/>
                <a:gd name="connsiteX40" fmla="*/ 3330494 w 5774333"/>
                <a:gd name="connsiteY40" fmla="*/ 5943565 h 6315453"/>
                <a:gd name="connsiteX41" fmla="*/ 3366540 w 5774333"/>
                <a:gd name="connsiteY41" fmla="*/ 5942059 h 6315453"/>
                <a:gd name="connsiteX42" fmla="*/ 3402462 w 5774333"/>
                <a:gd name="connsiteY42" fmla="*/ 5940323 h 6315453"/>
                <a:gd name="connsiteX43" fmla="*/ 3438262 w 5774333"/>
                <a:gd name="connsiteY43" fmla="*/ 5937543 h 6315453"/>
                <a:gd name="connsiteX44" fmla="*/ 3580236 w 5774333"/>
                <a:gd name="connsiteY44" fmla="*/ 5920982 h 6315453"/>
                <a:gd name="connsiteX45" fmla="*/ 4121034 w 5774333"/>
                <a:gd name="connsiteY45" fmla="*/ 5753290 h 6315453"/>
                <a:gd name="connsiteX46" fmla="*/ 4620639 w 5774333"/>
                <a:gd name="connsiteY46" fmla="*/ 5459364 h 6315453"/>
                <a:gd name="connsiteX47" fmla="*/ 4741771 w 5774333"/>
                <a:gd name="connsiteY47" fmla="*/ 5372971 h 6315453"/>
                <a:gd name="connsiteX48" fmla="*/ 4862901 w 5774333"/>
                <a:gd name="connsiteY48" fmla="*/ 5283682 h 6315453"/>
                <a:gd name="connsiteX49" fmla="*/ 5108229 w 5774333"/>
                <a:gd name="connsiteY49" fmla="*/ 5098386 h 6315453"/>
                <a:gd name="connsiteX50" fmla="*/ 5612493 w 5774333"/>
                <a:gd name="connsiteY50" fmla="*/ 4739724 h 6315453"/>
                <a:gd name="connsiteX51" fmla="*/ 5774333 w 5774333"/>
                <a:gd name="connsiteY51" fmla="*/ 4623488 h 6315453"/>
                <a:gd name="connsiteX52" fmla="*/ 5774333 w 5774333"/>
                <a:gd name="connsiteY52" fmla="*/ 5232926 h 6315453"/>
                <a:gd name="connsiteX53" fmla="*/ 5676492 w 5774333"/>
                <a:gd name="connsiteY53" fmla="*/ 5306859 h 6315453"/>
                <a:gd name="connsiteX54" fmla="*/ 5426260 w 5774333"/>
                <a:gd name="connsiteY54" fmla="*/ 5486233 h 6315453"/>
                <a:gd name="connsiteX55" fmla="*/ 5300225 w 5774333"/>
                <a:gd name="connsiteY55" fmla="*/ 5576217 h 6315453"/>
                <a:gd name="connsiteX56" fmla="*/ 5170757 w 5774333"/>
                <a:gd name="connsiteY56" fmla="*/ 5666780 h 6315453"/>
                <a:gd name="connsiteX57" fmla="*/ 5038100 w 5774333"/>
                <a:gd name="connsiteY57" fmla="*/ 5756185 h 6315453"/>
                <a:gd name="connsiteX58" fmla="*/ 4901276 w 5774333"/>
                <a:gd name="connsiteY58" fmla="*/ 5843043 h 6315453"/>
                <a:gd name="connsiteX59" fmla="*/ 4614019 w 5774333"/>
                <a:gd name="connsiteY59" fmla="*/ 6006103 h 6315453"/>
                <a:gd name="connsiteX60" fmla="*/ 4305061 w 5774333"/>
                <a:gd name="connsiteY60" fmla="*/ 6144726 h 6315453"/>
                <a:gd name="connsiteX61" fmla="*/ 3632710 w 5774333"/>
                <a:gd name="connsiteY61" fmla="*/ 6304196 h 6315453"/>
                <a:gd name="connsiteX62" fmla="*/ 3459594 w 5774333"/>
                <a:gd name="connsiteY62" fmla="*/ 6314504 h 6315453"/>
                <a:gd name="connsiteX63" fmla="*/ 3416315 w 5774333"/>
                <a:gd name="connsiteY63" fmla="*/ 6315429 h 6315453"/>
                <a:gd name="connsiteX64" fmla="*/ 3373159 w 5774333"/>
                <a:gd name="connsiteY64" fmla="*/ 6315198 h 6315453"/>
                <a:gd name="connsiteX65" fmla="*/ 3330127 w 5774333"/>
                <a:gd name="connsiteY65" fmla="*/ 6314735 h 6315453"/>
                <a:gd name="connsiteX66" fmla="*/ 3288320 w 5774333"/>
                <a:gd name="connsiteY66" fmla="*/ 6313230 h 6315453"/>
                <a:gd name="connsiteX67" fmla="*/ 2954350 w 5774333"/>
                <a:gd name="connsiteY67" fmla="*/ 6288098 h 6315453"/>
                <a:gd name="connsiteX68" fmla="*/ 2622466 w 5774333"/>
                <a:gd name="connsiteY68" fmla="*/ 6232742 h 6315453"/>
                <a:gd name="connsiteX69" fmla="*/ 2296466 w 5774333"/>
                <a:gd name="connsiteY69" fmla="*/ 6146001 h 6315453"/>
                <a:gd name="connsiteX70" fmla="*/ 1672419 w 5774333"/>
                <a:gd name="connsiteY70" fmla="*/ 5885197 h 6315453"/>
                <a:gd name="connsiteX71" fmla="*/ 1146578 w 5774333"/>
                <a:gd name="connsiteY71" fmla="*/ 5479168 h 6315453"/>
                <a:gd name="connsiteX72" fmla="*/ 933372 w 5774333"/>
                <a:gd name="connsiteY72" fmla="*/ 5234810 h 6315453"/>
                <a:gd name="connsiteX73" fmla="*/ 747140 w 5774333"/>
                <a:gd name="connsiteY73" fmla="*/ 4976091 h 6315453"/>
                <a:gd name="connsiteX74" fmla="*/ 703616 w 5774333"/>
                <a:gd name="connsiteY74" fmla="*/ 4910196 h 6315453"/>
                <a:gd name="connsiteX75" fmla="*/ 662053 w 5774333"/>
                <a:gd name="connsiteY75" fmla="*/ 4846269 h 6315453"/>
                <a:gd name="connsiteX76" fmla="*/ 580033 w 5774333"/>
                <a:gd name="connsiteY76" fmla="*/ 4722352 h 6315453"/>
                <a:gd name="connsiteX77" fmla="*/ 410105 w 5774333"/>
                <a:gd name="connsiteY77" fmla="*/ 4469193 h 6315453"/>
                <a:gd name="connsiteX78" fmla="*/ 244224 w 5774333"/>
                <a:gd name="connsiteY78" fmla="*/ 4201556 h 6315453"/>
                <a:gd name="connsiteX79" fmla="*/ 169437 w 5774333"/>
                <a:gd name="connsiteY79" fmla="*/ 4059690 h 6315453"/>
                <a:gd name="connsiteX80" fmla="*/ 105929 w 5774333"/>
                <a:gd name="connsiteY80" fmla="*/ 3911221 h 6315453"/>
                <a:gd name="connsiteX81" fmla="*/ 57256 w 5774333"/>
                <a:gd name="connsiteY81" fmla="*/ 3757195 h 6315453"/>
                <a:gd name="connsiteX82" fmla="*/ 39111 w 5774333"/>
                <a:gd name="connsiteY82" fmla="*/ 3678677 h 6315453"/>
                <a:gd name="connsiteX83" fmla="*/ 31142 w 5774333"/>
                <a:gd name="connsiteY83" fmla="*/ 3639300 h 6315453"/>
                <a:gd name="connsiteX84" fmla="*/ 24521 w 5774333"/>
                <a:gd name="connsiteY84" fmla="*/ 3599809 h 6315453"/>
                <a:gd name="connsiteX85" fmla="*/ 0 w 5774333"/>
                <a:gd name="connsiteY85" fmla="*/ 3283418 h 6315453"/>
                <a:gd name="connsiteX86" fmla="*/ 68045 w 5774333"/>
                <a:gd name="connsiteY86" fmla="*/ 2666963 h 6315453"/>
                <a:gd name="connsiteX87" fmla="*/ 272546 w 5774333"/>
                <a:gd name="connsiteY87" fmla="*/ 2076334 h 6315453"/>
                <a:gd name="connsiteX88" fmla="*/ 1039300 w 5774333"/>
                <a:gd name="connsiteY88" fmla="*/ 1073307 h 6315453"/>
                <a:gd name="connsiteX89" fmla="*/ 1547733 w 5774333"/>
                <a:gd name="connsiteY89" fmla="*/ 680365 h 6315453"/>
                <a:gd name="connsiteX90" fmla="*/ 2115995 w 5774333"/>
                <a:gd name="connsiteY90" fmla="*/ 368373 h 6315453"/>
                <a:gd name="connsiteX91" fmla="*/ 3377451 w 5774333"/>
                <a:gd name="connsiteY91" fmla="*/ 24304 h 6315453"/>
                <a:gd name="connsiteX92" fmla="*/ 3707237 w 5774333"/>
                <a:gd name="connsiteY92" fmla="*/ 1489 h 631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74333" h="6315453">
                  <a:moveTo>
                    <a:pt x="3707237" y="1489"/>
                  </a:moveTo>
                  <a:cubicBezTo>
                    <a:pt x="3817502" y="-1522"/>
                    <a:pt x="3927875" y="41"/>
                    <a:pt x="4037665" y="6121"/>
                  </a:cubicBezTo>
                  <a:cubicBezTo>
                    <a:pt x="4257614" y="18745"/>
                    <a:pt x="4477439" y="49665"/>
                    <a:pt x="4692239" y="102128"/>
                  </a:cubicBezTo>
                  <a:cubicBezTo>
                    <a:pt x="4907039" y="154474"/>
                    <a:pt x="5116811" y="228592"/>
                    <a:pt x="5315059" y="324945"/>
                  </a:cubicBezTo>
                  <a:cubicBezTo>
                    <a:pt x="5463562" y="397211"/>
                    <a:pt x="5606133" y="481527"/>
                    <a:pt x="5738325" y="578286"/>
                  </a:cubicBezTo>
                  <a:lnTo>
                    <a:pt x="5774333" y="606551"/>
                  </a:lnTo>
                  <a:lnTo>
                    <a:pt x="5774333" y="975490"/>
                  </a:lnTo>
                  <a:lnTo>
                    <a:pt x="5676001" y="889749"/>
                  </a:lnTo>
                  <a:cubicBezTo>
                    <a:pt x="5522381" y="769886"/>
                    <a:pt x="5355519" y="665657"/>
                    <a:pt x="5177132" y="581926"/>
                  </a:cubicBezTo>
                  <a:cubicBezTo>
                    <a:pt x="4998867" y="497965"/>
                    <a:pt x="4810183" y="433574"/>
                    <a:pt x="4615735" y="388640"/>
                  </a:cubicBezTo>
                  <a:cubicBezTo>
                    <a:pt x="4421289" y="343591"/>
                    <a:pt x="4221446" y="317649"/>
                    <a:pt x="4020010" y="308500"/>
                  </a:cubicBezTo>
                  <a:cubicBezTo>
                    <a:pt x="3818207" y="298887"/>
                    <a:pt x="3616649" y="305257"/>
                    <a:pt x="3416315" y="328882"/>
                  </a:cubicBezTo>
                  <a:cubicBezTo>
                    <a:pt x="3216106" y="352623"/>
                    <a:pt x="3017736" y="392346"/>
                    <a:pt x="2823779" y="446545"/>
                  </a:cubicBezTo>
                  <a:cubicBezTo>
                    <a:pt x="2629699" y="500513"/>
                    <a:pt x="2440401" y="570345"/>
                    <a:pt x="2256987" y="651296"/>
                  </a:cubicBezTo>
                  <a:cubicBezTo>
                    <a:pt x="1889058" y="811461"/>
                    <a:pt x="1545527" y="1023856"/>
                    <a:pt x="1244169" y="1280374"/>
                  </a:cubicBezTo>
                  <a:cubicBezTo>
                    <a:pt x="1093982" y="1409039"/>
                    <a:pt x="954828" y="1549400"/>
                    <a:pt x="830141" y="1700184"/>
                  </a:cubicBezTo>
                  <a:cubicBezTo>
                    <a:pt x="705209" y="1850736"/>
                    <a:pt x="594989" y="2012176"/>
                    <a:pt x="502792" y="2182300"/>
                  </a:cubicBezTo>
                  <a:cubicBezTo>
                    <a:pt x="410595" y="2352308"/>
                    <a:pt x="333847" y="2530307"/>
                    <a:pt x="280637" y="2715256"/>
                  </a:cubicBezTo>
                  <a:cubicBezTo>
                    <a:pt x="227306" y="2899741"/>
                    <a:pt x="199719" y="3091521"/>
                    <a:pt x="199843" y="3283418"/>
                  </a:cubicBezTo>
                  <a:cubicBezTo>
                    <a:pt x="200946" y="3377687"/>
                    <a:pt x="210754" y="3471261"/>
                    <a:pt x="233926" y="3561593"/>
                  </a:cubicBezTo>
                  <a:cubicBezTo>
                    <a:pt x="256730" y="3652040"/>
                    <a:pt x="292162" y="3738550"/>
                    <a:pt x="334582" y="3821816"/>
                  </a:cubicBezTo>
                  <a:cubicBezTo>
                    <a:pt x="356038" y="3863392"/>
                    <a:pt x="379823" y="3904157"/>
                    <a:pt x="404834" y="3944343"/>
                  </a:cubicBezTo>
                  <a:cubicBezTo>
                    <a:pt x="430212" y="3984413"/>
                    <a:pt x="457308" y="4023905"/>
                    <a:pt x="485506" y="4062932"/>
                  </a:cubicBezTo>
                  <a:cubicBezTo>
                    <a:pt x="542639" y="4140757"/>
                    <a:pt x="606146" y="4216265"/>
                    <a:pt x="671861" y="4292120"/>
                  </a:cubicBezTo>
                  <a:cubicBezTo>
                    <a:pt x="737576" y="4368091"/>
                    <a:pt x="806234" y="4444062"/>
                    <a:pt x="873542" y="4523044"/>
                  </a:cubicBezTo>
                  <a:cubicBezTo>
                    <a:pt x="907258" y="4562419"/>
                    <a:pt x="940606" y="4602721"/>
                    <a:pt x="973831" y="4643601"/>
                  </a:cubicBezTo>
                  <a:lnTo>
                    <a:pt x="1022014" y="4702780"/>
                  </a:lnTo>
                  <a:cubicBezTo>
                    <a:pt x="1037829" y="4721658"/>
                    <a:pt x="1052910" y="4740998"/>
                    <a:pt x="1069215" y="4759411"/>
                  </a:cubicBezTo>
                  <a:cubicBezTo>
                    <a:pt x="1196477" y="4909269"/>
                    <a:pt x="1334527" y="5047199"/>
                    <a:pt x="1474784" y="5177948"/>
                  </a:cubicBezTo>
                  <a:cubicBezTo>
                    <a:pt x="1545281" y="5243033"/>
                    <a:pt x="1617003" y="5305917"/>
                    <a:pt x="1690442" y="5366255"/>
                  </a:cubicBezTo>
                  <a:cubicBezTo>
                    <a:pt x="1763881" y="5426591"/>
                    <a:pt x="1838668" y="5484959"/>
                    <a:pt x="1916276" y="5539852"/>
                  </a:cubicBezTo>
                  <a:cubicBezTo>
                    <a:pt x="2070877" y="5649872"/>
                    <a:pt x="2237617" y="5748194"/>
                    <a:pt x="2420784" y="5814437"/>
                  </a:cubicBezTo>
                  <a:cubicBezTo>
                    <a:pt x="2512124" y="5847559"/>
                    <a:pt x="2606773" y="5872921"/>
                    <a:pt x="2703015" y="5892029"/>
                  </a:cubicBezTo>
                  <a:cubicBezTo>
                    <a:pt x="2727168" y="5896546"/>
                    <a:pt x="2751075" y="5901758"/>
                    <a:pt x="2775350" y="5905695"/>
                  </a:cubicBezTo>
                  <a:lnTo>
                    <a:pt x="2848299" y="5917161"/>
                  </a:lnTo>
                  <a:cubicBezTo>
                    <a:pt x="2897218" y="5923298"/>
                    <a:pt x="2946136" y="5929784"/>
                    <a:pt x="2995544" y="5933605"/>
                  </a:cubicBezTo>
                  <a:cubicBezTo>
                    <a:pt x="3020188" y="5935806"/>
                    <a:pt x="3044831" y="5937891"/>
                    <a:pt x="3069596" y="5938933"/>
                  </a:cubicBezTo>
                  <a:cubicBezTo>
                    <a:pt x="3094362" y="5940090"/>
                    <a:pt x="3119005" y="5941943"/>
                    <a:pt x="3143894" y="5942639"/>
                  </a:cubicBezTo>
                  <a:lnTo>
                    <a:pt x="3218436" y="5944260"/>
                  </a:lnTo>
                  <a:cubicBezTo>
                    <a:pt x="3243201" y="5944838"/>
                    <a:pt x="3268212" y="5944029"/>
                    <a:pt x="3293101" y="5943913"/>
                  </a:cubicBezTo>
                  <a:lnTo>
                    <a:pt x="3330494" y="5943565"/>
                  </a:lnTo>
                  <a:cubicBezTo>
                    <a:pt x="3342632" y="5943218"/>
                    <a:pt x="3354524" y="5942523"/>
                    <a:pt x="3366540" y="5942059"/>
                  </a:cubicBezTo>
                  <a:cubicBezTo>
                    <a:pt x="3378554" y="5941480"/>
                    <a:pt x="3390570" y="5941134"/>
                    <a:pt x="3402462" y="5940323"/>
                  </a:cubicBezTo>
                  <a:lnTo>
                    <a:pt x="3438262" y="5937543"/>
                  </a:lnTo>
                  <a:cubicBezTo>
                    <a:pt x="3485954" y="5933953"/>
                    <a:pt x="3533279" y="5927931"/>
                    <a:pt x="3580236" y="5920982"/>
                  </a:cubicBezTo>
                  <a:cubicBezTo>
                    <a:pt x="3768185" y="5891567"/>
                    <a:pt x="3948901" y="5834010"/>
                    <a:pt x="4121034" y="5753290"/>
                  </a:cubicBezTo>
                  <a:cubicBezTo>
                    <a:pt x="4293782" y="5673497"/>
                    <a:pt x="4458191" y="5571353"/>
                    <a:pt x="4620639" y="5459364"/>
                  </a:cubicBezTo>
                  <a:cubicBezTo>
                    <a:pt x="4661221" y="5431455"/>
                    <a:pt x="4701557" y="5402271"/>
                    <a:pt x="4741771" y="5372971"/>
                  </a:cubicBezTo>
                  <a:cubicBezTo>
                    <a:pt x="4782230" y="5343672"/>
                    <a:pt x="4822566" y="5313908"/>
                    <a:pt x="4862901" y="5283682"/>
                  </a:cubicBezTo>
                  <a:lnTo>
                    <a:pt x="5108229" y="5098386"/>
                  </a:lnTo>
                  <a:cubicBezTo>
                    <a:pt x="5276563" y="4972270"/>
                    <a:pt x="5446489" y="4854838"/>
                    <a:pt x="5612493" y="4739724"/>
                  </a:cubicBezTo>
                  <a:lnTo>
                    <a:pt x="5774333" y="4623488"/>
                  </a:lnTo>
                  <a:lnTo>
                    <a:pt x="5774333" y="5232926"/>
                  </a:lnTo>
                  <a:lnTo>
                    <a:pt x="5676492" y="5306859"/>
                  </a:lnTo>
                  <a:cubicBezTo>
                    <a:pt x="5592693" y="5367905"/>
                    <a:pt x="5508955" y="5427286"/>
                    <a:pt x="5426260" y="5486233"/>
                  </a:cubicBezTo>
                  <a:lnTo>
                    <a:pt x="5300225" y="5576217"/>
                  </a:lnTo>
                  <a:cubicBezTo>
                    <a:pt x="5257559" y="5606443"/>
                    <a:pt x="5214525" y="5636901"/>
                    <a:pt x="5170757" y="5666780"/>
                  </a:cubicBezTo>
                  <a:cubicBezTo>
                    <a:pt x="5127110" y="5696775"/>
                    <a:pt x="5082973" y="5726654"/>
                    <a:pt x="5038100" y="5756185"/>
                  </a:cubicBezTo>
                  <a:cubicBezTo>
                    <a:pt x="4993106" y="5785486"/>
                    <a:pt x="4947743" y="5814553"/>
                    <a:pt x="4901276" y="5843043"/>
                  </a:cubicBezTo>
                  <a:cubicBezTo>
                    <a:pt x="4808835" y="5900136"/>
                    <a:pt x="4713449" y="5955494"/>
                    <a:pt x="4614019" y="6006103"/>
                  </a:cubicBezTo>
                  <a:cubicBezTo>
                    <a:pt x="4514711" y="6056943"/>
                    <a:pt x="4411971" y="6104192"/>
                    <a:pt x="4305061" y="6144726"/>
                  </a:cubicBezTo>
                  <a:cubicBezTo>
                    <a:pt x="4092223" y="6226952"/>
                    <a:pt x="3863569" y="6282424"/>
                    <a:pt x="3632710" y="6304196"/>
                  </a:cubicBezTo>
                  <a:cubicBezTo>
                    <a:pt x="3574964" y="6309408"/>
                    <a:pt x="3517218" y="6313345"/>
                    <a:pt x="3459594" y="6314504"/>
                  </a:cubicBezTo>
                  <a:lnTo>
                    <a:pt x="3416315" y="6315429"/>
                  </a:lnTo>
                  <a:cubicBezTo>
                    <a:pt x="3401971" y="6315546"/>
                    <a:pt x="3387505" y="6315198"/>
                    <a:pt x="3373159" y="6315198"/>
                  </a:cubicBezTo>
                  <a:lnTo>
                    <a:pt x="3330127" y="6314735"/>
                  </a:lnTo>
                  <a:lnTo>
                    <a:pt x="3288320" y="6313230"/>
                  </a:lnTo>
                  <a:cubicBezTo>
                    <a:pt x="3176996" y="6309870"/>
                    <a:pt x="3065428" y="6301533"/>
                    <a:pt x="2954350" y="6288098"/>
                  </a:cubicBezTo>
                  <a:cubicBezTo>
                    <a:pt x="2843150" y="6275360"/>
                    <a:pt x="2732194" y="6257061"/>
                    <a:pt x="2622466" y="6232742"/>
                  </a:cubicBezTo>
                  <a:cubicBezTo>
                    <a:pt x="2512859" y="6208190"/>
                    <a:pt x="2404110" y="6179122"/>
                    <a:pt x="2296466" y="6146001"/>
                  </a:cubicBezTo>
                  <a:cubicBezTo>
                    <a:pt x="2081544" y="6079179"/>
                    <a:pt x="1869073" y="5996027"/>
                    <a:pt x="1672419" y="5885197"/>
                  </a:cubicBezTo>
                  <a:cubicBezTo>
                    <a:pt x="1475643" y="5774599"/>
                    <a:pt x="1299954" y="5634353"/>
                    <a:pt x="1146578" y="5479168"/>
                  </a:cubicBezTo>
                  <a:cubicBezTo>
                    <a:pt x="1069461" y="5401692"/>
                    <a:pt x="999333" y="5319235"/>
                    <a:pt x="933372" y="5234810"/>
                  </a:cubicBezTo>
                  <a:cubicBezTo>
                    <a:pt x="867781" y="5150038"/>
                    <a:pt x="805375" y="5063991"/>
                    <a:pt x="747140" y="4976091"/>
                  </a:cubicBezTo>
                  <a:cubicBezTo>
                    <a:pt x="732182" y="4954319"/>
                    <a:pt x="718082" y="4932199"/>
                    <a:pt x="703616" y="4910196"/>
                  </a:cubicBezTo>
                  <a:lnTo>
                    <a:pt x="662053" y="4846269"/>
                  </a:lnTo>
                  <a:cubicBezTo>
                    <a:pt x="635449" y="4804925"/>
                    <a:pt x="607864" y="4763928"/>
                    <a:pt x="580033" y="4722352"/>
                  </a:cubicBezTo>
                  <a:lnTo>
                    <a:pt x="410105" y="4469193"/>
                  </a:lnTo>
                  <a:cubicBezTo>
                    <a:pt x="353095" y="4382915"/>
                    <a:pt x="296820" y="4294089"/>
                    <a:pt x="244224" y="4201556"/>
                  </a:cubicBezTo>
                  <a:cubicBezTo>
                    <a:pt x="217987" y="4155232"/>
                    <a:pt x="192609" y="4108098"/>
                    <a:pt x="169437" y="4059690"/>
                  </a:cubicBezTo>
                  <a:cubicBezTo>
                    <a:pt x="146388" y="4011165"/>
                    <a:pt x="124932" y="3961715"/>
                    <a:pt x="105929" y="3911221"/>
                  </a:cubicBezTo>
                  <a:cubicBezTo>
                    <a:pt x="87293" y="3860613"/>
                    <a:pt x="70742" y="3809309"/>
                    <a:pt x="57256" y="3757195"/>
                  </a:cubicBezTo>
                  <a:cubicBezTo>
                    <a:pt x="50881" y="3731138"/>
                    <a:pt x="44383" y="3704965"/>
                    <a:pt x="39111" y="3678677"/>
                  </a:cubicBezTo>
                  <a:lnTo>
                    <a:pt x="31142" y="3639300"/>
                  </a:lnTo>
                  <a:lnTo>
                    <a:pt x="24521" y="3599809"/>
                  </a:lnTo>
                  <a:cubicBezTo>
                    <a:pt x="7234" y="3494423"/>
                    <a:pt x="0" y="3388457"/>
                    <a:pt x="0" y="3283418"/>
                  </a:cubicBezTo>
                  <a:cubicBezTo>
                    <a:pt x="491" y="3076698"/>
                    <a:pt x="23418" y="2869978"/>
                    <a:pt x="68045" y="2666963"/>
                  </a:cubicBezTo>
                  <a:cubicBezTo>
                    <a:pt x="112550" y="2464064"/>
                    <a:pt x="180717" y="2265104"/>
                    <a:pt x="272546" y="2076334"/>
                  </a:cubicBezTo>
                  <a:cubicBezTo>
                    <a:pt x="457062" y="1698794"/>
                    <a:pt x="724457" y="1360978"/>
                    <a:pt x="1039300" y="1073307"/>
                  </a:cubicBezTo>
                  <a:cubicBezTo>
                    <a:pt x="1197090" y="929472"/>
                    <a:pt x="1367630" y="798259"/>
                    <a:pt x="1547733" y="680365"/>
                  </a:cubicBezTo>
                  <a:cubicBezTo>
                    <a:pt x="1728081" y="562587"/>
                    <a:pt x="1917870" y="457663"/>
                    <a:pt x="2115995" y="368373"/>
                  </a:cubicBezTo>
                  <a:cubicBezTo>
                    <a:pt x="2512737" y="191070"/>
                    <a:pt x="2939883" y="73870"/>
                    <a:pt x="3377451" y="24304"/>
                  </a:cubicBezTo>
                  <a:cubicBezTo>
                    <a:pt x="3486812" y="12086"/>
                    <a:pt x="3596971" y="4500"/>
                    <a:pt x="3707237" y="148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C18CE1F-9DF1-47AF-9E66-6CE348AC23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464911 h 6229400"/>
                <a:gd name="connsiteX4" fmla="*/ 5660063 w 5769111"/>
                <a:gd name="connsiteY4" fmla="*/ 1328105 h 6229400"/>
                <a:gd name="connsiteX5" fmla="*/ 4910471 w 5769111"/>
                <a:gd name="connsiteY5" fmla="*/ 781599 h 6229400"/>
                <a:gd name="connsiteX6" fmla="*/ 3882695 w 5769111"/>
                <a:gd name="connsiteY6" fmla="*/ 579048 h 6229400"/>
                <a:gd name="connsiteX7" fmla="*/ 2683153 w 5769111"/>
                <a:gd name="connsiteY7" fmla="*/ 797003 h 6229400"/>
                <a:gd name="connsiteX8" fmla="*/ 1617493 w 5769111"/>
                <a:gd name="connsiteY8" fmla="*/ 1395738 h 6229400"/>
                <a:gd name="connsiteX9" fmla="*/ 880408 w 5769111"/>
                <a:gd name="connsiteY9" fmla="*/ 2259099 h 6229400"/>
                <a:gd name="connsiteX10" fmla="*/ 613135 w 5769111"/>
                <a:gd name="connsiteY10" fmla="*/ 3263863 h 6229400"/>
                <a:gd name="connsiteX11" fmla="*/ 1055484 w 5769111"/>
                <a:gd name="connsiteY11" fmla="*/ 4196825 h 6229400"/>
                <a:gd name="connsiteX12" fmla="*/ 1278376 w 5769111"/>
                <a:gd name="connsiteY12" fmla="*/ 4492950 h 6229400"/>
                <a:gd name="connsiteX13" fmla="*/ 3369851 w 5769111"/>
                <a:gd name="connsiteY13" fmla="*/ 5650468 h 6229400"/>
                <a:gd name="connsiteX14" fmla="*/ 4957551 w 5769111"/>
                <a:gd name="connsiteY14" fmla="*/ 4938355 h 6229400"/>
                <a:gd name="connsiteX15" fmla="*/ 5150773 w 5769111"/>
                <a:gd name="connsiteY15" fmla="*/ 4796950 h 6229400"/>
                <a:gd name="connsiteX16" fmla="*/ 5747247 w 5769111"/>
                <a:gd name="connsiteY16" fmla="*/ 4338176 h 6229400"/>
                <a:gd name="connsiteX17" fmla="*/ 5769111 w 5769111"/>
                <a:gd name="connsiteY17" fmla="*/ 4318497 h 6229400"/>
                <a:gd name="connsiteX18" fmla="*/ 5769111 w 5769111"/>
                <a:gd name="connsiteY18" fmla="*/ 5074612 h 6229400"/>
                <a:gd name="connsiteX19" fmla="*/ 5636252 w 5769111"/>
                <a:gd name="connsiteY19" fmla="*/ 5174208 h 6229400"/>
                <a:gd name="connsiteX20" fmla="*/ 5334922 w 5769111"/>
                <a:gd name="connsiteY20" fmla="*/ 5394528 h 6229400"/>
                <a:gd name="connsiteX21" fmla="*/ 3369727 w 5769111"/>
                <a:gd name="connsiteY21" fmla="*/ 6229400 h 6229400"/>
                <a:gd name="connsiteX22" fmla="*/ 771046 w 5769111"/>
                <a:gd name="connsiteY22" fmla="*/ 4817913 h 6229400"/>
                <a:gd name="connsiteX23" fmla="*/ 0 w 5769111"/>
                <a:gd name="connsiteY23" fmla="*/ 3263748 h 6229400"/>
                <a:gd name="connsiteX24" fmla="*/ 3882695 w 5769111"/>
                <a:gd name="connsiteY24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464911"/>
                  </a:lnTo>
                  <a:lnTo>
                    <a:pt x="5660063" y="1328105"/>
                  </a:lnTo>
                  <a:cubicBezTo>
                    <a:pt x="5449800" y="1091506"/>
                    <a:pt x="5197607" y="907600"/>
                    <a:pt x="4910471" y="781599"/>
                  </a:cubicBezTo>
                  <a:cubicBezTo>
                    <a:pt x="4604088" y="647260"/>
                    <a:pt x="4258349" y="579048"/>
                    <a:pt x="3882695" y="579048"/>
                  </a:cubicBezTo>
                  <a:cubicBezTo>
                    <a:pt x="3484238" y="579048"/>
                    <a:pt x="3080631" y="652240"/>
                    <a:pt x="2683153" y="797003"/>
                  </a:cubicBezTo>
                  <a:cubicBezTo>
                    <a:pt x="2296098" y="937595"/>
                    <a:pt x="1927678" y="1144662"/>
                    <a:pt x="1617493" y="1395738"/>
                  </a:cubicBezTo>
                  <a:cubicBezTo>
                    <a:pt x="1301915" y="1651098"/>
                    <a:pt x="1053890" y="1941665"/>
                    <a:pt x="880408" y="2259099"/>
                  </a:cubicBezTo>
                  <a:cubicBezTo>
                    <a:pt x="703125" y="2583597"/>
                    <a:pt x="613135" y="2921645"/>
                    <a:pt x="613135" y="3263863"/>
                  </a:cubicBezTo>
                  <a:cubicBezTo>
                    <a:pt x="613135" y="3608512"/>
                    <a:pt x="756702" y="3809789"/>
                    <a:pt x="1055484" y="4196825"/>
                  </a:cubicBezTo>
                  <a:cubicBezTo>
                    <a:pt x="1127574" y="4290167"/>
                    <a:pt x="1202116" y="4386753"/>
                    <a:pt x="1278376" y="4492950"/>
                  </a:cubicBezTo>
                  <a:cubicBezTo>
                    <a:pt x="1861105" y="5304313"/>
                    <a:pt x="2486623" y="5650468"/>
                    <a:pt x="3369851" y="5650468"/>
                  </a:cubicBezTo>
                  <a:cubicBezTo>
                    <a:pt x="3949515" y="5650468"/>
                    <a:pt x="4374822" y="5368471"/>
                    <a:pt x="4957551" y="4938355"/>
                  </a:cubicBezTo>
                  <a:cubicBezTo>
                    <a:pt x="5022653" y="4890293"/>
                    <a:pt x="5087755" y="4842811"/>
                    <a:pt x="5150773" y="4796950"/>
                  </a:cubicBezTo>
                  <a:cubicBezTo>
                    <a:pt x="5364254" y="4641404"/>
                    <a:pt x="5570313" y="4491241"/>
                    <a:pt x="5747247" y="4338176"/>
                  </a:cubicBezTo>
                  <a:lnTo>
                    <a:pt x="5769111" y="4318497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D26A8C-8D1D-41E6-A71E-FE9AC75F3F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675390 h 6229400"/>
                <a:gd name="connsiteX4" fmla="*/ 5711488 w 5769111"/>
                <a:gd name="connsiteY4" fmla="*/ 1585205 h 6229400"/>
                <a:gd name="connsiteX5" fmla="*/ 5566027 w 5769111"/>
                <a:gd name="connsiteY5" fmla="*/ 1402571 h 6229400"/>
                <a:gd name="connsiteX6" fmla="*/ 4858734 w 5769111"/>
                <a:gd name="connsiteY6" fmla="*/ 886639 h 6229400"/>
                <a:gd name="connsiteX7" fmla="*/ 3882695 w 5769111"/>
                <a:gd name="connsiteY7" fmla="*/ 694858 h 6229400"/>
                <a:gd name="connsiteX8" fmla="*/ 2727046 w 5769111"/>
                <a:gd name="connsiteY8" fmla="*/ 905053 h 6229400"/>
                <a:gd name="connsiteX9" fmla="*/ 1697186 w 5769111"/>
                <a:gd name="connsiteY9" fmla="*/ 1483638 h 6229400"/>
                <a:gd name="connsiteX10" fmla="*/ 989279 w 5769111"/>
                <a:gd name="connsiteY10" fmla="*/ 2312139 h 6229400"/>
                <a:gd name="connsiteX11" fmla="*/ 735615 w 5769111"/>
                <a:gd name="connsiteY11" fmla="*/ 3263863 h 6229400"/>
                <a:gd name="connsiteX12" fmla="*/ 1154424 w 5769111"/>
                <a:gd name="connsiteY12" fmla="*/ 4128614 h 6229400"/>
                <a:gd name="connsiteX13" fmla="*/ 1379768 w 5769111"/>
                <a:gd name="connsiteY13" fmla="*/ 4427981 h 6229400"/>
                <a:gd name="connsiteX14" fmla="*/ 2239456 w 5769111"/>
                <a:gd name="connsiteY14" fmla="*/ 5256947 h 6229400"/>
                <a:gd name="connsiteX15" fmla="*/ 3369727 w 5769111"/>
                <a:gd name="connsiteY15" fmla="*/ 5534658 h 6229400"/>
                <a:gd name="connsiteX16" fmla="*/ 4096760 w 5769111"/>
                <a:gd name="connsiteY16" fmla="*/ 5357817 h 6229400"/>
                <a:gd name="connsiteX17" fmla="*/ 4881905 w 5769111"/>
                <a:gd name="connsiteY17" fmla="*/ 4847212 h 6229400"/>
                <a:gd name="connsiteX18" fmla="*/ 5075739 w 5769111"/>
                <a:gd name="connsiteY18" fmla="*/ 4705346 h 6229400"/>
                <a:gd name="connsiteX19" fmla="*/ 5759930 w 5769111"/>
                <a:gd name="connsiteY19" fmla="*/ 4166809 h 6229400"/>
                <a:gd name="connsiteX20" fmla="*/ 5769111 w 5769111"/>
                <a:gd name="connsiteY20" fmla="*/ 4157764 h 6229400"/>
                <a:gd name="connsiteX21" fmla="*/ 5769111 w 5769111"/>
                <a:gd name="connsiteY21" fmla="*/ 5074612 h 6229400"/>
                <a:gd name="connsiteX22" fmla="*/ 5636252 w 5769111"/>
                <a:gd name="connsiteY22" fmla="*/ 5174208 h 6229400"/>
                <a:gd name="connsiteX23" fmla="*/ 5334922 w 5769111"/>
                <a:gd name="connsiteY23" fmla="*/ 5394528 h 6229400"/>
                <a:gd name="connsiteX24" fmla="*/ 3369727 w 5769111"/>
                <a:gd name="connsiteY24" fmla="*/ 6229400 h 6229400"/>
                <a:gd name="connsiteX25" fmla="*/ 771046 w 5769111"/>
                <a:gd name="connsiteY25" fmla="*/ 4817913 h 6229400"/>
                <a:gd name="connsiteX26" fmla="*/ 0 w 5769111"/>
                <a:gd name="connsiteY26" fmla="*/ 3263748 h 6229400"/>
                <a:gd name="connsiteX27" fmla="*/ 3882695 w 5769111"/>
                <a:gd name="connsiteY27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675390"/>
                  </a:lnTo>
                  <a:lnTo>
                    <a:pt x="5711488" y="1585205"/>
                  </a:lnTo>
                  <a:cubicBezTo>
                    <a:pt x="5665942" y="1521390"/>
                    <a:pt x="5617428" y="1460432"/>
                    <a:pt x="5566027" y="1402571"/>
                  </a:cubicBezTo>
                  <a:cubicBezTo>
                    <a:pt x="5367411" y="1179058"/>
                    <a:pt x="5129563" y="1005460"/>
                    <a:pt x="4858734" y="886639"/>
                  </a:cubicBezTo>
                  <a:cubicBezTo>
                    <a:pt x="4568779" y="759363"/>
                    <a:pt x="4240327" y="694858"/>
                    <a:pt x="3882695" y="694858"/>
                  </a:cubicBezTo>
                  <a:cubicBezTo>
                    <a:pt x="3504835" y="694858"/>
                    <a:pt x="3105151" y="767471"/>
                    <a:pt x="2727046" y="905053"/>
                  </a:cubicBezTo>
                  <a:cubicBezTo>
                    <a:pt x="2352985" y="1041013"/>
                    <a:pt x="1996826" y="1241132"/>
                    <a:pt x="1697186" y="1483638"/>
                  </a:cubicBezTo>
                  <a:cubicBezTo>
                    <a:pt x="1397913" y="1725796"/>
                    <a:pt x="1153199" y="2012308"/>
                    <a:pt x="989279" y="2312139"/>
                  </a:cubicBezTo>
                  <a:cubicBezTo>
                    <a:pt x="820946" y="2620077"/>
                    <a:pt x="735615" y="2940290"/>
                    <a:pt x="735615" y="3263863"/>
                  </a:cubicBezTo>
                  <a:cubicBezTo>
                    <a:pt x="735615" y="3573074"/>
                    <a:pt x="863980" y="3752464"/>
                    <a:pt x="1154424" y="4128614"/>
                  </a:cubicBezTo>
                  <a:cubicBezTo>
                    <a:pt x="1227127" y="4222767"/>
                    <a:pt x="1302282" y="4320162"/>
                    <a:pt x="1379768" y="4427981"/>
                  </a:cubicBezTo>
                  <a:cubicBezTo>
                    <a:pt x="1653784" y="4809458"/>
                    <a:pt x="1934912" y="5080685"/>
                    <a:pt x="2239456" y="5256947"/>
                  </a:cubicBezTo>
                  <a:cubicBezTo>
                    <a:pt x="2562268" y="5443863"/>
                    <a:pt x="2932037" y="5534658"/>
                    <a:pt x="3369727" y="5534658"/>
                  </a:cubicBezTo>
                  <a:cubicBezTo>
                    <a:pt x="3618120" y="5534658"/>
                    <a:pt x="3849103" y="5478491"/>
                    <a:pt x="4096760" y="5357817"/>
                  </a:cubicBezTo>
                  <a:cubicBezTo>
                    <a:pt x="4351037" y="5233901"/>
                    <a:pt x="4602740" y="5053238"/>
                    <a:pt x="4881905" y="4847212"/>
                  </a:cubicBezTo>
                  <a:cubicBezTo>
                    <a:pt x="4947375" y="4798920"/>
                    <a:pt x="5012599" y="4751322"/>
                    <a:pt x="5075739" y="4705346"/>
                  </a:cubicBezTo>
                  <a:cubicBezTo>
                    <a:pt x="5327320" y="4521990"/>
                    <a:pt x="5568418" y="4346256"/>
                    <a:pt x="5759930" y="4166809"/>
                  </a:cubicBezTo>
                  <a:lnTo>
                    <a:pt x="5769111" y="4157764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Graphic 6" descr="Warning">
            <a:extLst>
              <a:ext uri="{FF2B5EF4-FFF2-40B4-BE49-F238E27FC236}">
                <a16:creationId xmlns:a16="http://schemas.microsoft.com/office/drawing/2014/main" id="{FB43A6CF-00F2-802D-24F5-E4E04433107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8121726" y="1629089"/>
            <a:ext cx="3620021" cy="36200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82740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Slide Background">
            <a:extLst>
              <a:ext uri="{FF2B5EF4-FFF2-40B4-BE49-F238E27FC236}">
                <a16:creationId xmlns:a16="http://schemas.microsoft.com/office/drawing/2014/main" id="{649C91A9-84E7-4BF0-9026-62F01380D8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-1" y="0"/>
            <a:ext cx="1219199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D0687F-ADBF-248D-7B57-0886320201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1802" y="762001"/>
            <a:ext cx="4080362" cy="1708242"/>
          </a:xfrm>
        </p:spPr>
        <p:txBody>
          <a:bodyPr anchor="ctr">
            <a:normAutofit/>
          </a:bodyPr>
          <a:lstStyle/>
          <a:p>
            <a:r>
              <a:rPr lang="en-US" sz="4000" dirty="0"/>
              <a:t>$</a:t>
            </a:r>
            <a:r>
              <a:rPr lang="en-US" sz="4000" dirty="0" err="1"/>
              <a:t>whoami</a:t>
            </a:r>
            <a:endParaRPr lang="en-US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676BF36-D708-125A-7F3F-7E9FB917AD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1803" y="2470244"/>
            <a:ext cx="4080361" cy="3769834"/>
          </a:xfrm>
        </p:spPr>
        <p:txBody>
          <a:bodyPr anchor="ctr">
            <a:normAutofit/>
          </a:bodyPr>
          <a:lstStyle/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Senior Offensive Security Consultant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Adversary Simulation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Tiber-EU/</a:t>
            </a:r>
            <a:r>
              <a:rPr lang="en-US" sz="1700" dirty="0" err="1">
                <a:latin typeface="Aptos" panose="020B0004020202020204" pitchFamily="34" charset="0"/>
                <a:cs typeface="Arial" panose="020B0604020202020204" pitchFamily="34" charset="0"/>
              </a:rPr>
              <a:t>iCAST</a:t>
            </a: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 Threat-Led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OSCE3, OSCP, OSWP, CRTL, CRTO &amp;&amp; OASP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Supernova, COM-Hunter Author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00010011 == 19</a:t>
            </a:r>
          </a:p>
          <a:p>
            <a:pPr>
              <a:spcAft>
                <a:spcPts val="900"/>
              </a:spcAft>
              <a:buFont typeface="Wingdings" pitchFamily="2" charset="2"/>
              <a:buChar char="Ø"/>
            </a:pPr>
            <a:r>
              <a:rPr lang="en-US" sz="1700" dirty="0">
                <a:latin typeface="Aptos" panose="020B0004020202020204" pitchFamily="34" charset="0"/>
                <a:cs typeface="Arial" panose="020B0604020202020204" pitchFamily="34" charset="0"/>
              </a:rPr>
              <a:t>@</a:t>
            </a:r>
            <a:r>
              <a:rPr lang="en-US" sz="1700" dirty="0" err="1">
                <a:latin typeface="Aptos" panose="020B0004020202020204" pitchFamily="34" charset="0"/>
                <a:cs typeface="Arial" panose="020B0604020202020204" pitchFamily="34" charset="0"/>
              </a:rPr>
              <a:t>nickvourd</a:t>
            </a:r>
            <a:endParaRPr lang="en-US" sz="1700" dirty="0">
              <a:latin typeface="Aptos" panose="020B00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B47378D-AD27-45D0-8C1C-5B1098DCC0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410200" y="0"/>
            <a:ext cx="6781799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177800" dist="215900" dir="8520000" sx="94000" sy="94000" algn="t" rotWithShape="0">
              <a:srgbClr val="000000">
                <a:alpha val="14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EF0309A3-D374-5FE7-A3B2-506D0170AD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0" y="761902"/>
            <a:ext cx="5334197" cy="5334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24585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EDDBB197-D710-4A4F-A9CA-FD2177498B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75D1CFA-2CDB-4B64-BD9F-85744E8DA1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D6E4736-EB82-47DB-2B65-0DBD27B5D6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672" y="802955"/>
            <a:ext cx="4977976" cy="1454051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chemeClr val="tx2"/>
                </a:solidFill>
              </a:rPr>
              <a:t>Today’s Agenda</a:t>
            </a:r>
            <a:endParaRPr lang="en-US" sz="3600" dirty="0">
              <a:solidFill>
                <a:schemeClr val="tx2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2C870CD-6A80-C3A0-AE7F-AA1A42B18E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4672" y="2545453"/>
            <a:ext cx="4842595" cy="4024099"/>
          </a:xfrm>
        </p:spPr>
        <p:txBody>
          <a:bodyPr anchor="ctr">
            <a:normAutofit fontScale="85000" lnSpcReduction="20000"/>
          </a:bodyPr>
          <a:lstStyle/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Fast Forward So Far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The Dead Are Still Walking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Introduction to ADRB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Introduction to Necromancy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Credential Harvesting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Ghost Group Resurrection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latin typeface="Aptos" panose="020B0004020202020204" pitchFamily="34" charset="0"/>
              </a:rPr>
              <a:t>SID History Necromancy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 err="1">
                <a:latin typeface="Aptos" panose="020B0004020202020204" pitchFamily="34" charset="0"/>
              </a:rPr>
              <a:t>gMSA</a:t>
            </a:r>
            <a:r>
              <a:rPr lang="en-US" sz="2600" dirty="0">
                <a:latin typeface="Aptos" panose="020B0004020202020204" pitchFamily="34" charset="0"/>
              </a:rPr>
              <a:t> Graveyard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latin typeface="Aptos" panose="020B0004020202020204" pitchFamily="34" charset="0"/>
              </a:rPr>
              <a:t>CS BOFs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latin typeface="Aptos" panose="020B0004020202020204" pitchFamily="34" charset="0"/>
              </a:rPr>
              <a:t>Detections</a:t>
            </a:r>
          </a:p>
          <a:p>
            <a:pPr>
              <a:buFont typeface="Wingdings" pitchFamily="2" charset="2"/>
              <a:buChar char="Ø"/>
            </a:pPr>
            <a:r>
              <a:rPr lang="en-US" sz="2600" dirty="0">
                <a:solidFill>
                  <a:schemeClr val="tx2"/>
                </a:solidFill>
                <a:latin typeface="Aptos" panose="020B0004020202020204" pitchFamily="34" charset="0"/>
              </a:rPr>
              <a:t>Resources</a:t>
            </a:r>
          </a:p>
          <a:p>
            <a:endParaRPr lang="en-US" sz="1800" dirty="0">
              <a:solidFill>
                <a:schemeClr val="tx2"/>
              </a:solidFill>
            </a:endParaRPr>
          </a:p>
          <a:p>
            <a:endParaRPr lang="en-US" sz="1800" dirty="0">
              <a:solidFill>
                <a:schemeClr val="tx2"/>
              </a:solidFill>
            </a:endParaRPr>
          </a:p>
          <a:p>
            <a:endParaRPr lang="en-US" sz="1800" dirty="0">
              <a:solidFill>
                <a:schemeClr val="tx2"/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5EE5136-01F1-466C-962D-BA9B4C6757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369897" y="0"/>
            <a:ext cx="5822103" cy="6685267"/>
            <a:chOff x="6357228" y="0"/>
            <a:chExt cx="5822103" cy="6685267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11D3AD4-AF9B-4EB5-8C7B-C45D173B4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57228" y="0"/>
              <a:ext cx="5822102" cy="6685267"/>
            </a:xfrm>
            <a:custGeom>
              <a:avLst/>
              <a:gdLst>
                <a:gd name="connsiteX0" fmla="*/ 2605444 w 5822102"/>
                <a:gd name="connsiteY0" fmla="*/ 0 h 6685267"/>
                <a:gd name="connsiteX1" fmla="*/ 4757391 w 5822102"/>
                <a:gd name="connsiteY1" fmla="*/ 0 h 6685267"/>
                <a:gd name="connsiteX2" fmla="*/ 4913680 w 5822102"/>
                <a:gd name="connsiteY2" fmla="*/ 56274 h 6685267"/>
                <a:gd name="connsiteX3" fmla="*/ 5376238 w 5822102"/>
                <a:gd name="connsiteY3" fmla="*/ 282027 h 6685267"/>
                <a:gd name="connsiteX4" fmla="*/ 5658024 w 5822102"/>
                <a:gd name="connsiteY4" fmla="*/ 471014 h 6685267"/>
                <a:gd name="connsiteX5" fmla="*/ 5822102 w 5822102"/>
                <a:gd name="connsiteY5" fmla="*/ 609109 h 6685267"/>
                <a:gd name="connsiteX6" fmla="*/ 5822102 w 5822102"/>
                <a:gd name="connsiteY6" fmla="*/ 760697 h 6685267"/>
                <a:gd name="connsiteX7" fmla="*/ 5707785 w 5822102"/>
                <a:gd name="connsiteY7" fmla="*/ 666601 h 6685267"/>
                <a:gd name="connsiteX8" fmla="*/ 5577306 w 5822102"/>
                <a:gd name="connsiteY8" fmla="*/ 571666 h 6685267"/>
                <a:gd name="connsiteX9" fmla="*/ 5298630 w 5822102"/>
                <a:gd name="connsiteY9" fmla="*/ 407449 h 6685267"/>
                <a:gd name="connsiteX10" fmla="*/ 4690768 w 5822102"/>
                <a:gd name="connsiteY10" fmla="*/ 184979 h 6685267"/>
                <a:gd name="connsiteX11" fmla="*/ 4048577 w 5822102"/>
                <a:gd name="connsiteY11" fmla="*/ 99280 h 6685267"/>
                <a:gd name="connsiteX12" fmla="*/ 3405404 w 5822102"/>
                <a:gd name="connsiteY12" fmla="*/ 131937 h 6685267"/>
                <a:gd name="connsiteX13" fmla="*/ 3089702 w 5822102"/>
                <a:gd name="connsiteY13" fmla="*/ 190190 h 6685267"/>
                <a:gd name="connsiteX14" fmla="*/ 2780132 w 5822102"/>
                <a:gd name="connsiteY14" fmla="*/ 273457 h 6685267"/>
                <a:gd name="connsiteX15" fmla="*/ 2478040 w 5822102"/>
                <a:gd name="connsiteY15" fmla="*/ 379654 h 6685267"/>
                <a:gd name="connsiteX16" fmla="*/ 2184897 w 5822102"/>
                <a:gd name="connsiteY16" fmla="*/ 507972 h 6685267"/>
                <a:gd name="connsiteX17" fmla="*/ 1629141 w 5822102"/>
                <a:gd name="connsiteY17" fmla="*/ 823205 h 6685267"/>
                <a:gd name="connsiteX18" fmla="*/ 1497711 w 5822102"/>
                <a:gd name="connsiteY18" fmla="*/ 914000 h 6685267"/>
                <a:gd name="connsiteX19" fmla="*/ 1433099 w 5822102"/>
                <a:gd name="connsiteY19" fmla="*/ 960903 h 6685267"/>
                <a:gd name="connsiteX20" fmla="*/ 1369346 w 5822102"/>
                <a:gd name="connsiteY20" fmla="*/ 1008963 h 6685267"/>
                <a:gd name="connsiteX21" fmla="*/ 1123406 w 5822102"/>
                <a:gd name="connsiteY21" fmla="*/ 1212905 h 6685267"/>
                <a:gd name="connsiteX22" fmla="*/ 684367 w 5822102"/>
                <a:gd name="connsiteY22" fmla="*/ 1675564 h 6685267"/>
                <a:gd name="connsiteX23" fmla="*/ 497153 w 5822102"/>
                <a:gd name="connsiteY23" fmla="*/ 1933588 h 6685267"/>
                <a:gd name="connsiteX24" fmla="*/ 337770 w 5822102"/>
                <a:gd name="connsiteY24" fmla="*/ 2208983 h 6685267"/>
                <a:gd name="connsiteX25" fmla="*/ 302461 w 5822102"/>
                <a:gd name="connsiteY25" fmla="*/ 2280207 h 6685267"/>
                <a:gd name="connsiteX26" fmla="*/ 285296 w 5822102"/>
                <a:gd name="connsiteY26" fmla="*/ 2316107 h 6685267"/>
                <a:gd name="connsiteX27" fmla="*/ 268991 w 5822102"/>
                <a:gd name="connsiteY27" fmla="*/ 2352355 h 6685267"/>
                <a:gd name="connsiteX28" fmla="*/ 237849 w 5822102"/>
                <a:gd name="connsiteY28" fmla="*/ 2425432 h 6685267"/>
                <a:gd name="connsiteX29" fmla="*/ 208670 w 5822102"/>
                <a:gd name="connsiteY29" fmla="*/ 2499319 h 6685267"/>
                <a:gd name="connsiteX30" fmla="*/ 113775 w 5822102"/>
                <a:gd name="connsiteY30" fmla="*/ 2801929 h 6685267"/>
                <a:gd name="connsiteX31" fmla="*/ 36781 w 5822102"/>
                <a:gd name="connsiteY31" fmla="*/ 3428922 h 6685267"/>
                <a:gd name="connsiteX32" fmla="*/ 69148 w 5822102"/>
                <a:gd name="connsiteY32" fmla="*/ 3741955 h 6685267"/>
                <a:gd name="connsiteX33" fmla="*/ 167966 w 5822102"/>
                <a:gd name="connsiteY33" fmla="*/ 4041323 h 6685267"/>
                <a:gd name="connsiteX34" fmla="*/ 202049 w 5822102"/>
                <a:gd name="connsiteY34" fmla="*/ 4112894 h 6685267"/>
                <a:gd name="connsiteX35" fmla="*/ 239933 w 5822102"/>
                <a:gd name="connsiteY35" fmla="*/ 4182843 h 6685267"/>
                <a:gd name="connsiteX36" fmla="*/ 323916 w 5822102"/>
                <a:gd name="connsiteY36" fmla="*/ 4318456 h 6685267"/>
                <a:gd name="connsiteX37" fmla="*/ 416604 w 5822102"/>
                <a:gd name="connsiteY37" fmla="*/ 4449436 h 6685267"/>
                <a:gd name="connsiteX38" fmla="*/ 515911 w 5822102"/>
                <a:gd name="connsiteY38" fmla="*/ 4576711 h 6685267"/>
                <a:gd name="connsiteX39" fmla="*/ 722619 w 5822102"/>
                <a:gd name="connsiteY39" fmla="*/ 4828482 h 6685267"/>
                <a:gd name="connsiteX40" fmla="*/ 825972 w 5822102"/>
                <a:gd name="connsiteY40" fmla="*/ 4956104 h 6685267"/>
                <a:gd name="connsiteX41" fmla="*/ 926506 w 5822102"/>
                <a:gd name="connsiteY41" fmla="*/ 5085347 h 6685267"/>
                <a:gd name="connsiteX42" fmla="*/ 1027040 w 5822102"/>
                <a:gd name="connsiteY42" fmla="*/ 5210191 h 6685267"/>
                <a:gd name="connsiteX43" fmla="*/ 1132110 w 5822102"/>
                <a:gd name="connsiteY43" fmla="*/ 5330748 h 6685267"/>
                <a:gd name="connsiteX44" fmla="*/ 1354880 w 5822102"/>
                <a:gd name="connsiteY44" fmla="*/ 5558083 h 6685267"/>
                <a:gd name="connsiteX45" fmla="*/ 1855220 w 5822102"/>
                <a:gd name="connsiteY45" fmla="*/ 5937591 h 6685267"/>
                <a:gd name="connsiteX46" fmla="*/ 2131810 w 5822102"/>
                <a:gd name="connsiteY46" fmla="*/ 6080268 h 6685267"/>
                <a:gd name="connsiteX47" fmla="*/ 2423726 w 5822102"/>
                <a:gd name="connsiteY47" fmla="*/ 6188087 h 6685267"/>
                <a:gd name="connsiteX48" fmla="*/ 2727780 w 5822102"/>
                <a:gd name="connsiteY48" fmla="*/ 6262552 h 6685267"/>
                <a:gd name="connsiteX49" fmla="*/ 3041276 w 5822102"/>
                <a:gd name="connsiteY49" fmla="*/ 6304245 h 6685267"/>
                <a:gd name="connsiteX50" fmla="*/ 3360532 w 5822102"/>
                <a:gd name="connsiteY50" fmla="*/ 6317331 h 6685267"/>
                <a:gd name="connsiteX51" fmla="*/ 3439855 w 5822102"/>
                <a:gd name="connsiteY51" fmla="*/ 6316751 h 6685267"/>
                <a:gd name="connsiteX52" fmla="*/ 3478721 w 5822102"/>
                <a:gd name="connsiteY52" fmla="*/ 6315826 h 6685267"/>
                <a:gd name="connsiteX53" fmla="*/ 3517463 w 5822102"/>
                <a:gd name="connsiteY53" fmla="*/ 6313971 h 6685267"/>
                <a:gd name="connsiteX54" fmla="*/ 3671452 w 5822102"/>
                <a:gd name="connsiteY54" fmla="*/ 6301233 h 6685267"/>
                <a:gd name="connsiteX55" fmla="*/ 4265460 w 5822102"/>
                <a:gd name="connsiteY55" fmla="*/ 6149638 h 6685267"/>
                <a:gd name="connsiteX56" fmla="*/ 4546587 w 5822102"/>
                <a:gd name="connsiteY56" fmla="*/ 6018079 h 6685267"/>
                <a:gd name="connsiteX57" fmla="*/ 4818030 w 5822102"/>
                <a:gd name="connsiteY57" fmla="*/ 5858029 h 6685267"/>
                <a:gd name="connsiteX58" fmla="*/ 5081870 w 5822102"/>
                <a:gd name="connsiteY58" fmla="*/ 5676903 h 6685267"/>
                <a:gd name="connsiteX59" fmla="*/ 5212073 w 5822102"/>
                <a:gd name="connsiteY59" fmla="*/ 5581013 h 6685267"/>
                <a:gd name="connsiteX60" fmla="*/ 5343625 w 5822102"/>
                <a:gd name="connsiteY60" fmla="*/ 5481533 h 6685267"/>
                <a:gd name="connsiteX61" fmla="*/ 5610378 w 5822102"/>
                <a:gd name="connsiteY61" fmla="*/ 5284425 h 6685267"/>
                <a:gd name="connsiteX62" fmla="*/ 5822102 w 5822102"/>
                <a:gd name="connsiteY62" fmla="*/ 5126414 h 6685267"/>
                <a:gd name="connsiteX63" fmla="*/ 5822102 w 5822102"/>
                <a:gd name="connsiteY63" fmla="*/ 5556641 h 6685267"/>
                <a:gd name="connsiteX64" fmla="*/ 5576325 w 5822102"/>
                <a:gd name="connsiteY64" fmla="*/ 5749979 h 6685267"/>
                <a:gd name="connsiteX65" fmla="*/ 5447715 w 5822102"/>
                <a:gd name="connsiteY65" fmla="*/ 5852818 h 6685267"/>
                <a:gd name="connsiteX66" fmla="*/ 5315059 w 5822102"/>
                <a:gd name="connsiteY66" fmla="*/ 5956236 h 6685267"/>
                <a:gd name="connsiteX67" fmla="*/ 5038468 w 5822102"/>
                <a:gd name="connsiteY67" fmla="*/ 6155776 h 6685267"/>
                <a:gd name="connsiteX68" fmla="*/ 4741892 w 5822102"/>
                <a:gd name="connsiteY68" fmla="*/ 6338292 h 6685267"/>
                <a:gd name="connsiteX69" fmla="*/ 4420920 w 5822102"/>
                <a:gd name="connsiteY69" fmla="*/ 6492203 h 6685267"/>
                <a:gd name="connsiteX70" fmla="*/ 3717672 w 5822102"/>
                <a:gd name="connsiteY70" fmla="*/ 6670434 h 6685267"/>
                <a:gd name="connsiteX71" fmla="*/ 3535853 w 5822102"/>
                <a:gd name="connsiteY71" fmla="*/ 6683289 h 6685267"/>
                <a:gd name="connsiteX72" fmla="*/ 3490367 w 5822102"/>
                <a:gd name="connsiteY72" fmla="*/ 6684910 h 6685267"/>
                <a:gd name="connsiteX73" fmla="*/ 3445005 w 5822102"/>
                <a:gd name="connsiteY73" fmla="*/ 6685142 h 6685267"/>
                <a:gd name="connsiteX74" fmla="*/ 3355872 w 5822102"/>
                <a:gd name="connsiteY74" fmla="*/ 6684100 h 6685267"/>
                <a:gd name="connsiteX75" fmla="*/ 3179203 w 5822102"/>
                <a:gd name="connsiteY75" fmla="*/ 6677150 h 6685267"/>
                <a:gd name="connsiteX76" fmla="*/ 3002410 w 5822102"/>
                <a:gd name="connsiteY76" fmla="*/ 6661169 h 6685267"/>
                <a:gd name="connsiteX77" fmla="*/ 2650296 w 5822102"/>
                <a:gd name="connsiteY77" fmla="*/ 6604191 h 6685267"/>
                <a:gd name="connsiteX78" fmla="*/ 2306028 w 5822102"/>
                <a:gd name="connsiteY78" fmla="*/ 6505869 h 6685267"/>
                <a:gd name="connsiteX79" fmla="*/ 1978803 w 5822102"/>
                <a:gd name="connsiteY79" fmla="*/ 6363307 h 6685267"/>
                <a:gd name="connsiteX80" fmla="*/ 1678428 w 5822102"/>
                <a:gd name="connsiteY80" fmla="*/ 6177779 h 6685267"/>
                <a:gd name="connsiteX81" fmla="*/ 1175880 w 5822102"/>
                <a:gd name="connsiteY81" fmla="*/ 5710373 h 6685267"/>
                <a:gd name="connsiteX82" fmla="*/ 971502 w 5822102"/>
                <a:gd name="connsiteY82" fmla="*/ 5445399 h 6685267"/>
                <a:gd name="connsiteX83" fmla="*/ 790909 w 5822102"/>
                <a:gd name="connsiteY83" fmla="*/ 5169078 h 6685267"/>
                <a:gd name="connsiteX84" fmla="*/ 706680 w 5822102"/>
                <a:gd name="connsiteY84" fmla="*/ 5031959 h 6685267"/>
                <a:gd name="connsiteX85" fmla="*/ 619143 w 5822102"/>
                <a:gd name="connsiteY85" fmla="*/ 4897157 h 6685267"/>
                <a:gd name="connsiteX86" fmla="*/ 436465 w 5822102"/>
                <a:gd name="connsiteY86" fmla="*/ 4628710 h 6685267"/>
                <a:gd name="connsiteX87" fmla="*/ 347088 w 5822102"/>
                <a:gd name="connsiteY87" fmla="*/ 4492171 h 6685267"/>
                <a:gd name="connsiteX88" fmla="*/ 262001 w 5822102"/>
                <a:gd name="connsiteY88" fmla="*/ 4352619 h 6685267"/>
                <a:gd name="connsiteX89" fmla="*/ 118679 w 5822102"/>
                <a:gd name="connsiteY89" fmla="*/ 4059853 h 6685267"/>
                <a:gd name="connsiteX90" fmla="*/ 28322 w 5822102"/>
                <a:gd name="connsiteY90" fmla="*/ 3749136 h 6685267"/>
                <a:gd name="connsiteX91" fmla="*/ 0 w 5822102"/>
                <a:gd name="connsiteY91" fmla="*/ 3428922 h 6685267"/>
                <a:gd name="connsiteX92" fmla="*/ 253052 w 5822102"/>
                <a:gd name="connsiteY92" fmla="*/ 2174356 h 6685267"/>
                <a:gd name="connsiteX93" fmla="*/ 389141 w 5822102"/>
                <a:gd name="connsiteY93" fmla="*/ 1877652 h 6685267"/>
                <a:gd name="connsiteX94" fmla="*/ 552079 w 5822102"/>
                <a:gd name="connsiteY94" fmla="*/ 1591834 h 6685267"/>
                <a:gd name="connsiteX95" fmla="*/ 954950 w 5822102"/>
                <a:gd name="connsiteY95" fmla="*/ 1061773 h 6685267"/>
                <a:gd name="connsiteX96" fmla="*/ 1192922 w 5822102"/>
                <a:gd name="connsiteY96" fmla="*/ 822626 h 6685267"/>
                <a:gd name="connsiteX97" fmla="*/ 1255939 w 5822102"/>
                <a:gd name="connsiteY97" fmla="*/ 765880 h 6685267"/>
                <a:gd name="connsiteX98" fmla="*/ 1320183 w 5822102"/>
                <a:gd name="connsiteY98" fmla="*/ 710291 h 6685267"/>
                <a:gd name="connsiteX99" fmla="*/ 1452961 w 5822102"/>
                <a:gd name="connsiteY99" fmla="*/ 603514 h 6685267"/>
                <a:gd name="connsiteX100" fmla="*/ 2033360 w 5822102"/>
                <a:gd name="connsiteY100" fmla="*/ 235818 h 6685267"/>
                <a:gd name="connsiteX101" fmla="*/ 2512513 w 5822102"/>
                <a:gd name="connsiteY101" fmla="*/ 30012 h 668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22102" h="6685267">
                  <a:moveTo>
                    <a:pt x="2605444" y="0"/>
                  </a:moveTo>
                  <a:lnTo>
                    <a:pt x="4757391" y="0"/>
                  </a:lnTo>
                  <a:lnTo>
                    <a:pt x="4913680" y="56274"/>
                  </a:lnTo>
                  <a:cubicBezTo>
                    <a:pt x="5074659" y="119278"/>
                    <a:pt x="5229483" y="195083"/>
                    <a:pt x="5376238" y="282027"/>
                  </a:cubicBezTo>
                  <a:cubicBezTo>
                    <a:pt x="5474014" y="340105"/>
                    <a:pt x="5568080" y="403280"/>
                    <a:pt x="5658024" y="471014"/>
                  </a:cubicBezTo>
                  <a:lnTo>
                    <a:pt x="5822102" y="609109"/>
                  </a:lnTo>
                  <a:lnTo>
                    <a:pt x="5822102" y="760697"/>
                  </a:lnTo>
                  <a:lnTo>
                    <a:pt x="5707785" y="666601"/>
                  </a:lnTo>
                  <a:cubicBezTo>
                    <a:pt x="5665273" y="633682"/>
                    <a:pt x="5621749" y="602008"/>
                    <a:pt x="5577306" y="571666"/>
                  </a:cubicBezTo>
                  <a:cubicBezTo>
                    <a:pt x="5487929" y="511562"/>
                    <a:pt x="5395118" y="456089"/>
                    <a:pt x="5298630" y="407449"/>
                  </a:cubicBezTo>
                  <a:cubicBezTo>
                    <a:pt x="5106266" y="309010"/>
                    <a:pt x="4901153" y="235355"/>
                    <a:pt x="4690768" y="184979"/>
                  </a:cubicBezTo>
                  <a:cubicBezTo>
                    <a:pt x="4480382" y="134486"/>
                    <a:pt x="4264724" y="106807"/>
                    <a:pt x="4048577" y="99280"/>
                  </a:cubicBezTo>
                  <a:cubicBezTo>
                    <a:pt x="3832182" y="90709"/>
                    <a:pt x="3617997" y="102290"/>
                    <a:pt x="3405404" y="131937"/>
                  </a:cubicBezTo>
                  <a:cubicBezTo>
                    <a:pt x="3299353" y="147340"/>
                    <a:pt x="3193915" y="166449"/>
                    <a:pt x="3089702" y="190190"/>
                  </a:cubicBezTo>
                  <a:cubicBezTo>
                    <a:pt x="2985491" y="214278"/>
                    <a:pt x="2882137" y="241725"/>
                    <a:pt x="2780132" y="273457"/>
                  </a:cubicBezTo>
                  <a:cubicBezTo>
                    <a:pt x="2678126" y="305073"/>
                    <a:pt x="2577348" y="340510"/>
                    <a:pt x="2478040" y="379654"/>
                  </a:cubicBezTo>
                  <a:cubicBezTo>
                    <a:pt x="2378854" y="418914"/>
                    <a:pt x="2281017" y="461763"/>
                    <a:pt x="2184897" y="507972"/>
                  </a:cubicBezTo>
                  <a:cubicBezTo>
                    <a:pt x="1992657" y="600271"/>
                    <a:pt x="1806791" y="705542"/>
                    <a:pt x="1629141" y="823205"/>
                  </a:cubicBezTo>
                  <a:cubicBezTo>
                    <a:pt x="1584882" y="852736"/>
                    <a:pt x="1540745" y="882731"/>
                    <a:pt x="1497711" y="914000"/>
                  </a:cubicBezTo>
                  <a:cubicBezTo>
                    <a:pt x="1475888" y="929286"/>
                    <a:pt x="1454555" y="945153"/>
                    <a:pt x="1433099" y="960903"/>
                  </a:cubicBezTo>
                  <a:cubicBezTo>
                    <a:pt x="1411521" y="976537"/>
                    <a:pt x="1390311" y="992634"/>
                    <a:pt x="1369346" y="1008963"/>
                  </a:cubicBezTo>
                  <a:cubicBezTo>
                    <a:pt x="1285119" y="1074165"/>
                    <a:pt x="1202730" y="1141797"/>
                    <a:pt x="1123406" y="1212905"/>
                  </a:cubicBezTo>
                  <a:cubicBezTo>
                    <a:pt x="964391" y="1354656"/>
                    <a:pt x="816900" y="1509261"/>
                    <a:pt x="684367" y="1675564"/>
                  </a:cubicBezTo>
                  <a:cubicBezTo>
                    <a:pt x="618161" y="1758716"/>
                    <a:pt x="555512" y="1844763"/>
                    <a:pt x="497153" y="1933588"/>
                  </a:cubicBezTo>
                  <a:cubicBezTo>
                    <a:pt x="439775" y="2022877"/>
                    <a:pt x="385584" y="2114367"/>
                    <a:pt x="337770" y="2208983"/>
                  </a:cubicBezTo>
                  <a:cubicBezTo>
                    <a:pt x="325388" y="2232493"/>
                    <a:pt x="313862" y="2256349"/>
                    <a:pt x="302461" y="2280207"/>
                  </a:cubicBezTo>
                  <a:lnTo>
                    <a:pt x="285296" y="2316107"/>
                  </a:lnTo>
                  <a:lnTo>
                    <a:pt x="268991" y="2352355"/>
                  </a:lnTo>
                  <a:cubicBezTo>
                    <a:pt x="258324" y="2376560"/>
                    <a:pt x="247535" y="2400764"/>
                    <a:pt x="237849" y="2425432"/>
                  </a:cubicBezTo>
                  <a:cubicBezTo>
                    <a:pt x="228163" y="2450099"/>
                    <a:pt x="217498" y="2474419"/>
                    <a:pt x="208670" y="2499319"/>
                  </a:cubicBezTo>
                  <a:cubicBezTo>
                    <a:pt x="170909" y="2598219"/>
                    <a:pt x="138908" y="2699206"/>
                    <a:pt x="113775" y="2801929"/>
                  </a:cubicBezTo>
                  <a:cubicBezTo>
                    <a:pt x="62773" y="3006911"/>
                    <a:pt x="36659" y="3217917"/>
                    <a:pt x="36781" y="3428922"/>
                  </a:cubicBezTo>
                  <a:cubicBezTo>
                    <a:pt x="37394" y="3534078"/>
                    <a:pt x="47816" y="3639001"/>
                    <a:pt x="69148" y="3741955"/>
                  </a:cubicBezTo>
                  <a:cubicBezTo>
                    <a:pt x="91585" y="3844679"/>
                    <a:pt x="124074" y="3945202"/>
                    <a:pt x="167966" y="4041323"/>
                  </a:cubicBezTo>
                  <a:cubicBezTo>
                    <a:pt x="178387" y="4065528"/>
                    <a:pt x="190525" y="4089153"/>
                    <a:pt x="202049" y="4112894"/>
                  </a:cubicBezTo>
                  <a:cubicBezTo>
                    <a:pt x="214555" y="4136288"/>
                    <a:pt x="226447" y="4159912"/>
                    <a:pt x="239933" y="4182843"/>
                  </a:cubicBezTo>
                  <a:cubicBezTo>
                    <a:pt x="265680" y="4229167"/>
                    <a:pt x="294368" y="4274101"/>
                    <a:pt x="323916" y="4318456"/>
                  </a:cubicBezTo>
                  <a:cubicBezTo>
                    <a:pt x="353341" y="4362927"/>
                    <a:pt x="384849" y="4406240"/>
                    <a:pt x="416604" y="4449436"/>
                  </a:cubicBezTo>
                  <a:cubicBezTo>
                    <a:pt x="448847" y="4492286"/>
                    <a:pt x="482319" y="4534557"/>
                    <a:pt x="515911" y="4576711"/>
                  </a:cubicBezTo>
                  <a:cubicBezTo>
                    <a:pt x="583219" y="4661137"/>
                    <a:pt x="653594" y="4743825"/>
                    <a:pt x="722619" y="4828482"/>
                  </a:cubicBezTo>
                  <a:cubicBezTo>
                    <a:pt x="757315" y="4870637"/>
                    <a:pt x="791889" y="4913138"/>
                    <a:pt x="825972" y="4956104"/>
                  </a:cubicBezTo>
                  <a:cubicBezTo>
                    <a:pt x="859934" y="4998722"/>
                    <a:pt x="893649" y="5044004"/>
                    <a:pt x="926506" y="5085347"/>
                  </a:cubicBezTo>
                  <a:cubicBezTo>
                    <a:pt x="959119" y="5127734"/>
                    <a:pt x="993324" y="5168847"/>
                    <a:pt x="1027040" y="5210191"/>
                  </a:cubicBezTo>
                  <a:cubicBezTo>
                    <a:pt x="1061737" y="5250840"/>
                    <a:pt x="1096188" y="5291488"/>
                    <a:pt x="1132110" y="5330748"/>
                  </a:cubicBezTo>
                  <a:cubicBezTo>
                    <a:pt x="1203465" y="5409731"/>
                    <a:pt x="1277639" y="5485818"/>
                    <a:pt x="1354880" y="5558083"/>
                  </a:cubicBezTo>
                  <a:cubicBezTo>
                    <a:pt x="1509603" y="5702266"/>
                    <a:pt x="1676588" y="5830930"/>
                    <a:pt x="1855220" y="5937591"/>
                  </a:cubicBezTo>
                  <a:cubicBezTo>
                    <a:pt x="1944720" y="5990632"/>
                    <a:pt x="2036549" y="6039272"/>
                    <a:pt x="2131810" y="6080268"/>
                  </a:cubicBezTo>
                  <a:cubicBezTo>
                    <a:pt x="2226460" y="6122423"/>
                    <a:pt x="2324173" y="6157977"/>
                    <a:pt x="2423726" y="6188087"/>
                  </a:cubicBezTo>
                  <a:cubicBezTo>
                    <a:pt x="2523280" y="6218313"/>
                    <a:pt x="2624794" y="6242749"/>
                    <a:pt x="2727780" y="6262552"/>
                  </a:cubicBezTo>
                  <a:cubicBezTo>
                    <a:pt x="2830890" y="6282008"/>
                    <a:pt x="2935714" y="6295326"/>
                    <a:pt x="3041276" y="6304245"/>
                  </a:cubicBezTo>
                  <a:cubicBezTo>
                    <a:pt x="3146836" y="6313277"/>
                    <a:pt x="3253499" y="6317215"/>
                    <a:pt x="3360532" y="6317331"/>
                  </a:cubicBezTo>
                  <a:cubicBezTo>
                    <a:pt x="3387259" y="6317331"/>
                    <a:pt x="3414354" y="6317794"/>
                    <a:pt x="3439855" y="6316751"/>
                  </a:cubicBezTo>
                  <a:lnTo>
                    <a:pt x="3478721" y="6315826"/>
                  </a:lnTo>
                  <a:lnTo>
                    <a:pt x="3517463" y="6313971"/>
                  </a:lnTo>
                  <a:cubicBezTo>
                    <a:pt x="3569078" y="6311772"/>
                    <a:pt x="3620449" y="6306907"/>
                    <a:pt x="3671452" y="6301233"/>
                  </a:cubicBezTo>
                  <a:cubicBezTo>
                    <a:pt x="3875707" y="6277608"/>
                    <a:pt x="4074445" y="6225841"/>
                    <a:pt x="4265460" y="6149638"/>
                  </a:cubicBezTo>
                  <a:cubicBezTo>
                    <a:pt x="4361212" y="6111884"/>
                    <a:pt x="4454636" y="6067065"/>
                    <a:pt x="4546587" y="6018079"/>
                  </a:cubicBezTo>
                  <a:cubicBezTo>
                    <a:pt x="4638662" y="5969322"/>
                    <a:pt x="4729020" y="5915240"/>
                    <a:pt x="4818030" y="5858029"/>
                  </a:cubicBezTo>
                  <a:cubicBezTo>
                    <a:pt x="4907038" y="5800703"/>
                    <a:pt x="4994577" y="5739672"/>
                    <a:pt x="5081870" y="5676903"/>
                  </a:cubicBezTo>
                  <a:cubicBezTo>
                    <a:pt x="5125392" y="5645519"/>
                    <a:pt x="5168794" y="5613324"/>
                    <a:pt x="5212073" y="5581013"/>
                  </a:cubicBezTo>
                  <a:lnTo>
                    <a:pt x="5343625" y="5481533"/>
                  </a:lnTo>
                  <a:cubicBezTo>
                    <a:pt x="5432696" y="5414768"/>
                    <a:pt x="5521951" y="5349452"/>
                    <a:pt x="5610378" y="5284425"/>
                  </a:cubicBezTo>
                  <a:lnTo>
                    <a:pt x="5822102" y="5126414"/>
                  </a:lnTo>
                  <a:lnTo>
                    <a:pt x="5822102" y="5556641"/>
                  </a:lnTo>
                  <a:lnTo>
                    <a:pt x="5576325" y="5749979"/>
                  </a:lnTo>
                  <a:lnTo>
                    <a:pt x="5447715" y="5852818"/>
                  </a:lnTo>
                  <a:cubicBezTo>
                    <a:pt x="5403945" y="5887445"/>
                    <a:pt x="5359932" y="5922073"/>
                    <a:pt x="5315059" y="5956236"/>
                  </a:cubicBezTo>
                  <a:cubicBezTo>
                    <a:pt x="5225682" y="6024680"/>
                    <a:pt x="5133976" y="6091734"/>
                    <a:pt x="5038468" y="6155776"/>
                  </a:cubicBezTo>
                  <a:cubicBezTo>
                    <a:pt x="4943084" y="6219703"/>
                    <a:pt x="4845002" y="6281777"/>
                    <a:pt x="4741892" y="6338292"/>
                  </a:cubicBezTo>
                  <a:cubicBezTo>
                    <a:pt x="4638784" y="6394692"/>
                    <a:pt x="4532120" y="6447038"/>
                    <a:pt x="4420920" y="6492203"/>
                  </a:cubicBezTo>
                  <a:cubicBezTo>
                    <a:pt x="4199255" y="6583693"/>
                    <a:pt x="3959813" y="6644840"/>
                    <a:pt x="3717672" y="6670434"/>
                  </a:cubicBezTo>
                  <a:cubicBezTo>
                    <a:pt x="3657106" y="6676456"/>
                    <a:pt x="3596419" y="6681321"/>
                    <a:pt x="3535853" y="6683289"/>
                  </a:cubicBezTo>
                  <a:lnTo>
                    <a:pt x="3490367" y="6684910"/>
                  </a:lnTo>
                  <a:lnTo>
                    <a:pt x="3445005" y="6685142"/>
                  </a:lnTo>
                  <a:cubicBezTo>
                    <a:pt x="3414354" y="6685605"/>
                    <a:pt x="3385297" y="6684679"/>
                    <a:pt x="3355872" y="6684100"/>
                  </a:cubicBezTo>
                  <a:cubicBezTo>
                    <a:pt x="3297146" y="6683405"/>
                    <a:pt x="3238052" y="6680047"/>
                    <a:pt x="3179203" y="6677150"/>
                  </a:cubicBezTo>
                  <a:cubicBezTo>
                    <a:pt x="3120232" y="6672519"/>
                    <a:pt x="3061259" y="6668233"/>
                    <a:pt x="3002410" y="6661169"/>
                  </a:cubicBezTo>
                  <a:cubicBezTo>
                    <a:pt x="2884589" y="6647851"/>
                    <a:pt x="2766891" y="6629669"/>
                    <a:pt x="2650296" y="6604191"/>
                  </a:cubicBezTo>
                  <a:cubicBezTo>
                    <a:pt x="2533702" y="6578713"/>
                    <a:pt x="2418456" y="6545938"/>
                    <a:pt x="2306028" y="6505869"/>
                  </a:cubicBezTo>
                  <a:cubicBezTo>
                    <a:pt x="2193602" y="6465683"/>
                    <a:pt x="2084118" y="6417738"/>
                    <a:pt x="1978803" y="6363307"/>
                  </a:cubicBezTo>
                  <a:cubicBezTo>
                    <a:pt x="1873855" y="6308066"/>
                    <a:pt x="1773077" y="6246340"/>
                    <a:pt x="1678428" y="6177779"/>
                  </a:cubicBezTo>
                  <a:cubicBezTo>
                    <a:pt x="1488393" y="6041356"/>
                    <a:pt x="1321900" y="5881423"/>
                    <a:pt x="1175880" y="5710373"/>
                  </a:cubicBezTo>
                  <a:cubicBezTo>
                    <a:pt x="1103177" y="5624441"/>
                    <a:pt x="1035501" y="5535732"/>
                    <a:pt x="971502" y="5445399"/>
                  </a:cubicBezTo>
                  <a:cubicBezTo>
                    <a:pt x="907380" y="5355069"/>
                    <a:pt x="847550" y="5262768"/>
                    <a:pt x="790909" y="5169078"/>
                  </a:cubicBezTo>
                  <a:cubicBezTo>
                    <a:pt x="761974" y="5121712"/>
                    <a:pt x="735492" y="5077357"/>
                    <a:pt x="706680" y="5031959"/>
                  </a:cubicBezTo>
                  <a:cubicBezTo>
                    <a:pt x="678114" y="4986910"/>
                    <a:pt x="649058" y="4941860"/>
                    <a:pt x="619143" y="4897157"/>
                  </a:cubicBezTo>
                  <a:lnTo>
                    <a:pt x="436465" y="4628710"/>
                  </a:lnTo>
                  <a:cubicBezTo>
                    <a:pt x="406182" y="4583544"/>
                    <a:pt x="376267" y="4538147"/>
                    <a:pt x="347088" y="4492171"/>
                  </a:cubicBezTo>
                  <a:cubicBezTo>
                    <a:pt x="317908" y="4446194"/>
                    <a:pt x="288974" y="4400102"/>
                    <a:pt x="262001" y="4352619"/>
                  </a:cubicBezTo>
                  <a:cubicBezTo>
                    <a:pt x="207934" y="4258119"/>
                    <a:pt x="158280" y="4160840"/>
                    <a:pt x="118679" y="4059853"/>
                  </a:cubicBezTo>
                  <a:cubicBezTo>
                    <a:pt x="78343" y="3959214"/>
                    <a:pt x="48429" y="3854870"/>
                    <a:pt x="28322" y="3749136"/>
                  </a:cubicBezTo>
                  <a:cubicBezTo>
                    <a:pt x="9073" y="3643402"/>
                    <a:pt x="0" y="3536046"/>
                    <a:pt x="0" y="3428922"/>
                  </a:cubicBezTo>
                  <a:cubicBezTo>
                    <a:pt x="1594" y="3001816"/>
                    <a:pt x="89010" y="2575868"/>
                    <a:pt x="253052" y="2174356"/>
                  </a:cubicBezTo>
                  <a:cubicBezTo>
                    <a:pt x="294246" y="2074066"/>
                    <a:pt x="338873" y="1974700"/>
                    <a:pt x="389141" y="1877652"/>
                  </a:cubicBezTo>
                  <a:cubicBezTo>
                    <a:pt x="438672" y="1780256"/>
                    <a:pt x="493230" y="1684945"/>
                    <a:pt x="552079" y="1591834"/>
                  </a:cubicBezTo>
                  <a:cubicBezTo>
                    <a:pt x="669900" y="1405728"/>
                    <a:pt x="804394" y="1227729"/>
                    <a:pt x="954950" y="1061773"/>
                  </a:cubicBezTo>
                  <a:cubicBezTo>
                    <a:pt x="1030597" y="979085"/>
                    <a:pt x="1109552" y="898829"/>
                    <a:pt x="1192922" y="822626"/>
                  </a:cubicBezTo>
                  <a:cubicBezTo>
                    <a:pt x="1213642" y="803402"/>
                    <a:pt x="1234483" y="784409"/>
                    <a:pt x="1255939" y="765880"/>
                  </a:cubicBezTo>
                  <a:cubicBezTo>
                    <a:pt x="1277273" y="747234"/>
                    <a:pt x="1298237" y="728241"/>
                    <a:pt x="1320183" y="710291"/>
                  </a:cubicBezTo>
                  <a:cubicBezTo>
                    <a:pt x="1363585" y="673811"/>
                    <a:pt x="1408088" y="638489"/>
                    <a:pt x="1452961" y="603514"/>
                  </a:cubicBezTo>
                  <a:cubicBezTo>
                    <a:pt x="1633310" y="464543"/>
                    <a:pt x="1828125" y="341437"/>
                    <a:pt x="2033360" y="235818"/>
                  </a:cubicBezTo>
                  <a:cubicBezTo>
                    <a:pt x="2187242" y="156561"/>
                    <a:pt x="2347554" y="87597"/>
                    <a:pt x="2512513" y="3001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5102EBE-A80F-4CFF-B1DD-941EF9728B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04998" y="98659"/>
              <a:ext cx="5774333" cy="6315453"/>
            </a:xfrm>
            <a:custGeom>
              <a:avLst/>
              <a:gdLst>
                <a:gd name="connsiteX0" fmla="*/ 3707237 w 5774333"/>
                <a:gd name="connsiteY0" fmla="*/ 1489 h 6315453"/>
                <a:gd name="connsiteX1" fmla="*/ 4037665 w 5774333"/>
                <a:gd name="connsiteY1" fmla="*/ 6121 h 6315453"/>
                <a:gd name="connsiteX2" fmla="*/ 4692239 w 5774333"/>
                <a:gd name="connsiteY2" fmla="*/ 102128 h 6315453"/>
                <a:gd name="connsiteX3" fmla="*/ 5315059 w 5774333"/>
                <a:gd name="connsiteY3" fmla="*/ 324945 h 6315453"/>
                <a:gd name="connsiteX4" fmla="*/ 5738325 w 5774333"/>
                <a:gd name="connsiteY4" fmla="*/ 578286 h 6315453"/>
                <a:gd name="connsiteX5" fmla="*/ 5774333 w 5774333"/>
                <a:gd name="connsiteY5" fmla="*/ 606551 h 6315453"/>
                <a:gd name="connsiteX6" fmla="*/ 5774333 w 5774333"/>
                <a:gd name="connsiteY6" fmla="*/ 975490 h 6315453"/>
                <a:gd name="connsiteX7" fmla="*/ 5676001 w 5774333"/>
                <a:gd name="connsiteY7" fmla="*/ 889749 h 6315453"/>
                <a:gd name="connsiteX8" fmla="*/ 5177132 w 5774333"/>
                <a:gd name="connsiteY8" fmla="*/ 581926 h 6315453"/>
                <a:gd name="connsiteX9" fmla="*/ 4615735 w 5774333"/>
                <a:gd name="connsiteY9" fmla="*/ 388640 h 6315453"/>
                <a:gd name="connsiteX10" fmla="*/ 4020010 w 5774333"/>
                <a:gd name="connsiteY10" fmla="*/ 308500 h 6315453"/>
                <a:gd name="connsiteX11" fmla="*/ 3416315 w 5774333"/>
                <a:gd name="connsiteY11" fmla="*/ 328882 h 6315453"/>
                <a:gd name="connsiteX12" fmla="*/ 2823779 w 5774333"/>
                <a:gd name="connsiteY12" fmla="*/ 446545 h 6315453"/>
                <a:gd name="connsiteX13" fmla="*/ 2256987 w 5774333"/>
                <a:gd name="connsiteY13" fmla="*/ 651296 h 6315453"/>
                <a:gd name="connsiteX14" fmla="*/ 1244169 w 5774333"/>
                <a:gd name="connsiteY14" fmla="*/ 1280374 h 6315453"/>
                <a:gd name="connsiteX15" fmla="*/ 830141 w 5774333"/>
                <a:gd name="connsiteY15" fmla="*/ 1700184 h 6315453"/>
                <a:gd name="connsiteX16" fmla="*/ 502792 w 5774333"/>
                <a:gd name="connsiteY16" fmla="*/ 2182300 h 6315453"/>
                <a:gd name="connsiteX17" fmla="*/ 280637 w 5774333"/>
                <a:gd name="connsiteY17" fmla="*/ 2715256 h 6315453"/>
                <a:gd name="connsiteX18" fmla="*/ 199843 w 5774333"/>
                <a:gd name="connsiteY18" fmla="*/ 3283418 h 6315453"/>
                <a:gd name="connsiteX19" fmla="*/ 233926 w 5774333"/>
                <a:gd name="connsiteY19" fmla="*/ 3561593 h 6315453"/>
                <a:gd name="connsiteX20" fmla="*/ 334582 w 5774333"/>
                <a:gd name="connsiteY20" fmla="*/ 3821816 h 6315453"/>
                <a:gd name="connsiteX21" fmla="*/ 404834 w 5774333"/>
                <a:gd name="connsiteY21" fmla="*/ 3944343 h 6315453"/>
                <a:gd name="connsiteX22" fmla="*/ 485506 w 5774333"/>
                <a:gd name="connsiteY22" fmla="*/ 4062932 h 6315453"/>
                <a:gd name="connsiteX23" fmla="*/ 671861 w 5774333"/>
                <a:gd name="connsiteY23" fmla="*/ 4292120 h 6315453"/>
                <a:gd name="connsiteX24" fmla="*/ 873542 w 5774333"/>
                <a:gd name="connsiteY24" fmla="*/ 4523044 h 6315453"/>
                <a:gd name="connsiteX25" fmla="*/ 973831 w 5774333"/>
                <a:gd name="connsiteY25" fmla="*/ 4643601 h 6315453"/>
                <a:gd name="connsiteX26" fmla="*/ 1022014 w 5774333"/>
                <a:gd name="connsiteY26" fmla="*/ 4702780 h 6315453"/>
                <a:gd name="connsiteX27" fmla="*/ 1069215 w 5774333"/>
                <a:gd name="connsiteY27" fmla="*/ 4759411 h 6315453"/>
                <a:gd name="connsiteX28" fmla="*/ 1474784 w 5774333"/>
                <a:gd name="connsiteY28" fmla="*/ 5177948 h 6315453"/>
                <a:gd name="connsiteX29" fmla="*/ 1690442 w 5774333"/>
                <a:gd name="connsiteY29" fmla="*/ 5366255 h 6315453"/>
                <a:gd name="connsiteX30" fmla="*/ 1916276 w 5774333"/>
                <a:gd name="connsiteY30" fmla="*/ 5539852 h 6315453"/>
                <a:gd name="connsiteX31" fmla="*/ 2420784 w 5774333"/>
                <a:gd name="connsiteY31" fmla="*/ 5814437 h 6315453"/>
                <a:gd name="connsiteX32" fmla="*/ 2703015 w 5774333"/>
                <a:gd name="connsiteY32" fmla="*/ 5892029 h 6315453"/>
                <a:gd name="connsiteX33" fmla="*/ 2775350 w 5774333"/>
                <a:gd name="connsiteY33" fmla="*/ 5905695 h 6315453"/>
                <a:gd name="connsiteX34" fmla="*/ 2848299 w 5774333"/>
                <a:gd name="connsiteY34" fmla="*/ 5917161 h 6315453"/>
                <a:gd name="connsiteX35" fmla="*/ 2995544 w 5774333"/>
                <a:gd name="connsiteY35" fmla="*/ 5933605 h 6315453"/>
                <a:gd name="connsiteX36" fmla="*/ 3069596 w 5774333"/>
                <a:gd name="connsiteY36" fmla="*/ 5938933 h 6315453"/>
                <a:gd name="connsiteX37" fmla="*/ 3143894 w 5774333"/>
                <a:gd name="connsiteY37" fmla="*/ 5942639 h 6315453"/>
                <a:gd name="connsiteX38" fmla="*/ 3218436 w 5774333"/>
                <a:gd name="connsiteY38" fmla="*/ 5944260 h 6315453"/>
                <a:gd name="connsiteX39" fmla="*/ 3293101 w 5774333"/>
                <a:gd name="connsiteY39" fmla="*/ 5943913 h 6315453"/>
                <a:gd name="connsiteX40" fmla="*/ 3330494 w 5774333"/>
                <a:gd name="connsiteY40" fmla="*/ 5943565 h 6315453"/>
                <a:gd name="connsiteX41" fmla="*/ 3366540 w 5774333"/>
                <a:gd name="connsiteY41" fmla="*/ 5942059 h 6315453"/>
                <a:gd name="connsiteX42" fmla="*/ 3402462 w 5774333"/>
                <a:gd name="connsiteY42" fmla="*/ 5940323 h 6315453"/>
                <a:gd name="connsiteX43" fmla="*/ 3438262 w 5774333"/>
                <a:gd name="connsiteY43" fmla="*/ 5937543 h 6315453"/>
                <a:gd name="connsiteX44" fmla="*/ 3580236 w 5774333"/>
                <a:gd name="connsiteY44" fmla="*/ 5920982 h 6315453"/>
                <a:gd name="connsiteX45" fmla="*/ 4121034 w 5774333"/>
                <a:gd name="connsiteY45" fmla="*/ 5753290 h 6315453"/>
                <a:gd name="connsiteX46" fmla="*/ 4620639 w 5774333"/>
                <a:gd name="connsiteY46" fmla="*/ 5459364 h 6315453"/>
                <a:gd name="connsiteX47" fmla="*/ 4741771 w 5774333"/>
                <a:gd name="connsiteY47" fmla="*/ 5372971 h 6315453"/>
                <a:gd name="connsiteX48" fmla="*/ 4862901 w 5774333"/>
                <a:gd name="connsiteY48" fmla="*/ 5283682 h 6315453"/>
                <a:gd name="connsiteX49" fmla="*/ 5108229 w 5774333"/>
                <a:gd name="connsiteY49" fmla="*/ 5098386 h 6315453"/>
                <a:gd name="connsiteX50" fmla="*/ 5612493 w 5774333"/>
                <a:gd name="connsiteY50" fmla="*/ 4739724 h 6315453"/>
                <a:gd name="connsiteX51" fmla="*/ 5774333 w 5774333"/>
                <a:gd name="connsiteY51" fmla="*/ 4623488 h 6315453"/>
                <a:gd name="connsiteX52" fmla="*/ 5774333 w 5774333"/>
                <a:gd name="connsiteY52" fmla="*/ 5232926 h 6315453"/>
                <a:gd name="connsiteX53" fmla="*/ 5676492 w 5774333"/>
                <a:gd name="connsiteY53" fmla="*/ 5306859 h 6315453"/>
                <a:gd name="connsiteX54" fmla="*/ 5426260 w 5774333"/>
                <a:gd name="connsiteY54" fmla="*/ 5486233 h 6315453"/>
                <a:gd name="connsiteX55" fmla="*/ 5300225 w 5774333"/>
                <a:gd name="connsiteY55" fmla="*/ 5576217 h 6315453"/>
                <a:gd name="connsiteX56" fmla="*/ 5170757 w 5774333"/>
                <a:gd name="connsiteY56" fmla="*/ 5666780 h 6315453"/>
                <a:gd name="connsiteX57" fmla="*/ 5038100 w 5774333"/>
                <a:gd name="connsiteY57" fmla="*/ 5756185 h 6315453"/>
                <a:gd name="connsiteX58" fmla="*/ 4901276 w 5774333"/>
                <a:gd name="connsiteY58" fmla="*/ 5843043 h 6315453"/>
                <a:gd name="connsiteX59" fmla="*/ 4614019 w 5774333"/>
                <a:gd name="connsiteY59" fmla="*/ 6006103 h 6315453"/>
                <a:gd name="connsiteX60" fmla="*/ 4305061 w 5774333"/>
                <a:gd name="connsiteY60" fmla="*/ 6144726 h 6315453"/>
                <a:gd name="connsiteX61" fmla="*/ 3632710 w 5774333"/>
                <a:gd name="connsiteY61" fmla="*/ 6304196 h 6315453"/>
                <a:gd name="connsiteX62" fmla="*/ 3459594 w 5774333"/>
                <a:gd name="connsiteY62" fmla="*/ 6314504 h 6315453"/>
                <a:gd name="connsiteX63" fmla="*/ 3416315 w 5774333"/>
                <a:gd name="connsiteY63" fmla="*/ 6315429 h 6315453"/>
                <a:gd name="connsiteX64" fmla="*/ 3373159 w 5774333"/>
                <a:gd name="connsiteY64" fmla="*/ 6315198 h 6315453"/>
                <a:gd name="connsiteX65" fmla="*/ 3330127 w 5774333"/>
                <a:gd name="connsiteY65" fmla="*/ 6314735 h 6315453"/>
                <a:gd name="connsiteX66" fmla="*/ 3288320 w 5774333"/>
                <a:gd name="connsiteY66" fmla="*/ 6313230 h 6315453"/>
                <a:gd name="connsiteX67" fmla="*/ 2954350 w 5774333"/>
                <a:gd name="connsiteY67" fmla="*/ 6288098 h 6315453"/>
                <a:gd name="connsiteX68" fmla="*/ 2622466 w 5774333"/>
                <a:gd name="connsiteY68" fmla="*/ 6232742 h 6315453"/>
                <a:gd name="connsiteX69" fmla="*/ 2296466 w 5774333"/>
                <a:gd name="connsiteY69" fmla="*/ 6146001 h 6315453"/>
                <a:gd name="connsiteX70" fmla="*/ 1672419 w 5774333"/>
                <a:gd name="connsiteY70" fmla="*/ 5885197 h 6315453"/>
                <a:gd name="connsiteX71" fmla="*/ 1146578 w 5774333"/>
                <a:gd name="connsiteY71" fmla="*/ 5479168 h 6315453"/>
                <a:gd name="connsiteX72" fmla="*/ 933372 w 5774333"/>
                <a:gd name="connsiteY72" fmla="*/ 5234810 h 6315453"/>
                <a:gd name="connsiteX73" fmla="*/ 747140 w 5774333"/>
                <a:gd name="connsiteY73" fmla="*/ 4976091 h 6315453"/>
                <a:gd name="connsiteX74" fmla="*/ 703616 w 5774333"/>
                <a:gd name="connsiteY74" fmla="*/ 4910196 h 6315453"/>
                <a:gd name="connsiteX75" fmla="*/ 662053 w 5774333"/>
                <a:gd name="connsiteY75" fmla="*/ 4846269 h 6315453"/>
                <a:gd name="connsiteX76" fmla="*/ 580033 w 5774333"/>
                <a:gd name="connsiteY76" fmla="*/ 4722352 h 6315453"/>
                <a:gd name="connsiteX77" fmla="*/ 410105 w 5774333"/>
                <a:gd name="connsiteY77" fmla="*/ 4469193 h 6315453"/>
                <a:gd name="connsiteX78" fmla="*/ 244224 w 5774333"/>
                <a:gd name="connsiteY78" fmla="*/ 4201556 h 6315453"/>
                <a:gd name="connsiteX79" fmla="*/ 169437 w 5774333"/>
                <a:gd name="connsiteY79" fmla="*/ 4059690 h 6315453"/>
                <a:gd name="connsiteX80" fmla="*/ 105929 w 5774333"/>
                <a:gd name="connsiteY80" fmla="*/ 3911221 h 6315453"/>
                <a:gd name="connsiteX81" fmla="*/ 57256 w 5774333"/>
                <a:gd name="connsiteY81" fmla="*/ 3757195 h 6315453"/>
                <a:gd name="connsiteX82" fmla="*/ 39111 w 5774333"/>
                <a:gd name="connsiteY82" fmla="*/ 3678677 h 6315453"/>
                <a:gd name="connsiteX83" fmla="*/ 31142 w 5774333"/>
                <a:gd name="connsiteY83" fmla="*/ 3639300 h 6315453"/>
                <a:gd name="connsiteX84" fmla="*/ 24521 w 5774333"/>
                <a:gd name="connsiteY84" fmla="*/ 3599809 h 6315453"/>
                <a:gd name="connsiteX85" fmla="*/ 0 w 5774333"/>
                <a:gd name="connsiteY85" fmla="*/ 3283418 h 6315453"/>
                <a:gd name="connsiteX86" fmla="*/ 68045 w 5774333"/>
                <a:gd name="connsiteY86" fmla="*/ 2666963 h 6315453"/>
                <a:gd name="connsiteX87" fmla="*/ 272546 w 5774333"/>
                <a:gd name="connsiteY87" fmla="*/ 2076334 h 6315453"/>
                <a:gd name="connsiteX88" fmla="*/ 1039300 w 5774333"/>
                <a:gd name="connsiteY88" fmla="*/ 1073307 h 6315453"/>
                <a:gd name="connsiteX89" fmla="*/ 1547733 w 5774333"/>
                <a:gd name="connsiteY89" fmla="*/ 680365 h 6315453"/>
                <a:gd name="connsiteX90" fmla="*/ 2115995 w 5774333"/>
                <a:gd name="connsiteY90" fmla="*/ 368373 h 6315453"/>
                <a:gd name="connsiteX91" fmla="*/ 3377451 w 5774333"/>
                <a:gd name="connsiteY91" fmla="*/ 24304 h 6315453"/>
                <a:gd name="connsiteX92" fmla="*/ 3707237 w 5774333"/>
                <a:gd name="connsiteY92" fmla="*/ 1489 h 631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74333" h="6315453">
                  <a:moveTo>
                    <a:pt x="3707237" y="1489"/>
                  </a:moveTo>
                  <a:cubicBezTo>
                    <a:pt x="3817502" y="-1522"/>
                    <a:pt x="3927875" y="41"/>
                    <a:pt x="4037665" y="6121"/>
                  </a:cubicBezTo>
                  <a:cubicBezTo>
                    <a:pt x="4257614" y="18745"/>
                    <a:pt x="4477439" y="49665"/>
                    <a:pt x="4692239" y="102128"/>
                  </a:cubicBezTo>
                  <a:cubicBezTo>
                    <a:pt x="4907039" y="154474"/>
                    <a:pt x="5116811" y="228592"/>
                    <a:pt x="5315059" y="324945"/>
                  </a:cubicBezTo>
                  <a:cubicBezTo>
                    <a:pt x="5463562" y="397211"/>
                    <a:pt x="5606133" y="481527"/>
                    <a:pt x="5738325" y="578286"/>
                  </a:cubicBezTo>
                  <a:lnTo>
                    <a:pt x="5774333" y="606551"/>
                  </a:lnTo>
                  <a:lnTo>
                    <a:pt x="5774333" y="975490"/>
                  </a:lnTo>
                  <a:lnTo>
                    <a:pt x="5676001" y="889749"/>
                  </a:lnTo>
                  <a:cubicBezTo>
                    <a:pt x="5522381" y="769886"/>
                    <a:pt x="5355519" y="665657"/>
                    <a:pt x="5177132" y="581926"/>
                  </a:cubicBezTo>
                  <a:cubicBezTo>
                    <a:pt x="4998867" y="497965"/>
                    <a:pt x="4810183" y="433574"/>
                    <a:pt x="4615735" y="388640"/>
                  </a:cubicBezTo>
                  <a:cubicBezTo>
                    <a:pt x="4421289" y="343591"/>
                    <a:pt x="4221446" y="317649"/>
                    <a:pt x="4020010" y="308500"/>
                  </a:cubicBezTo>
                  <a:cubicBezTo>
                    <a:pt x="3818207" y="298887"/>
                    <a:pt x="3616649" y="305257"/>
                    <a:pt x="3416315" y="328882"/>
                  </a:cubicBezTo>
                  <a:cubicBezTo>
                    <a:pt x="3216106" y="352623"/>
                    <a:pt x="3017736" y="392346"/>
                    <a:pt x="2823779" y="446545"/>
                  </a:cubicBezTo>
                  <a:cubicBezTo>
                    <a:pt x="2629699" y="500513"/>
                    <a:pt x="2440401" y="570345"/>
                    <a:pt x="2256987" y="651296"/>
                  </a:cubicBezTo>
                  <a:cubicBezTo>
                    <a:pt x="1889058" y="811461"/>
                    <a:pt x="1545527" y="1023856"/>
                    <a:pt x="1244169" y="1280374"/>
                  </a:cubicBezTo>
                  <a:cubicBezTo>
                    <a:pt x="1093982" y="1409039"/>
                    <a:pt x="954828" y="1549400"/>
                    <a:pt x="830141" y="1700184"/>
                  </a:cubicBezTo>
                  <a:cubicBezTo>
                    <a:pt x="705209" y="1850736"/>
                    <a:pt x="594989" y="2012176"/>
                    <a:pt x="502792" y="2182300"/>
                  </a:cubicBezTo>
                  <a:cubicBezTo>
                    <a:pt x="410595" y="2352308"/>
                    <a:pt x="333847" y="2530307"/>
                    <a:pt x="280637" y="2715256"/>
                  </a:cubicBezTo>
                  <a:cubicBezTo>
                    <a:pt x="227306" y="2899741"/>
                    <a:pt x="199719" y="3091521"/>
                    <a:pt x="199843" y="3283418"/>
                  </a:cubicBezTo>
                  <a:cubicBezTo>
                    <a:pt x="200946" y="3377687"/>
                    <a:pt x="210754" y="3471261"/>
                    <a:pt x="233926" y="3561593"/>
                  </a:cubicBezTo>
                  <a:cubicBezTo>
                    <a:pt x="256730" y="3652040"/>
                    <a:pt x="292162" y="3738550"/>
                    <a:pt x="334582" y="3821816"/>
                  </a:cubicBezTo>
                  <a:cubicBezTo>
                    <a:pt x="356038" y="3863392"/>
                    <a:pt x="379823" y="3904157"/>
                    <a:pt x="404834" y="3944343"/>
                  </a:cubicBezTo>
                  <a:cubicBezTo>
                    <a:pt x="430212" y="3984413"/>
                    <a:pt x="457308" y="4023905"/>
                    <a:pt x="485506" y="4062932"/>
                  </a:cubicBezTo>
                  <a:cubicBezTo>
                    <a:pt x="542639" y="4140757"/>
                    <a:pt x="606146" y="4216265"/>
                    <a:pt x="671861" y="4292120"/>
                  </a:cubicBezTo>
                  <a:cubicBezTo>
                    <a:pt x="737576" y="4368091"/>
                    <a:pt x="806234" y="4444062"/>
                    <a:pt x="873542" y="4523044"/>
                  </a:cubicBezTo>
                  <a:cubicBezTo>
                    <a:pt x="907258" y="4562419"/>
                    <a:pt x="940606" y="4602721"/>
                    <a:pt x="973831" y="4643601"/>
                  </a:cubicBezTo>
                  <a:lnTo>
                    <a:pt x="1022014" y="4702780"/>
                  </a:lnTo>
                  <a:cubicBezTo>
                    <a:pt x="1037829" y="4721658"/>
                    <a:pt x="1052910" y="4740998"/>
                    <a:pt x="1069215" y="4759411"/>
                  </a:cubicBezTo>
                  <a:cubicBezTo>
                    <a:pt x="1196477" y="4909269"/>
                    <a:pt x="1334527" y="5047199"/>
                    <a:pt x="1474784" y="5177948"/>
                  </a:cubicBezTo>
                  <a:cubicBezTo>
                    <a:pt x="1545281" y="5243033"/>
                    <a:pt x="1617003" y="5305917"/>
                    <a:pt x="1690442" y="5366255"/>
                  </a:cubicBezTo>
                  <a:cubicBezTo>
                    <a:pt x="1763881" y="5426591"/>
                    <a:pt x="1838668" y="5484959"/>
                    <a:pt x="1916276" y="5539852"/>
                  </a:cubicBezTo>
                  <a:cubicBezTo>
                    <a:pt x="2070877" y="5649872"/>
                    <a:pt x="2237617" y="5748194"/>
                    <a:pt x="2420784" y="5814437"/>
                  </a:cubicBezTo>
                  <a:cubicBezTo>
                    <a:pt x="2512124" y="5847559"/>
                    <a:pt x="2606773" y="5872921"/>
                    <a:pt x="2703015" y="5892029"/>
                  </a:cubicBezTo>
                  <a:cubicBezTo>
                    <a:pt x="2727168" y="5896546"/>
                    <a:pt x="2751075" y="5901758"/>
                    <a:pt x="2775350" y="5905695"/>
                  </a:cubicBezTo>
                  <a:lnTo>
                    <a:pt x="2848299" y="5917161"/>
                  </a:lnTo>
                  <a:cubicBezTo>
                    <a:pt x="2897218" y="5923298"/>
                    <a:pt x="2946136" y="5929784"/>
                    <a:pt x="2995544" y="5933605"/>
                  </a:cubicBezTo>
                  <a:cubicBezTo>
                    <a:pt x="3020188" y="5935806"/>
                    <a:pt x="3044831" y="5937891"/>
                    <a:pt x="3069596" y="5938933"/>
                  </a:cubicBezTo>
                  <a:cubicBezTo>
                    <a:pt x="3094362" y="5940090"/>
                    <a:pt x="3119005" y="5941943"/>
                    <a:pt x="3143894" y="5942639"/>
                  </a:cubicBezTo>
                  <a:lnTo>
                    <a:pt x="3218436" y="5944260"/>
                  </a:lnTo>
                  <a:cubicBezTo>
                    <a:pt x="3243201" y="5944838"/>
                    <a:pt x="3268212" y="5944029"/>
                    <a:pt x="3293101" y="5943913"/>
                  </a:cubicBezTo>
                  <a:lnTo>
                    <a:pt x="3330494" y="5943565"/>
                  </a:lnTo>
                  <a:cubicBezTo>
                    <a:pt x="3342632" y="5943218"/>
                    <a:pt x="3354524" y="5942523"/>
                    <a:pt x="3366540" y="5942059"/>
                  </a:cubicBezTo>
                  <a:cubicBezTo>
                    <a:pt x="3378554" y="5941480"/>
                    <a:pt x="3390570" y="5941134"/>
                    <a:pt x="3402462" y="5940323"/>
                  </a:cubicBezTo>
                  <a:lnTo>
                    <a:pt x="3438262" y="5937543"/>
                  </a:lnTo>
                  <a:cubicBezTo>
                    <a:pt x="3485954" y="5933953"/>
                    <a:pt x="3533279" y="5927931"/>
                    <a:pt x="3580236" y="5920982"/>
                  </a:cubicBezTo>
                  <a:cubicBezTo>
                    <a:pt x="3768185" y="5891567"/>
                    <a:pt x="3948901" y="5834010"/>
                    <a:pt x="4121034" y="5753290"/>
                  </a:cubicBezTo>
                  <a:cubicBezTo>
                    <a:pt x="4293782" y="5673497"/>
                    <a:pt x="4458191" y="5571353"/>
                    <a:pt x="4620639" y="5459364"/>
                  </a:cubicBezTo>
                  <a:cubicBezTo>
                    <a:pt x="4661221" y="5431455"/>
                    <a:pt x="4701557" y="5402271"/>
                    <a:pt x="4741771" y="5372971"/>
                  </a:cubicBezTo>
                  <a:cubicBezTo>
                    <a:pt x="4782230" y="5343672"/>
                    <a:pt x="4822566" y="5313908"/>
                    <a:pt x="4862901" y="5283682"/>
                  </a:cubicBezTo>
                  <a:lnTo>
                    <a:pt x="5108229" y="5098386"/>
                  </a:lnTo>
                  <a:cubicBezTo>
                    <a:pt x="5276563" y="4972270"/>
                    <a:pt x="5446489" y="4854838"/>
                    <a:pt x="5612493" y="4739724"/>
                  </a:cubicBezTo>
                  <a:lnTo>
                    <a:pt x="5774333" y="4623488"/>
                  </a:lnTo>
                  <a:lnTo>
                    <a:pt x="5774333" y="5232926"/>
                  </a:lnTo>
                  <a:lnTo>
                    <a:pt x="5676492" y="5306859"/>
                  </a:lnTo>
                  <a:cubicBezTo>
                    <a:pt x="5592693" y="5367905"/>
                    <a:pt x="5508955" y="5427286"/>
                    <a:pt x="5426260" y="5486233"/>
                  </a:cubicBezTo>
                  <a:lnTo>
                    <a:pt x="5300225" y="5576217"/>
                  </a:lnTo>
                  <a:cubicBezTo>
                    <a:pt x="5257559" y="5606443"/>
                    <a:pt x="5214525" y="5636901"/>
                    <a:pt x="5170757" y="5666780"/>
                  </a:cubicBezTo>
                  <a:cubicBezTo>
                    <a:pt x="5127110" y="5696775"/>
                    <a:pt x="5082973" y="5726654"/>
                    <a:pt x="5038100" y="5756185"/>
                  </a:cubicBezTo>
                  <a:cubicBezTo>
                    <a:pt x="4993106" y="5785486"/>
                    <a:pt x="4947743" y="5814553"/>
                    <a:pt x="4901276" y="5843043"/>
                  </a:cubicBezTo>
                  <a:cubicBezTo>
                    <a:pt x="4808835" y="5900136"/>
                    <a:pt x="4713449" y="5955494"/>
                    <a:pt x="4614019" y="6006103"/>
                  </a:cubicBezTo>
                  <a:cubicBezTo>
                    <a:pt x="4514711" y="6056943"/>
                    <a:pt x="4411971" y="6104192"/>
                    <a:pt x="4305061" y="6144726"/>
                  </a:cubicBezTo>
                  <a:cubicBezTo>
                    <a:pt x="4092223" y="6226952"/>
                    <a:pt x="3863569" y="6282424"/>
                    <a:pt x="3632710" y="6304196"/>
                  </a:cubicBezTo>
                  <a:cubicBezTo>
                    <a:pt x="3574964" y="6309408"/>
                    <a:pt x="3517218" y="6313345"/>
                    <a:pt x="3459594" y="6314504"/>
                  </a:cubicBezTo>
                  <a:lnTo>
                    <a:pt x="3416315" y="6315429"/>
                  </a:lnTo>
                  <a:cubicBezTo>
                    <a:pt x="3401971" y="6315546"/>
                    <a:pt x="3387505" y="6315198"/>
                    <a:pt x="3373159" y="6315198"/>
                  </a:cubicBezTo>
                  <a:lnTo>
                    <a:pt x="3330127" y="6314735"/>
                  </a:lnTo>
                  <a:lnTo>
                    <a:pt x="3288320" y="6313230"/>
                  </a:lnTo>
                  <a:cubicBezTo>
                    <a:pt x="3176996" y="6309870"/>
                    <a:pt x="3065428" y="6301533"/>
                    <a:pt x="2954350" y="6288098"/>
                  </a:cubicBezTo>
                  <a:cubicBezTo>
                    <a:pt x="2843150" y="6275360"/>
                    <a:pt x="2732194" y="6257061"/>
                    <a:pt x="2622466" y="6232742"/>
                  </a:cubicBezTo>
                  <a:cubicBezTo>
                    <a:pt x="2512859" y="6208190"/>
                    <a:pt x="2404110" y="6179122"/>
                    <a:pt x="2296466" y="6146001"/>
                  </a:cubicBezTo>
                  <a:cubicBezTo>
                    <a:pt x="2081544" y="6079179"/>
                    <a:pt x="1869073" y="5996027"/>
                    <a:pt x="1672419" y="5885197"/>
                  </a:cubicBezTo>
                  <a:cubicBezTo>
                    <a:pt x="1475643" y="5774599"/>
                    <a:pt x="1299954" y="5634353"/>
                    <a:pt x="1146578" y="5479168"/>
                  </a:cubicBezTo>
                  <a:cubicBezTo>
                    <a:pt x="1069461" y="5401692"/>
                    <a:pt x="999333" y="5319235"/>
                    <a:pt x="933372" y="5234810"/>
                  </a:cubicBezTo>
                  <a:cubicBezTo>
                    <a:pt x="867781" y="5150038"/>
                    <a:pt x="805375" y="5063991"/>
                    <a:pt x="747140" y="4976091"/>
                  </a:cubicBezTo>
                  <a:cubicBezTo>
                    <a:pt x="732182" y="4954319"/>
                    <a:pt x="718082" y="4932199"/>
                    <a:pt x="703616" y="4910196"/>
                  </a:cubicBezTo>
                  <a:lnTo>
                    <a:pt x="662053" y="4846269"/>
                  </a:lnTo>
                  <a:cubicBezTo>
                    <a:pt x="635449" y="4804925"/>
                    <a:pt x="607864" y="4763928"/>
                    <a:pt x="580033" y="4722352"/>
                  </a:cubicBezTo>
                  <a:lnTo>
                    <a:pt x="410105" y="4469193"/>
                  </a:lnTo>
                  <a:cubicBezTo>
                    <a:pt x="353095" y="4382915"/>
                    <a:pt x="296820" y="4294089"/>
                    <a:pt x="244224" y="4201556"/>
                  </a:cubicBezTo>
                  <a:cubicBezTo>
                    <a:pt x="217987" y="4155232"/>
                    <a:pt x="192609" y="4108098"/>
                    <a:pt x="169437" y="4059690"/>
                  </a:cubicBezTo>
                  <a:cubicBezTo>
                    <a:pt x="146388" y="4011165"/>
                    <a:pt x="124932" y="3961715"/>
                    <a:pt x="105929" y="3911221"/>
                  </a:cubicBezTo>
                  <a:cubicBezTo>
                    <a:pt x="87293" y="3860613"/>
                    <a:pt x="70742" y="3809309"/>
                    <a:pt x="57256" y="3757195"/>
                  </a:cubicBezTo>
                  <a:cubicBezTo>
                    <a:pt x="50881" y="3731138"/>
                    <a:pt x="44383" y="3704965"/>
                    <a:pt x="39111" y="3678677"/>
                  </a:cubicBezTo>
                  <a:lnTo>
                    <a:pt x="31142" y="3639300"/>
                  </a:lnTo>
                  <a:lnTo>
                    <a:pt x="24521" y="3599809"/>
                  </a:lnTo>
                  <a:cubicBezTo>
                    <a:pt x="7234" y="3494423"/>
                    <a:pt x="0" y="3388457"/>
                    <a:pt x="0" y="3283418"/>
                  </a:cubicBezTo>
                  <a:cubicBezTo>
                    <a:pt x="491" y="3076698"/>
                    <a:pt x="23418" y="2869978"/>
                    <a:pt x="68045" y="2666963"/>
                  </a:cubicBezTo>
                  <a:cubicBezTo>
                    <a:pt x="112550" y="2464064"/>
                    <a:pt x="180717" y="2265104"/>
                    <a:pt x="272546" y="2076334"/>
                  </a:cubicBezTo>
                  <a:cubicBezTo>
                    <a:pt x="457062" y="1698794"/>
                    <a:pt x="724457" y="1360978"/>
                    <a:pt x="1039300" y="1073307"/>
                  </a:cubicBezTo>
                  <a:cubicBezTo>
                    <a:pt x="1197090" y="929472"/>
                    <a:pt x="1367630" y="798259"/>
                    <a:pt x="1547733" y="680365"/>
                  </a:cubicBezTo>
                  <a:cubicBezTo>
                    <a:pt x="1728081" y="562587"/>
                    <a:pt x="1917870" y="457663"/>
                    <a:pt x="2115995" y="368373"/>
                  </a:cubicBezTo>
                  <a:cubicBezTo>
                    <a:pt x="2512737" y="191070"/>
                    <a:pt x="2939883" y="73870"/>
                    <a:pt x="3377451" y="24304"/>
                  </a:cubicBezTo>
                  <a:cubicBezTo>
                    <a:pt x="3486812" y="12086"/>
                    <a:pt x="3596971" y="4500"/>
                    <a:pt x="3707237" y="148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C18CE1F-9DF1-47AF-9E66-6CE348AC23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464911 h 6229400"/>
                <a:gd name="connsiteX4" fmla="*/ 5660063 w 5769111"/>
                <a:gd name="connsiteY4" fmla="*/ 1328105 h 6229400"/>
                <a:gd name="connsiteX5" fmla="*/ 4910471 w 5769111"/>
                <a:gd name="connsiteY5" fmla="*/ 781599 h 6229400"/>
                <a:gd name="connsiteX6" fmla="*/ 3882695 w 5769111"/>
                <a:gd name="connsiteY6" fmla="*/ 579048 h 6229400"/>
                <a:gd name="connsiteX7" fmla="*/ 2683153 w 5769111"/>
                <a:gd name="connsiteY7" fmla="*/ 797003 h 6229400"/>
                <a:gd name="connsiteX8" fmla="*/ 1617493 w 5769111"/>
                <a:gd name="connsiteY8" fmla="*/ 1395738 h 6229400"/>
                <a:gd name="connsiteX9" fmla="*/ 880408 w 5769111"/>
                <a:gd name="connsiteY9" fmla="*/ 2259099 h 6229400"/>
                <a:gd name="connsiteX10" fmla="*/ 613135 w 5769111"/>
                <a:gd name="connsiteY10" fmla="*/ 3263863 h 6229400"/>
                <a:gd name="connsiteX11" fmla="*/ 1055484 w 5769111"/>
                <a:gd name="connsiteY11" fmla="*/ 4196825 h 6229400"/>
                <a:gd name="connsiteX12" fmla="*/ 1278376 w 5769111"/>
                <a:gd name="connsiteY12" fmla="*/ 4492950 h 6229400"/>
                <a:gd name="connsiteX13" fmla="*/ 3369851 w 5769111"/>
                <a:gd name="connsiteY13" fmla="*/ 5650468 h 6229400"/>
                <a:gd name="connsiteX14" fmla="*/ 4957551 w 5769111"/>
                <a:gd name="connsiteY14" fmla="*/ 4938355 h 6229400"/>
                <a:gd name="connsiteX15" fmla="*/ 5150773 w 5769111"/>
                <a:gd name="connsiteY15" fmla="*/ 4796950 h 6229400"/>
                <a:gd name="connsiteX16" fmla="*/ 5747247 w 5769111"/>
                <a:gd name="connsiteY16" fmla="*/ 4338176 h 6229400"/>
                <a:gd name="connsiteX17" fmla="*/ 5769111 w 5769111"/>
                <a:gd name="connsiteY17" fmla="*/ 4318497 h 6229400"/>
                <a:gd name="connsiteX18" fmla="*/ 5769111 w 5769111"/>
                <a:gd name="connsiteY18" fmla="*/ 5074612 h 6229400"/>
                <a:gd name="connsiteX19" fmla="*/ 5636252 w 5769111"/>
                <a:gd name="connsiteY19" fmla="*/ 5174208 h 6229400"/>
                <a:gd name="connsiteX20" fmla="*/ 5334922 w 5769111"/>
                <a:gd name="connsiteY20" fmla="*/ 5394528 h 6229400"/>
                <a:gd name="connsiteX21" fmla="*/ 3369727 w 5769111"/>
                <a:gd name="connsiteY21" fmla="*/ 6229400 h 6229400"/>
                <a:gd name="connsiteX22" fmla="*/ 771046 w 5769111"/>
                <a:gd name="connsiteY22" fmla="*/ 4817913 h 6229400"/>
                <a:gd name="connsiteX23" fmla="*/ 0 w 5769111"/>
                <a:gd name="connsiteY23" fmla="*/ 3263748 h 6229400"/>
                <a:gd name="connsiteX24" fmla="*/ 3882695 w 5769111"/>
                <a:gd name="connsiteY24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464911"/>
                  </a:lnTo>
                  <a:lnTo>
                    <a:pt x="5660063" y="1328105"/>
                  </a:lnTo>
                  <a:cubicBezTo>
                    <a:pt x="5449800" y="1091506"/>
                    <a:pt x="5197607" y="907600"/>
                    <a:pt x="4910471" y="781599"/>
                  </a:cubicBezTo>
                  <a:cubicBezTo>
                    <a:pt x="4604088" y="647260"/>
                    <a:pt x="4258349" y="579048"/>
                    <a:pt x="3882695" y="579048"/>
                  </a:cubicBezTo>
                  <a:cubicBezTo>
                    <a:pt x="3484238" y="579048"/>
                    <a:pt x="3080631" y="652240"/>
                    <a:pt x="2683153" y="797003"/>
                  </a:cubicBezTo>
                  <a:cubicBezTo>
                    <a:pt x="2296098" y="937595"/>
                    <a:pt x="1927678" y="1144662"/>
                    <a:pt x="1617493" y="1395738"/>
                  </a:cubicBezTo>
                  <a:cubicBezTo>
                    <a:pt x="1301915" y="1651098"/>
                    <a:pt x="1053890" y="1941665"/>
                    <a:pt x="880408" y="2259099"/>
                  </a:cubicBezTo>
                  <a:cubicBezTo>
                    <a:pt x="703125" y="2583597"/>
                    <a:pt x="613135" y="2921645"/>
                    <a:pt x="613135" y="3263863"/>
                  </a:cubicBezTo>
                  <a:cubicBezTo>
                    <a:pt x="613135" y="3608512"/>
                    <a:pt x="756702" y="3809789"/>
                    <a:pt x="1055484" y="4196825"/>
                  </a:cubicBezTo>
                  <a:cubicBezTo>
                    <a:pt x="1127574" y="4290167"/>
                    <a:pt x="1202116" y="4386753"/>
                    <a:pt x="1278376" y="4492950"/>
                  </a:cubicBezTo>
                  <a:cubicBezTo>
                    <a:pt x="1861105" y="5304313"/>
                    <a:pt x="2486623" y="5650468"/>
                    <a:pt x="3369851" y="5650468"/>
                  </a:cubicBezTo>
                  <a:cubicBezTo>
                    <a:pt x="3949515" y="5650468"/>
                    <a:pt x="4374822" y="5368471"/>
                    <a:pt x="4957551" y="4938355"/>
                  </a:cubicBezTo>
                  <a:cubicBezTo>
                    <a:pt x="5022653" y="4890293"/>
                    <a:pt x="5087755" y="4842811"/>
                    <a:pt x="5150773" y="4796950"/>
                  </a:cubicBezTo>
                  <a:cubicBezTo>
                    <a:pt x="5364254" y="4641404"/>
                    <a:pt x="5570313" y="4491241"/>
                    <a:pt x="5747247" y="4338176"/>
                  </a:cubicBezTo>
                  <a:lnTo>
                    <a:pt x="5769111" y="4318497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D26A8C-8D1D-41E6-A71E-FE9AC75F3F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675390 h 6229400"/>
                <a:gd name="connsiteX4" fmla="*/ 5711488 w 5769111"/>
                <a:gd name="connsiteY4" fmla="*/ 1585205 h 6229400"/>
                <a:gd name="connsiteX5" fmla="*/ 5566027 w 5769111"/>
                <a:gd name="connsiteY5" fmla="*/ 1402571 h 6229400"/>
                <a:gd name="connsiteX6" fmla="*/ 4858734 w 5769111"/>
                <a:gd name="connsiteY6" fmla="*/ 886639 h 6229400"/>
                <a:gd name="connsiteX7" fmla="*/ 3882695 w 5769111"/>
                <a:gd name="connsiteY7" fmla="*/ 694858 h 6229400"/>
                <a:gd name="connsiteX8" fmla="*/ 2727046 w 5769111"/>
                <a:gd name="connsiteY8" fmla="*/ 905053 h 6229400"/>
                <a:gd name="connsiteX9" fmla="*/ 1697186 w 5769111"/>
                <a:gd name="connsiteY9" fmla="*/ 1483638 h 6229400"/>
                <a:gd name="connsiteX10" fmla="*/ 989279 w 5769111"/>
                <a:gd name="connsiteY10" fmla="*/ 2312139 h 6229400"/>
                <a:gd name="connsiteX11" fmla="*/ 735615 w 5769111"/>
                <a:gd name="connsiteY11" fmla="*/ 3263863 h 6229400"/>
                <a:gd name="connsiteX12" fmla="*/ 1154424 w 5769111"/>
                <a:gd name="connsiteY12" fmla="*/ 4128614 h 6229400"/>
                <a:gd name="connsiteX13" fmla="*/ 1379768 w 5769111"/>
                <a:gd name="connsiteY13" fmla="*/ 4427981 h 6229400"/>
                <a:gd name="connsiteX14" fmla="*/ 2239456 w 5769111"/>
                <a:gd name="connsiteY14" fmla="*/ 5256947 h 6229400"/>
                <a:gd name="connsiteX15" fmla="*/ 3369727 w 5769111"/>
                <a:gd name="connsiteY15" fmla="*/ 5534658 h 6229400"/>
                <a:gd name="connsiteX16" fmla="*/ 4096760 w 5769111"/>
                <a:gd name="connsiteY16" fmla="*/ 5357817 h 6229400"/>
                <a:gd name="connsiteX17" fmla="*/ 4881905 w 5769111"/>
                <a:gd name="connsiteY17" fmla="*/ 4847212 h 6229400"/>
                <a:gd name="connsiteX18" fmla="*/ 5075739 w 5769111"/>
                <a:gd name="connsiteY18" fmla="*/ 4705346 h 6229400"/>
                <a:gd name="connsiteX19" fmla="*/ 5759930 w 5769111"/>
                <a:gd name="connsiteY19" fmla="*/ 4166809 h 6229400"/>
                <a:gd name="connsiteX20" fmla="*/ 5769111 w 5769111"/>
                <a:gd name="connsiteY20" fmla="*/ 4157764 h 6229400"/>
                <a:gd name="connsiteX21" fmla="*/ 5769111 w 5769111"/>
                <a:gd name="connsiteY21" fmla="*/ 5074612 h 6229400"/>
                <a:gd name="connsiteX22" fmla="*/ 5636252 w 5769111"/>
                <a:gd name="connsiteY22" fmla="*/ 5174208 h 6229400"/>
                <a:gd name="connsiteX23" fmla="*/ 5334922 w 5769111"/>
                <a:gd name="connsiteY23" fmla="*/ 5394528 h 6229400"/>
                <a:gd name="connsiteX24" fmla="*/ 3369727 w 5769111"/>
                <a:gd name="connsiteY24" fmla="*/ 6229400 h 6229400"/>
                <a:gd name="connsiteX25" fmla="*/ 771046 w 5769111"/>
                <a:gd name="connsiteY25" fmla="*/ 4817913 h 6229400"/>
                <a:gd name="connsiteX26" fmla="*/ 0 w 5769111"/>
                <a:gd name="connsiteY26" fmla="*/ 3263748 h 6229400"/>
                <a:gd name="connsiteX27" fmla="*/ 3882695 w 5769111"/>
                <a:gd name="connsiteY27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675390"/>
                  </a:lnTo>
                  <a:lnTo>
                    <a:pt x="5711488" y="1585205"/>
                  </a:lnTo>
                  <a:cubicBezTo>
                    <a:pt x="5665942" y="1521390"/>
                    <a:pt x="5617428" y="1460432"/>
                    <a:pt x="5566027" y="1402571"/>
                  </a:cubicBezTo>
                  <a:cubicBezTo>
                    <a:pt x="5367411" y="1179058"/>
                    <a:pt x="5129563" y="1005460"/>
                    <a:pt x="4858734" y="886639"/>
                  </a:cubicBezTo>
                  <a:cubicBezTo>
                    <a:pt x="4568779" y="759363"/>
                    <a:pt x="4240327" y="694858"/>
                    <a:pt x="3882695" y="694858"/>
                  </a:cubicBezTo>
                  <a:cubicBezTo>
                    <a:pt x="3504835" y="694858"/>
                    <a:pt x="3105151" y="767471"/>
                    <a:pt x="2727046" y="905053"/>
                  </a:cubicBezTo>
                  <a:cubicBezTo>
                    <a:pt x="2352985" y="1041013"/>
                    <a:pt x="1996826" y="1241132"/>
                    <a:pt x="1697186" y="1483638"/>
                  </a:cubicBezTo>
                  <a:cubicBezTo>
                    <a:pt x="1397913" y="1725796"/>
                    <a:pt x="1153199" y="2012308"/>
                    <a:pt x="989279" y="2312139"/>
                  </a:cubicBezTo>
                  <a:cubicBezTo>
                    <a:pt x="820946" y="2620077"/>
                    <a:pt x="735615" y="2940290"/>
                    <a:pt x="735615" y="3263863"/>
                  </a:cubicBezTo>
                  <a:cubicBezTo>
                    <a:pt x="735615" y="3573074"/>
                    <a:pt x="863980" y="3752464"/>
                    <a:pt x="1154424" y="4128614"/>
                  </a:cubicBezTo>
                  <a:cubicBezTo>
                    <a:pt x="1227127" y="4222767"/>
                    <a:pt x="1302282" y="4320162"/>
                    <a:pt x="1379768" y="4427981"/>
                  </a:cubicBezTo>
                  <a:cubicBezTo>
                    <a:pt x="1653784" y="4809458"/>
                    <a:pt x="1934912" y="5080685"/>
                    <a:pt x="2239456" y="5256947"/>
                  </a:cubicBezTo>
                  <a:cubicBezTo>
                    <a:pt x="2562268" y="5443863"/>
                    <a:pt x="2932037" y="5534658"/>
                    <a:pt x="3369727" y="5534658"/>
                  </a:cubicBezTo>
                  <a:cubicBezTo>
                    <a:pt x="3618120" y="5534658"/>
                    <a:pt x="3849103" y="5478491"/>
                    <a:pt x="4096760" y="5357817"/>
                  </a:cubicBezTo>
                  <a:cubicBezTo>
                    <a:pt x="4351037" y="5233901"/>
                    <a:pt x="4602740" y="5053238"/>
                    <a:pt x="4881905" y="4847212"/>
                  </a:cubicBezTo>
                  <a:cubicBezTo>
                    <a:pt x="4947375" y="4798920"/>
                    <a:pt x="5012599" y="4751322"/>
                    <a:pt x="5075739" y="4705346"/>
                  </a:cubicBezTo>
                  <a:cubicBezTo>
                    <a:pt x="5327320" y="4521990"/>
                    <a:pt x="5568418" y="4346256"/>
                    <a:pt x="5759930" y="4166809"/>
                  </a:cubicBezTo>
                  <a:lnTo>
                    <a:pt x="5769111" y="4157764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Graphic 6" descr="Fingerprint">
            <a:extLst>
              <a:ext uri="{FF2B5EF4-FFF2-40B4-BE49-F238E27FC236}">
                <a16:creationId xmlns:a16="http://schemas.microsoft.com/office/drawing/2014/main" id="{B87831B3-7F65-C16D-A5D0-4D8B842F480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8121726" y="1629089"/>
            <a:ext cx="3620021" cy="36200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24730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E7C1DAA-7A1D-10A3-C798-5F962A8161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AC5EB235-AFB2-DD24-00C0-4EB68A30D3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A2C679-45D5-434F-E286-E588E3F197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3CFC60D-0377-E6EA-C270-5BB137CCAF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CE84BF9-BEAC-4B22-C4F2-CE96070627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5210779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D371420-BBB7-3DE7-56BC-90C9CA59E9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901FAF30-24DD-88FD-2802-CF60231A54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3CD427F-8BD6-6248-B90E-9836318C6F4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347059-6AE3-52E8-CC2A-FDADCF7EAA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9B4FF219-0F5B-C4C1-8E2E-1B9F4BCD44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038486B-4715-B057-D4AF-DFADD1C0404F}"/>
              </a:ext>
            </a:extLst>
          </p:cNvPr>
          <p:cNvSpPr/>
          <p:nvPr/>
        </p:nvSpPr>
        <p:spPr>
          <a:xfrm>
            <a:off x="3814056" y="2070863"/>
            <a:ext cx="3818021" cy="466277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The Walking Dead of AD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9D39067-1D2D-2381-0F25-DD082027DA4B}"/>
              </a:ext>
            </a:extLst>
          </p:cNvPr>
          <p:cNvSpPr/>
          <p:nvPr/>
        </p:nvSpPr>
        <p:spPr>
          <a:xfrm>
            <a:off x="4507878" y="3513997"/>
            <a:ext cx="2430379" cy="549442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Disabled AD Objects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9C612A14-80B5-6911-22D8-B3D512F994AF}"/>
              </a:ext>
            </a:extLst>
          </p:cNvPr>
          <p:cNvCxnSpPr>
            <a:cxnSpLocks/>
            <a:endCxn id="7" idx="0"/>
          </p:cNvCxnSpPr>
          <p:nvPr/>
        </p:nvCxnSpPr>
        <p:spPr>
          <a:xfrm>
            <a:off x="5723067" y="2561268"/>
            <a:ext cx="1" cy="9527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765FA3CF-4685-B779-2702-A24037DD7A55}"/>
              </a:ext>
            </a:extLst>
          </p:cNvPr>
          <p:cNvSpPr/>
          <p:nvPr/>
        </p:nvSpPr>
        <p:spPr>
          <a:xfrm>
            <a:off x="3551679" y="4998587"/>
            <a:ext cx="1957137" cy="4812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Lateral Movement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A2201C6-980F-9244-F234-B690A8280683}"/>
              </a:ext>
            </a:extLst>
          </p:cNvPr>
          <p:cNvSpPr/>
          <p:nvPr/>
        </p:nvSpPr>
        <p:spPr>
          <a:xfrm>
            <a:off x="6096000" y="4998587"/>
            <a:ext cx="1957137" cy="466277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Priv Esc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54B9E1BB-0D98-D361-D45E-DC13257FDD32}"/>
              </a:ext>
            </a:extLst>
          </p:cNvPr>
          <p:cNvCxnSpPr>
            <a:cxnSpLocks/>
          </p:cNvCxnSpPr>
          <p:nvPr/>
        </p:nvCxnSpPr>
        <p:spPr>
          <a:xfrm>
            <a:off x="4522361" y="4063440"/>
            <a:ext cx="1" cy="9527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48665AC1-8E89-0713-CF03-D2515D14D434}"/>
              </a:ext>
            </a:extLst>
          </p:cNvPr>
          <p:cNvCxnSpPr>
            <a:cxnSpLocks/>
          </p:cNvCxnSpPr>
          <p:nvPr/>
        </p:nvCxnSpPr>
        <p:spPr>
          <a:xfrm>
            <a:off x="6938257" y="4032113"/>
            <a:ext cx="0" cy="96647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6157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 animBg="1"/>
      <p:bldP spid="10" grpId="0" animBg="1"/>
      <p:bldP spid="1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111D7E-704C-CD42-BED1-40ED4AC9B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7273F651-5B14-7F4C-BCF9-D85CBE506D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ADA5A6E3-6789-9D2A-793E-D509CF1B38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2D12DB6-F89B-4EC2-30DB-96C978AC09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8DA698E4-2299-BC10-D5D6-99587AFDFE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Content Placeholder 5">
            <a:extLst>
              <a:ext uri="{FF2B5EF4-FFF2-40B4-BE49-F238E27FC236}">
                <a16:creationId xmlns:a16="http://schemas.microsoft.com/office/drawing/2014/main" id="{17D3AF84-89A5-BC6F-B89A-C1BEE5F68F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982" b="24091"/>
          <a:stretch>
            <a:fillRect/>
          </a:stretch>
        </p:blipFill>
        <p:spPr>
          <a:xfrm>
            <a:off x="809723" y="1871319"/>
            <a:ext cx="2484581" cy="46219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76101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03AC49E-2D98-D1F9-F4FB-954CD1D94E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E914257E-1E2A-4AC7-89EC-1FB65C9C0A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3E1C8F1-97F5-489C-8308-958F096572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67E9C6-4248-7E3F-CFD6-B3FFB16DD1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DEB62645-D4DA-4E99-8344-B1536F63D1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Content Placeholder 5">
            <a:extLst>
              <a:ext uri="{FF2B5EF4-FFF2-40B4-BE49-F238E27FC236}">
                <a16:creationId xmlns:a16="http://schemas.microsoft.com/office/drawing/2014/main" id="{08E20240-7099-FD14-0B04-E6440294FC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982" b="24091"/>
          <a:stretch>
            <a:fillRect/>
          </a:stretch>
        </p:blipFill>
        <p:spPr>
          <a:xfrm>
            <a:off x="809723" y="1871319"/>
            <a:ext cx="2484581" cy="4621992"/>
          </a:xfrm>
          <a:prstGeom prst="rect">
            <a:avLst/>
          </a:prstGeom>
        </p:spPr>
      </p:pic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7A072829-A54A-0A76-C26B-9427D98CF6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6567" b="12126"/>
          <a:stretch>
            <a:fillRect/>
          </a:stretch>
        </p:blipFill>
        <p:spPr>
          <a:xfrm>
            <a:off x="4359265" y="2016218"/>
            <a:ext cx="7197267" cy="433219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95A1315A-89BE-CA77-67A6-A1290CAFDFB7}"/>
              </a:ext>
            </a:extLst>
          </p:cNvPr>
          <p:cNvSpPr txBox="1"/>
          <p:nvPr/>
        </p:nvSpPr>
        <p:spPr>
          <a:xfrm rot="18779090">
            <a:off x="6246096" y="3446060"/>
            <a:ext cx="381881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No Direct Path</a:t>
            </a:r>
          </a:p>
        </p:txBody>
      </p:sp>
    </p:spTree>
    <p:extLst>
      <p:ext uri="{BB962C8B-B14F-4D97-AF65-F5344CB8AC3E}">
        <p14:creationId xmlns:p14="http://schemas.microsoft.com/office/powerpoint/2010/main" val="181381502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A822587-5A1A-13B2-A808-BDB494F687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357BE53F-3B55-DB07-311B-F40F4EF67B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0C0D3A5-9387-E06E-DFE5-33943CE241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E11BD36-8025-C10D-6497-F636A1EA60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DA37E84-A787-76F7-4263-A881EA8C03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77621" y="2072640"/>
            <a:ext cx="9224882" cy="4128135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DA029AD-0A58-3B37-D64D-A5D1361C6E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652962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1D85694-A237-35CD-3A3A-60AFE6B580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3837D4F8-8D20-FCB0-8D88-A75E640859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6EDE6AF-5922-EF24-3897-C97D4B6A79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1D3622F-FFBB-2B7F-3EA2-86F235B646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ED985869-DD37-03F5-F8A4-C0F7FB206D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Content Placeholder 4">
            <a:extLst>
              <a:ext uri="{FF2B5EF4-FFF2-40B4-BE49-F238E27FC236}">
                <a16:creationId xmlns:a16="http://schemas.microsoft.com/office/drawing/2014/main" id="{0FD88205-D49A-BA8F-1A96-8985FFF242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1556"/>
          <a:stretch>
            <a:fillRect/>
          </a:stretch>
        </p:blipFill>
        <p:spPr>
          <a:xfrm>
            <a:off x="1754170" y="1875131"/>
            <a:ext cx="8511619" cy="4315262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FA114E1-E78E-54A6-B2A9-AF29E5770A45}"/>
              </a:ext>
            </a:extLst>
          </p:cNvPr>
          <p:cNvCxnSpPr>
            <a:cxnSpLocks/>
          </p:cNvCxnSpPr>
          <p:nvPr/>
        </p:nvCxnSpPr>
        <p:spPr>
          <a:xfrm flipV="1">
            <a:off x="2564091" y="3355942"/>
            <a:ext cx="1269000" cy="1451728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F000BE-BE70-1897-A783-2E25C09B04C8}"/>
              </a:ext>
            </a:extLst>
          </p:cNvPr>
          <p:cNvCxnSpPr>
            <a:cxnSpLocks/>
          </p:cNvCxnSpPr>
          <p:nvPr/>
        </p:nvCxnSpPr>
        <p:spPr>
          <a:xfrm flipV="1">
            <a:off x="5726363" y="3429000"/>
            <a:ext cx="1570364" cy="1296777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4051D2C-162D-E772-90D0-CC1C440EC4CC}"/>
              </a:ext>
            </a:extLst>
          </p:cNvPr>
          <p:cNvCxnSpPr>
            <a:cxnSpLocks/>
          </p:cNvCxnSpPr>
          <p:nvPr/>
        </p:nvCxnSpPr>
        <p:spPr>
          <a:xfrm>
            <a:off x="4164080" y="3355942"/>
            <a:ext cx="1220720" cy="1369835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pic>
        <p:nvPicPr>
          <p:cNvPr id="17" name="Graphic 16" descr="Skull with solid fill">
            <a:extLst>
              <a:ext uri="{FF2B5EF4-FFF2-40B4-BE49-F238E27FC236}">
                <a16:creationId xmlns:a16="http://schemas.microsoft.com/office/drawing/2014/main" id="{799699FB-E446-CD77-7576-E7E875A027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423783" y="2148630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6147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135E903-813C-B2A1-1C17-AF185E5EF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78BA5F19-D5E1-4ECC-BEC2-DF7AEDFD7C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0CC88A9-A661-4C48-866E-8734E51140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54AC35E-3723-4E34-7C10-6AAFED3D3D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7973" y="393380"/>
            <a:ext cx="7655427" cy="739881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3600"/>
              <a:t>Fast Forward So Far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8437D5A-0587-7191-20F9-46C5832B779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456" t="1" r="26131" b="-1187"/>
          <a:stretch>
            <a:fillRect/>
          </a:stretch>
        </p:blipFill>
        <p:spPr>
          <a:xfrm>
            <a:off x="826661" y="2008641"/>
            <a:ext cx="4480427" cy="4412121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CFDF195F-784B-4D00-8C92-6FC1B0499EA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49341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D9C4FB5-9AA9-8FFA-B5C3-951F906D74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B9609FE4-6956-E827-DF95-BF3A1D7637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CFC836-BA83-BD5D-AF1F-310835DF6E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5563A-FD72-4A8C-E574-94E8EC785F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7973" y="393380"/>
            <a:ext cx="7655427" cy="739881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3600"/>
              <a:t>Fast Forward So Far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AADA636-C398-877F-3E55-1549186E8F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456" t="1" r="26131" b="-1187"/>
          <a:stretch>
            <a:fillRect/>
          </a:stretch>
        </p:blipFill>
        <p:spPr>
          <a:xfrm>
            <a:off x="826661" y="2008641"/>
            <a:ext cx="4480427" cy="4412121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A65E7A1-8890-09EF-3E5A-76D68EF0E6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4CD0F79-D67A-BBEF-A505-6741059E069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74014" y="1896532"/>
            <a:ext cx="5050214" cy="45242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292668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7CD3C68-B79A-F1C7-4647-4495DAD9D7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F0DCC097-1DB8-4B6D-85D0-6FBA0E1CA4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0B58608-23C8-4441-994D-C6823EEE1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1999" cy="2083506"/>
          </a:xfrm>
          <a:custGeom>
            <a:avLst/>
            <a:gdLst>
              <a:gd name="connsiteX0" fmla="*/ 0 w 12191999"/>
              <a:gd name="connsiteY0" fmla="*/ 0 h 2083506"/>
              <a:gd name="connsiteX1" fmla="*/ 9429748 w 12191999"/>
              <a:gd name="connsiteY1" fmla="*/ 0 h 2083506"/>
              <a:gd name="connsiteX2" fmla="*/ 9429748 w 12191999"/>
              <a:gd name="connsiteY2" fmla="*/ 1 h 2083506"/>
              <a:gd name="connsiteX3" fmla="*/ 12191999 w 12191999"/>
              <a:gd name="connsiteY3" fmla="*/ 1 h 2083506"/>
              <a:gd name="connsiteX4" fmla="*/ 12191999 w 12191999"/>
              <a:gd name="connsiteY4" fmla="*/ 1164372 h 2083506"/>
              <a:gd name="connsiteX5" fmla="*/ 12147852 w 12191999"/>
              <a:gd name="connsiteY5" fmla="*/ 1163783 h 2083506"/>
              <a:gd name="connsiteX6" fmla="*/ 11993604 w 12191999"/>
              <a:gd name="connsiteY6" fmla="*/ 1153496 h 2083506"/>
              <a:gd name="connsiteX7" fmla="*/ 11865319 w 12191999"/>
              <a:gd name="connsiteY7" fmla="*/ 1176624 h 2083506"/>
              <a:gd name="connsiteX8" fmla="*/ 11718353 w 12191999"/>
              <a:gd name="connsiteY8" fmla="*/ 1209136 h 2083506"/>
              <a:gd name="connsiteX9" fmla="*/ 11609067 w 12191999"/>
              <a:gd name="connsiteY9" fmla="*/ 1218512 h 2083506"/>
              <a:gd name="connsiteX10" fmla="*/ 11545958 w 12191999"/>
              <a:gd name="connsiteY10" fmla="*/ 1240430 h 2083506"/>
              <a:gd name="connsiteX11" fmla="*/ 11445770 w 12191999"/>
              <a:gd name="connsiteY11" fmla="*/ 1225780 h 2083506"/>
              <a:gd name="connsiteX12" fmla="*/ 11398842 w 12191999"/>
              <a:gd name="connsiteY12" fmla="*/ 1227250 h 2083506"/>
              <a:gd name="connsiteX13" fmla="*/ 11240093 w 12191999"/>
              <a:gd name="connsiteY13" fmla="*/ 1266797 h 2083506"/>
              <a:gd name="connsiteX14" fmla="*/ 11141364 w 12191999"/>
              <a:gd name="connsiteY14" fmla="*/ 1288059 h 2083506"/>
              <a:gd name="connsiteX15" fmla="*/ 11015396 w 12191999"/>
              <a:gd name="connsiteY15" fmla="*/ 1353104 h 2083506"/>
              <a:gd name="connsiteX16" fmla="*/ 10973905 w 12191999"/>
              <a:gd name="connsiteY16" fmla="*/ 1365109 h 2083506"/>
              <a:gd name="connsiteX17" fmla="*/ 10904858 w 12191999"/>
              <a:gd name="connsiteY17" fmla="*/ 1371966 h 2083506"/>
              <a:gd name="connsiteX18" fmla="*/ 10827883 w 12191999"/>
              <a:gd name="connsiteY18" fmla="*/ 1410270 h 2083506"/>
              <a:gd name="connsiteX19" fmla="*/ 10690996 w 12191999"/>
              <a:gd name="connsiteY19" fmla="*/ 1426394 h 2083506"/>
              <a:gd name="connsiteX20" fmla="*/ 10624461 w 12191999"/>
              <a:gd name="connsiteY20" fmla="*/ 1444283 h 2083506"/>
              <a:gd name="connsiteX21" fmla="*/ 10517208 w 12191999"/>
              <a:gd name="connsiteY21" fmla="*/ 1478947 h 2083506"/>
              <a:gd name="connsiteX22" fmla="*/ 10497937 w 12191999"/>
              <a:gd name="connsiteY22" fmla="*/ 1469831 h 2083506"/>
              <a:gd name="connsiteX23" fmla="*/ 10471201 w 12191999"/>
              <a:gd name="connsiteY23" fmla="*/ 1486037 h 2083506"/>
              <a:gd name="connsiteX24" fmla="*/ 10448263 w 12191999"/>
              <a:gd name="connsiteY24" fmla="*/ 1478223 h 2083506"/>
              <a:gd name="connsiteX25" fmla="*/ 10388089 w 12191999"/>
              <a:gd name="connsiteY25" fmla="*/ 1507175 h 2083506"/>
              <a:gd name="connsiteX26" fmla="*/ 10333720 w 12191999"/>
              <a:gd name="connsiteY26" fmla="*/ 1515848 h 2083506"/>
              <a:gd name="connsiteX27" fmla="*/ 10104338 w 12191999"/>
              <a:gd name="connsiteY27" fmla="*/ 1569424 h 2083506"/>
              <a:gd name="connsiteX28" fmla="*/ 9910445 w 12191999"/>
              <a:gd name="connsiteY28" fmla="*/ 1632275 h 2083506"/>
              <a:gd name="connsiteX29" fmla="*/ 9770872 w 12191999"/>
              <a:gd name="connsiteY29" fmla="*/ 1688088 h 2083506"/>
              <a:gd name="connsiteX30" fmla="*/ 9733849 w 12191999"/>
              <a:gd name="connsiteY30" fmla="*/ 1700034 h 2083506"/>
              <a:gd name="connsiteX31" fmla="*/ 9703714 w 12191999"/>
              <a:gd name="connsiteY31" fmla="*/ 1730093 h 2083506"/>
              <a:gd name="connsiteX32" fmla="*/ 9698351 w 12191999"/>
              <a:gd name="connsiteY32" fmla="*/ 1730377 h 2083506"/>
              <a:gd name="connsiteX33" fmla="*/ 9632895 w 12191999"/>
              <a:gd name="connsiteY33" fmla="*/ 1736363 h 2083506"/>
              <a:gd name="connsiteX34" fmla="*/ 9569107 w 12191999"/>
              <a:gd name="connsiteY34" fmla="*/ 1741010 h 2083506"/>
              <a:gd name="connsiteX35" fmla="*/ 9536451 w 12191999"/>
              <a:gd name="connsiteY35" fmla="*/ 1755120 h 2083506"/>
              <a:gd name="connsiteX36" fmla="*/ 9529385 w 12191999"/>
              <a:gd name="connsiteY36" fmla="*/ 1757515 h 2083506"/>
              <a:gd name="connsiteX37" fmla="*/ 9498527 w 12191999"/>
              <a:gd name="connsiteY37" fmla="*/ 1753117 h 2083506"/>
              <a:gd name="connsiteX38" fmla="*/ 9436642 w 12191999"/>
              <a:gd name="connsiteY38" fmla="*/ 1755478 h 2083506"/>
              <a:gd name="connsiteX39" fmla="*/ 9429748 w 12191999"/>
              <a:gd name="connsiteY39" fmla="*/ 1756317 h 2083506"/>
              <a:gd name="connsiteX40" fmla="*/ 9429748 w 12191999"/>
              <a:gd name="connsiteY40" fmla="*/ 1768745 h 2083506"/>
              <a:gd name="connsiteX41" fmla="*/ 9425802 w 12191999"/>
              <a:gd name="connsiteY41" fmla="*/ 1769273 h 2083506"/>
              <a:gd name="connsiteX42" fmla="*/ 9349763 w 12191999"/>
              <a:gd name="connsiteY42" fmla="*/ 1776107 h 2083506"/>
              <a:gd name="connsiteX43" fmla="*/ 9256503 w 12191999"/>
              <a:gd name="connsiteY43" fmla="*/ 1800699 h 2083506"/>
              <a:gd name="connsiteX44" fmla="*/ 9222873 w 12191999"/>
              <a:gd name="connsiteY44" fmla="*/ 1803003 h 2083506"/>
              <a:gd name="connsiteX45" fmla="*/ 9224095 w 12191999"/>
              <a:gd name="connsiteY45" fmla="*/ 1807355 h 2083506"/>
              <a:gd name="connsiteX46" fmla="*/ 9211603 w 12191999"/>
              <a:gd name="connsiteY46" fmla="*/ 1807675 h 2083506"/>
              <a:gd name="connsiteX47" fmla="*/ 9183719 w 12191999"/>
              <a:gd name="connsiteY47" fmla="*/ 1807781 h 2083506"/>
              <a:gd name="connsiteX48" fmla="*/ 9100221 w 12191999"/>
              <a:gd name="connsiteY48" fmla="*/ 1808989 h 2083506"/>
              <a:gd name="connsiteX49" fmla="*/ 9077439 w 12191999"/>
              <a:gd name="connsiteY49" fmla="*/ 1817333 h 2083506"/>
              <a:gd name="connsiteX50" fmla="*/ 9055889 w 12191999"/>
              <a:gd name="connsiteY50" fmla="*/ 1817464 h 2083506"/>
              <a:gd name="connsiteX51" fmla="*/ 8930912 w 12191999"/>
              <a:gd name="connsiteY51" fmla="*/ 1828648 h 2083506"/>
              <a:gd name="connsiteX52" fmla="*/ 8913729 w 12191999"/>
              <a:gd name="connsiteY52" fmla="*/ 1829483 h 2083506"/>
              <a:gd name="connsiteX53" fmla="*/ 8904423 w 12191999"/>
              <a:gd name="connsiteY53" fmla="*/ 1833234 h 2083506"/>
              <a:gd name="connsiteX54" fmla="*/ 8871099 w 12191999"/>
              <a:gd name="connsiteY54" fmla="*/ 1833979 h 2083506"/>
              <a:gd name="connsiteX55" fmla="*/ 8869557 w 12191999"/>
              <a:gd name="connsiteY55" fmla="*/ 1836113 h 2083506"/>
              <a:gd name="connsiteX56" fmla="*/ 8760021 w 12191999"/>
              <a:gd name="connsiteY56" fmla="*/ 1854442 h 2083506"/>
              <a:gd name="connsiteX57" fmla="*/ 8741254 w 12191999"/>
              <a:gd name="connsiteY57" fmla="*/ 1857469 h 2083506"/>
              <a:gd name="connsiteX58" fmla="*/ 8725039 w 12191999"/>
              <a:gd name="connsiteY58" fmla="*/ 1856552 h 2083506"/>
              <a:gd name="connsiteX59" fmla="*/ 8635265 w 12191999"/>
              <a:gd name="connsiteY59" fmla="*/ 1859168 h 2083506"/>
              <a:gd name="connsiteX60" fmla="*/ 8613911 w 12191999"/>
              <a:gd name="connsiteY60" fmla="*/ 1857561 h 2083506"/>
              <a:gd name="connsiteX61" fmla="*/ 8604931 w 12191999"/>
              <a:gd name="connsiteY61" fmla="*/ 1854170 h 2083506"/>
              <a:gd name="connsiteX62" fmla="*/ 8570171 w 12191999"/>
              <a:gd name="connsiteY62" fmla="*/ 1860579 h 2083506"/>
              <a:gd name="connsiteX63" fmla="*/ 8516537 w 12191999"/>
              <a:gd name="connsiteY63" fmla="*/ 1864971 h 2083506"/>
              <a:gd name="connsiteX64" fmla="*/ 8491046 w 12191999"/>
              <a:gd name="connsiteY64" fmla="*/ 1868141 h 2083506"/>
              <a:gd name="connsiteX65" fmla="*/ 8470478 w 12191999"/>
              <a:gd name="connsiteY65" fmla="*/ 1866216 h 2083506"/>
              <a:gd name="connsiteX66" fmla="*/ 8353433 w 12191999"/>
              <a:gd name="connsiteY66" fmla="*/ 1865729 h 2083506"/>
              <a:gd name="connsiteX67" fmla="*/ 8347675 w 12191999"/>
              <a:gd name="connsiteY67" fmla="*/ 1865075 h 2083506"/>
              <a:gd name="connsiteX68" fmla="*/ 8343939 w 12191999"/>
              <a:gd name="connsiteY68" fmla="*/ 1865677 h 2083506"/>
              <a:gd name="connsiteX69" fmla="*/ 8221566 w 12191999"/>
              <a:gd name="connsiteY69" fmla="*/ 1881148 h 2083506"/>
              <a:gd name="connsiteX70" fmla="*/ 8066095 w 12191999"/>
              <a:gd name="connsiteY70" fmla="*/ 1919902 h 2083506"/>
              <a:gd name="connsiteX71" fmla="*/ 8044849 w 12191999"/>
              <a:gd name="connsiteY71" fmla="*/ 1916308 h 2083506"/>
              <a:gd name="connsiteX72" fmla="*/ 8041142 w 12191999"/>
              <a:gd name="connsiteY72" fmla="*/ 1915506 h 2083506"/>
              <a:gd name="connsiteX73" fmla="*/ 8022159 w 12191999"/>
              <a:gd name="connsiteY73" fmla="*/ 1911521 h 2083506"/>
              <a:gd name="connsiteX74" fmla="*/ 7944932 w 12191999"/>
              <a:gd name="connsiteY74" fmla="*/ 1917265 h 2083506"/>
              <a:gd name="connsiteX75" fmla="*/ 7879011 w 12191999"/>
              <a:gd name="connsiteY75" fmla="*/ 1928570 h 2083506"/>
              <a:gd name="connsiteX76" fmla="*/ 7865529 w 12191999"/>
              <a:gd name="connsiteY76" fmla="*/ 1934399 h 2083506"/>
              <a:gd name="connsiteX77" fmla="*/ 7774801 w 12191999"/>
              <a:gd name="connsiteY77" fmla="*/ 1947969 h 2083506"/>
              <a:gd name="connsiteX78" fmla="*/ 7748398 w 12191999"/>
              <a:gd name="connsiteY78" fmla="*/ 1955982 h 2083506"/>
              <a:gd name="connsiteX79" fmla="*/ 7740684 w 12191999"/>
              <a:gd name="connsiteY79" fmla="*/ 1955717 h 2083506"/>
              <a:gd name="connsiteX80" fmla="*/ 7712976 w 12191999"/>
              <a:gd name="connsiteY80" fmla="*/ 1960442 h 2083506"/>
              <a:gd name="connsiteX81" fmla="*/ 7699956 w 12191999"/>
              <a:gd name="connsiteY81" fmla="*/ 1966104 h 2083506"/>
              <a:gd name="connsiteX82" fmla="*/ 7684158 w 12191999"/>
              <a:gd name="connsiteY82" fmla="*/ 1962927 h 2083506"/>
              <a:gd name="connsiteX83" fmla="*/ 7643109 w 12191999"/>
              <a:gd name="connsiteY83" fmla="*/ 1964400 h 2083506"/>
              <a:gd name="connsiteX84" fmla="*/ 7630180 w 12191999"/>
              <a:gd name="connsiteY84" fmla="*/ 1970266 h 2083506"/>
              <a:gd name="connsiteX85" fmla="*/ 7609131 w 12191999"/>
              <a:gd name="connsiteY85" fmla="*/ 1971774 h 2083506"/>
              <a:gd name="connsiteX86" fmla="*/ 7555555 w 12191999"/>
              <a:gd name="connsiteY86" fmla="*/ 1969491 h 2083506"/>
              <a:gd name="connsiteX87" fmla="*/ 7520919 w 12191999"/>
              <a:gd name="connsiteY87" fmla="*/ 1970177 h 2083506"/>
              <a:gd name="connsiteX88" fmla="*/ 7456258 w 12191999"/>
              <a:gd name="connsiteY88" fmla="*/ 1960468 h 2083506"/>
              <a:gd name="connsiteX89" fmla="*/ 7393047 w 12191999"/>
              <a:gd name="connsiteY89" fmla="*/ 1952408 h 2083506"/>
              <a:gd name="connsiteX90" fmla="*/ 7199912 w 12191999"/>
              <a:gd name="connsiteY90" fmla="*/ 1959913 h 2083506"/>
              <a:gd name="connsiteX91" fmla="*/ 7146774 w 12191999"/>
              <a:gd name="connsiteY91" fmla="*/ 1956641 h 2083506"/>
              <a:gd name="connsiteX92" fmla="*/ 7122244 w 12191999"/>
              <a:gd name="connsiteY92" fmla="*/ 1953891 h 2083506"/>
              <a:gd name="connsiteX93" fmla="*/ 7032241 w 12191999"/>
              <a:gd name="connsiteY93" fmla="*/ 1962723 h 2083506"/>
              <a:gd name="connsiteX94" fmla="*/ 6941492 w 12191999"/>
              <a:gd name="connsiteY94" fmla="*/ 1976868 h 2083506"/>
              <a:gd name="connsiteX95" fmla="*/ 6906514 w 12191999"/>
              <a:gd name="connsiteY95" fmla="*/ 1968589 h 2083506"/>
              <a:gd name="connsiteX96" fmla="*/ 6826395 w 12191999"/>
              <a:gd name="connsiteY96" fmla="*/ 1974141 h 2083506"/>
              <a:gd name="connsiteX97" fmla="*/ 6716431 w 12191999"/>
              <a:gd name="connsiteY97" fmla="*/ 2004297 h 2083506"/>
              <a:gd name="connsiteX98" fmla="*/ 6569607 w 12191999"/>
              <a:gd name="connsiteY98" fmla="*/ 2015496 h 2083506"/>
              <a:gd name="connsiteX99" fmla="*/ 6561430 w 12191999"/>
              <a:gd name="connsiteY99" fmla="*/ 2020996 h 2083506"/>
              <a:gd name="connsiteX100" fmla="*/ 6549371 w 12191999"/>
              <a:gd name="connsiteY100" fmla="*/ 2024747 h 2083506"/>
              <a:gd name="connsiteX101" fmla="*/ 6547040 w 12191999"/>
              <a:gd name="connsiteY101" fmla="*/ 2024474 h 2083506"/>
              <a:gd name="connsiteX102" fmla="*/ 6530482 w 12191999"/>
              <a:gd name="connsiteY102" fmla="*/ 2026659 h 2083506"/>
              <a:gd name="connsiteX103" fmla="*/ 6528565 w 12191999"/>
              <a:gd name="connsiteY103" fmla="*/ 2028600 h 2083506"/>
              <a:gd name="connsiteX104" fmla="*/ 6517741 w 12191999"/>
              <a:gd name="connsiteY104" fmla="*/ 2030558 h 2083506"/>
              <a:gd name="connsiteX105" fmla="*/ 6497855 w 12191999"/>
              <a:gd name="connsiteY105" fmla="*/ 2035650 h 2083506"/>
              <a:gd name="connsiteX106" fmla="*/ 6492785 w 12191999"/>
              <a:gd name="connsiteY106" fmla="*/ 2035444 h 2083506"/>
              <a:gd name="connsiteX107" fmla="*/ 6460692 w 12191999"/>
              <a:gd name="connsiteY107" fmla="*/ 2041321 h 2083506"/>
              <a:gd name="connsiteX108" fmla="*/ 6459609 w 12191999"/>
              <a:gd name="connsiteY108" fmla="*/ 2040851 h 2083506"/>
              <a:gd name="connsiteX109" fmla="*/ 6447765 w 12191999"/>
              <a:gd name="connsiteY109" fmla="*/ 2040102 h 2083506"/>
              <a:gd name="connsiteX110" fmla="*/ 6426590 w 12191999"/>
              <a:gd name="connsiteY110" fmla="*/ 2039928 h 2083506"/>
              <a:gd name="connsiteX111" fmla="*/ 6401693 w 12191999"/>
              <a:gd name="connsiteY111" fmla="*/ 2033537 h 2083506"/>
              <a:gd name="connsiteX112" fmla="*/ 6387141 w 12191999"/>
              <a:gd name="connsiteY112" fmla="*/ 2033161 h 2083506"/>
              <a:gd name="connsiteX113" fmla="*/ 6357846 w 12191999"/>
              <a:gd name="connsiteY113" fmla="*/ 2036782 h 2083506"/>
              <a:gd name="connsiteX114" fmla="*/ 6342914 w 12191999"/>
              <a:gd name="connsiteY114" fmla="*/ 2037585 h 2083506"/>
              <a:gd name="connsiteX115" fmla="*/ 6336300 w 12191999"/>
              <a:gd name="connsiteY115" fmla="*/ 2038781 h 2083506"/>
              <a:gd name="connsiteX116" fmla="*/ 6317178 w 12191999"/>
              <a:gd name="connsiteY116" fmla="*/ 2038968 h 2083506"/>
              <a:gd name="connsiteX117" fmla="*/ 6161427 w 12191999"/>
              <a:gd name="connsiteY117" fmla="*/ 2047338 h 2083506"/>
              <a:gd name="connsiteX118" fmla="*/ 6097339 w 12191999"/>
              <a:gd name="connsiteY118" fmla="*/ 2082438 h 2083506"/>
              <a:gd name="connsiteX119" fmla="*/ 6079059 w 12191999"/>
              <a:gd name="connsiteY119" fmla="*/ 2081299 h 2083506"/>
              <a:gd name="connsiteX120" fmla="*/ 5998439 w 12191999"/>
              <a:gd name="connsiteY120" fmla="*/ 2070958 h 2083506"/>
              <a:gd name="connsiteX121" fmla="*/ 5904290 w 12191999"/>
              <a:gd name="connsiteY121" fmla="*/ 2070255 h 2083506"/>
              <a:gd name="connsiteX122" fmla="*/ 5814867 w 12191999"/>
              <a:gd name="connsiteY122" fmla="*/ 2079032 h 2083506"/>
              <a:gd name="connsiteX123" fmla="*/ 5725743 w 12191999"/>
              <a:gd name="connsiteY123" fmla="*/ 2070558 h 2083506"/>
              <a:gd name="connsiteX124" fmla="*/ 5650546 w 12191999"/>
              <a:gd name="connsiteY124" fmla="*/ 2052412 h 2083506"/>
              <a:gd name="connsiteX125" fmla="*/ 5581284 w 12191999"/>
              <a:gd name="connsiteY125" fmla="*/ 2023175 h 2083506"/>
              <a:gd name="connsiteX126" fmla="*/ 5572593 w 12191999"/>
              <a:gd name="connsiteY126" fmla="*/ 2018391 h 2083506"/>
              <a:gd name="connsiteX127" fmla="*/ 5548580 w 12191999"/>
              <a:gd name="connsiteY127" fmla="*/ 2016951 h 2083506"/>
              <a:gd name="connsiteX128" fmla="*/ 5471173 w 12191999"/>
              <a:gd name="connsiteY128" fmla="*/ 2018786 h 2083506"/>
              <a:gd name="connsiteX129" fmla="*/ 5340320 w 12191999"/>
              <a:gd name="connsiteY129" fmla="*/ 2037611 h 2083506"/>
              <a:gd name="connsiteX130" fmla="*/ 5254376 w 12191999"/>
              <a:gd name="connsiteY130" fmla="*/ 2042928 h 2083506"/>
              <a:gd name="connsiteX131" fmla="*/ 5258035 w 12191999"/>
              <a:gd name="connsiteY131" fmla="*/ 2035649 h 2083506"/>
              <a:gd name="connsiteX132" fmla="*/ 5230622 w 12191999"/>
              <a:gd name="connsiteY132" fmla="*/ 2024576 h 2083506"/>
              <a:gd name="connsiteX133" fmla="*/ 5026203 w 12191999"/>
              <a:gd name="connsiteY133" fmla="*/ 2030162 h 2083506"/>
              <a:gd name="connsiteX134" fmla="*/ 4973988 w 12191999"/>
              <a:gd name="connsiteY134" fmla="*/ 2026668 h 2083506"/>
              <a:gd name="connsiteX135" fmla="*/ 4928030 w 12191999"/>
              <a:gd name="connsiteY135" fmla="*/ 2033642 h 2083506"/>
              <a:gd name="connsiteX136" fmla="*/ 4908970 w 12191999"/>
              <a:gd name="connsiteY136" fmla="*/ 2030033 h 2083506"/>
              <a:gd name="connsiteX137" fmla="*/ 4905679 w 12191999"/>
              <a:gd name="connsiteY137" fmla="*/ 2029300 h 2083506"/>
              <a:gd name="connsiteX138" fmla="*/ 4892525 w 12191999"/>
              <a:gd name="connsiteY138" fmla="*/ 2028768 h 2083506"/>
              <a:gd name="connsiteX139" fmla="*/ 4888818 w 12191999"/>
              <a:gd name="connsiteY139" fmla="*/ 2025619 h 2083506"/>
              <a:gd name="connsiteX140" fmla="*/ 4869018 w 12191999"/>
              <a:gd name="connsiteY140" fmla="*/ 2022668 h 2083506"/>
              <a:gd name="connsiteX141" fmla="*/ 4844804 w 12191999"/>
              <a:gd name="connsiteY141" fmla="*/ 2022527 h 2083506"/>
              <a:gd name="connsiteX142" fmla="*/ 4758778 w 12191999"/>
              <a:gd name="connsiteY142" fmla="*/ 2021694 h 2083506"/>
              <a:gd name="connsiteX143" fmla="*/ 4744748 w 12191999"/>
              <a:gd name="connsiteY143" fmla="*/ 2023396 h 2083506"/>
              <a:gd name="connsiteX144" fmla="*/ 4698956 w 12191999"/>
              <a:gd name="connsiteY144" fmla="*/ 2020558 h 2083506"/>
              <a:gd name="connsiteX145" fmla="*/ 4658147 w 12191999"/>
              <a:gd name="connsiteY145" fmla="*/ 2019920 h 2083506"/>
              <a:gd name="connsiteX146" fmla="*/ 4631706 w 12191999"/>
              <a:gd name="connsiteY146" fmla="*/ 2021274 h 2083506"/>
              <a:gd name="connsiteX147" fmla="*/ 4624776 w 12191999"/>
              <a:gd name="connsiteY147" fmla="*/ 2020152 h 2083506"/>
              <a:gd name="connsiteX148" fmla="*/ 4598150 w 12191999"/>
              <a:gd name="connsiteY148" fmla="*/ 2019429 h 2083506"/>
              <a:gd name="connsiteX149" fmla="*/ 4584588 w 12191999"/>
              <a:gd name="connsiteY149" fmla="*/ 2021092 h 2083506"/>
              <a:gd name="connsiteX150" fmla="*/ 4571203 w 12191999"/>
              <a:gd name="connsiteY150" fmla="*/ 2017263 h 2083506"/>
              <a:gd name="connsiteX151" fmla="*/ 4567930 w 12191999"/>
              <a:gd name="connsiteY151" fmla="*/ 2014458 h 2083506"/>
              <a:gd name="connsiteX152" fmla="*/ 4548984 w 12191999"/>
              <a:gd name="connsiteY152" fmla="*/ 2015717 h 2083506"/>
              <a:gd name="connsiteX153" fmla="*/ 4533451 w 12191999"/>
              <a:gd name="connsiteY153" fmla="*/ 2012976 h 2083506"/>
              <a:gd name="connsiteX154" fmla="*/ 4519910 w 12191999"/>
              <a:gd name="connsiteY154" fmla="*/ 2014768 h 2083506"/>
              <a:gd name="connsiteX155" fmla="*/ 4514290 w 12191999"/>
              <a:gd name="connsiteY155" fmla="*/ 2014364 h 2083506"/>
              <a:gd name="connsiteX156" fmla="*/ 4500320 w 12191999"/>
              <a:gd name="connsiteY156" fmla="*/ 2013007 h 2083506"/>
              <a:gd name="connsiteX157" fmla="*/ 4476219 w 12191999"/>
              <a:gd name="connsiteY157" fmla="*/ 2009993 h 2083506"/>
              <a:gd name="connsiteX158" fmla="*/ 4468701 w 12191999"/>
              <a:gd name="connsiteY158" fmla="*/ 2009574 h 2083506"/>
              <a:gd name="connsiteX159" fmla="*/ 4452333 w 12191999"/>
              <a:gd name="connsiteY159" fmla="*/ 2004964 h 2083506"/>
              <a:gd name="connsiteX160" fmla="*/ 4420644 w 12191999"/>
              <a:gd name="connsiteY160" fmla="*/ 2001021 h 2083506"/>
              <a:gd name="connsiteX161" fmla="*/ 4364856 w 12191999"/>
              <a:gd name="connsiteY161" fmla="*/ 1987267 h 2083506"/>
              <a:gd name="connsiteX162" fmla="*/ 4332062 w 12191999"/>
              <a:gd name="connsiteY162" fmla="*/ 1980703 h 2083506"/>
              <a:gd name="connsiteX163" fmla="*/ 4309876 w 12191999"/>
              <a:gd name="connsiteY163" fmla="*/ 1974653 h 2083506"/>
              <a:gd name="connsiteX164" fmla="*/ 4244391 w 12191999"/>
              <a:gd name="connsiteY164" fmla="*/ 1966109 h 2083506"/>
              <a:gd name="connsiteX165" fmla="*/ 4132071 w 12191999"/>
              <a:gd name="connsiteY165" fmla="*/ 1954813 h 2083506"/>
              <a:gd name="connsiteX166" fmla="*/ 4109069 w 12191999"/>
              <a:gd name="connsiteY166" fmla="*/ 1951778 h 2083506"/>
              <a:gd name="connsiteX167" fmla="*/ 4092908 w 12191999"/>
              <a:gd name="connsiteY167" fmla="*/ 1946662 h 2083506"/>
              <a:gd name="connsiteX168" fmla="*/ 4092306 w 12191999"/>
              <a:gd name="connsiteY168" fmla="*/ 1943291 h 2083506"/>
              <a:gd name="connsiteX169" fmla="*/ 4080234 w 12191999"/>
              <a:gd name="connsiteY169" fmla="*/ 1941219 h 2083506"/>
              <a:gd name="connsiteX170" fmla="*/ 4077778 w 12191999"/>
              <a:gd name="connsiteY170" fmla="*/ 1940145 h 2083506"/>
              <a:gd name="connsiteX171" fmla="*/ 4062936 w 12191999"/>
              <a:gd name="connsiteY171" fmla="*/ 1934506 h 2083506"/>
              <a:gd name="connsiteX172" fmla="*/ 4012506 w 12191999"/>
              <a:gd name="connsiteY172" fmla="*/ 1935475 h 2083506"/>
              <a:gd name="connsiteX173" fmla="*/ 3965880 w 12191999"/>
              <a:gd name="connsiteY173" fmla="*/ 1925968 h 2083506"/>
              <a:gd name="connsiteX174" fmla="*/ 3765338 w 12191999"/>
              <a:gd name="connsiteY174" fmla="*/ 1906649 h 2083506"/>
              <a:gd name="connsiteX175" fmla="*/ 3749493 w 12191999"/>
              <a:gd name="connsiteY175" fmla="*/ 1893071 h 2083506"/>
              <a:gd name="connsiteX176" fmla="*/ 3672704 w 12191999"/>
              <a:gd name="connsiteY176" fmla="*/ 1881383 h 2083506"/>
              <a:gd name="connsiteX177" fmla="*/ 3530082 w 12191999"/>
              <a:gd name="connsiteY177" fmla="*/ 1883187 h 2083506"/>
              <a:gd name="connsiteX178" fmla="*/ 3387664 w 12191999"/>
              <a:gd name="connsiteY178" fmla="*/ 1862579 h 2083506"/>
              <a:gd name="connsiteX179" fmla="*/ 3371681 w 12191999"/>
              <a:gd name="connsiteY179" fmla="*/ 1865293 h 2083506"/>
              <a:gd name="connsiteX180" fmla="*/ 3355305 w 12191999"/>
              <a:gd name="connsiteY180" fmla="*/ 1865842 h 2083506"/>
              <a:gd name="connsiteX181" fmla="*/ 3353790 w 12191999"/>
              <a:gd name="connsiteY181" fmla="*/ 1865158 h 2083506"/>
              <a:gd name="connsiteX182" fmla="*/ 3336210 w 12191999"/>
              <a:gd name="connsiteY182" fmla="*/ 1863564 h 2083506"/>
              <a:gd name="connsiteX183" fmla="*/ 3331381 w 12191999"/>
              <a:gd name="connsiteY183" fmla="*/ 1864716 h 2083506"/>
              <a:gd name="connsiteX184" fmla="*/ 3319012 w 12191999"/>
              <a:gd name="connsiteY184" fmla="*/ 1864093 h 2083506"/>
              <a:gd name="connsiteX185" fmla="*/ 3293818 w 12191999"/>
              <a:gd name="connsiteY185" fmla="*/ 1864135 h 2083506"/>
              <a:gd name="connsiteX186" fmla="*/ 3289881 w 12191999"/>
              <a:gd name="connsiteY186" fmla="*/ 1862954 h 2083506"/>
              <a:gd name="connsiteX187" fmla="*/ 3253090 w 12191999"/>
              <a:gd name="connsiteY187" fmla="*/ 1861164 h 2083506"/>
              <a:gd name="connsiteX188" fmla="*/ 3252949 w 12191999"/>
              <a:gd name="connsiteY188" fmla="*/ 1860574 h 2083506"/>
              <a:gd name="connsiteX189" fmla="*/ 3244187 w 12191999"/>
              <a:gd name="connsiteY189" fmla="*/ 1857604 h 2083506"/>
              <a:gd name="connsiteX190" fmla="*/ 3246570 w 12191999"/>
              <a:gd name="connsiteY190" fmla="*/ 1852946 h 2083506"/>
              <a:gd name="connsiteX191" fmla="*/ 3237810 w 12191999"/>
              <a:gd name="connsiteY191" fmla="*/ 1853064 h 2083506"/>
              <a:gd name="connsiteX192" fmla="*/ 3230822 w 12191999"/>
              <a:gd name="connsiteY192" fmla="*/ 1855474 h 2083506"/>
              <a:gd name="connsiteX193" fmla="*/ 3136549 w 12191999"/>
              <a:gd name="connsiteY193" fmla="*/ 1874037 h 2083506"/>
              <a:gd name="connsiteX194" fmla="*/ 2845754 w 12191999"/>
              <a:gd name="connsiteY194" fmla="*/ 1910932 h 2083506"/>
              <a:gd name="connsiteX195" fmla="*/ 2786878 w 12191999"/>
              <a:gd name="connsiteY195" fmla="*/ 1917162 h 2083506"/>
              <a:gd name="connsiteX196" fmla="*/ 2725298 w 12191999"/>
              <a:gd name="connsiteY196" fmla="*/ 1912340 h 2083506"/>
              <a:gd name="connsiteX197" fmla="*/ 2697754 w 12191999"/>
              <a:gd name="connsiteY197" fmla="*/ 1914863 h 2083506"/>
              <a:gd name="connsiteX198" fmla="*/ 2568063 w 12191999"/>
              <a:gd name="connsiteY198" fmla="*/ 1936283 h 2083506"/>
              <a:gd name="connsiteX199" fmla="*/ 2489784 w 12191999"/>
              <a:gd name="connsiteY199" fmla="*/ 1943720 h 2083506"/>
              <a:gd name="connsiteX200" fmla="*/ 2458978 w 12191999"/>
              <a:gd name="connsiteY200" fmla="*/ 1938095 h 2083506"/>
              <a:gd name="connsiteX201" fmla="*/ 2318712 w 12191999"/>
              <a:gd name="connsiteY201" fmla="*/ 1934474 h 2083506"/>
              <a:gd name="connsiteX202" fmla="*/ 2268709 w 12191999"/>
              <a:gd name="connsiteY202" fmla="*/ 1940521 h 2083506"/>
              <a:gd name="connsiteX203" fmla="*/ 2264080 w 12191999"/>
              <a:gd name="connsiteY203" fmla="*/ 1941232 h 2083506"/>
              <a:gd name="connsiteX204" fmla="*/ 2254684 w 12191999"/>
              <a:gd name="connsiteY204" fmla="*/ 1943524 h 2083506"/>
              <a:gd name="connsiteX205" fmla="*/ 2252523 w 12191999"/>
              <a:gd name="connsiteY205" fmla="*/ 1943004 h 2083506"/>
              <a:gd name="connsiteX206" fmla="*/ 2173350 w 12191999"/>
              <a:gd name="connsiteY206" fmla="*/ 1929202 h 2083506"/>
              <a:gd name="connsiteX207" fmla="*/ 2155266 w 12191999"/>
              <a:gd name="connsiteY207" fmla="*/ 1920267 h 2083506"/>
              <a:gd name="connsiteX208" fmla="*/ 2091013 w 12191999"/>
              <a:gd name="connsiteY208" fmla="*/ 1914631 h 2083506"/>
              <a:gd name="connsiteX209" fmla="*/ 2030712 w 12191999"/>
              <a:gd name="connsiteY209" fmla="*/ 1897690 h 2083506"/>
              <a:gd name="connsiteX210" fmla="*/ 1908838 w 12191999"/>
              <a:gd name="connsiteY210" fmla="*/ 1892222 h 2083506"/>
              <a:gd name="connsiteX211" fmla="*/ 1877796 w 12191999"/>
              <a:gd name="connsiteY211" fmla="*/ 1883887 h 2083506"/>
              <a:gd name="connsiteX212" fmla="*/ 1875824 w 12191999"/>
              <a:gd name="connsiteY212" fmla="*/ 1879265 h 2083506"/>
              <a:gd name="connsiteX213" fmla="*/ 1823048 w 12191999"/>
              <a:gd name="connsiteY213" fmla="*/ 1881064 h 2083506"/>
              <a:gd name="connsiteX214" fmla="*/ 1765736 w 12191999"/>
              <a:gd name="connsiteY214" fmla="*/ 1856578 h 2083506"/>
              <a:gd name="connsiteX215" fmla="*/ 1725669 w 12191999"/>
              <a:gd name="connsiteY215" fmla="*/ 1833744 h 2083506"/>
              <a:gd name="connsiteX216" fmla="*/ 1725216 w 12191999"/>
              <a:gd name="connsiteY216" fmla="*/ 1829447 h 2083506"/>
              <a:gd name="connsiteX217" fmla="*/ 1721485 w 12191999"/>
              <a:gd name="connsiteY217" fmla="*/ 1828960 h 2083506"/>
              <a:gd name="connsiteX218" fmla="*/ 1717786 w 12191999"/>
              <a:gd name="connsiteY218" fmla="*/ 1832224 h 2083506"/>
              <a:gd name="connsiteX219" fmla="*/ 1689907 w 12191999"/>
              <a:gd name="connsiteY219" fmla="*/ 1825425 h 2083506"/>
              <a:gd name="connsiteX220" fmla="*/ 1688093 w 12191999"/>
              <a:gd name="connsiteY220" fmla="*/ 1817391 h 2083506"/>
              <a:gd name="connsiteX221" fmla="*/ 1496789 w 12191999"/>
              <a:gd name="connsiteY221" fmla="*/ 1805297 h 2083506"/>
              <a:gd name="connsiteX222" fmla="*/ 1392839 w 12191999"/>
              <a:gd name="connsiteY222" fmla="*/ 1758649 h 2083506"/>
              <a:gd name="connsiteX223" fmla="*/ 1360872 w 12191999"/>
              <a:gd name="connsiteY223" fmla="*/ 1752441 h 2083506"/>
              <a:gd name="connsiteX224" fmla="*/ 1313885 w 12191999"/>
              <a:gd name="connsiteY224" fmla="*/ 1731785 h 2083506"/>
              <a:gd name="connsiteX225" fmla="*/ 1247665 w 12191999"/>
              <a:gd name="connsiteY225" fmla="*/ 1727765 h 2083506"/>
              <a:gd name="connsiteX226" fmla="*/ 1196850 w 12191999"/>
              <a:gd name="connsiteY226" fmla="*/ 1729622 h 2083506"/>
              <a:gd name="connsiteX227" fmla="*/ 1168728 w 12191999"/>
              <a:gd name="connsiteY227" fmla="*/ 1728550 h 2083506"/>
              <a:gd name="connsiteX228" fmla="*/ 1096918 w 12191999"/>
              <a:gd name="connsiteY228" fmla="*/ 1721485 h 2083506"/>
              <a:gd name="connsiteX229" fmla="*/ 1094082 w 12191999"/>
              <a:gd name="connsiteY229" fmla="*/ 1720113 h 2083506"/>
              <a:gd name="connsiteX230" fmla="*/ 1040782 w 12191999"/>
              <a:gd name="connsiteY230" fmla="*/ 1721762 h 2083506"/>
              <a:gd name="connsiteX231" fmla="*/ 955980 w 12191999"/>
              <a:gd name="connsiteY231" fmla="*/ 1719289 h 2083506"/>
              <a:gd name="connsiteX232" fmla="*/ 926108 w 12191999"/>
              <a:gd name="connsiteY232" fmla="*/ 1715917 h 2083506"/>
              <a:gd name="connsiteX233" fmla="*/ 876049 w 12191999"/>
              <a:gd name="connsiteY233" fmla="*/ 1710422 h 2083506"/>
              <a:gd name="connsiteX234" fmla="*/ 839194 w 12191999"/>
              <a:gd name="connsiteY234" fmla="*/ 1700176 h 2083506"/>
              <a:gd name="connsiteX235" fmla="*/ 797112 w 12191999"/>
              <a:gd name="connsiteY235" fmla="*/ 1698014 h 2083506"/>
              <a:gd name="connsiteX236" fmla="*/ 786610 w 12191999"/>
              <a:gd name="connsiteY236" fmla="*/ 1705455 h 2083506"/>
              <a:gd name="connsiteX237" fmla="*/ 741833 w 12191999"/>
              <a:gd name="connsiteY237" fmla="*/ 1700566 h 2083506"/>
              <a:gd name="connsiteX238" fmla="*/ 673985 w 12191999"/>
              <a:gd name="connsiteY238" fmla="*/ 1692278 h 2083506"/>
              <a:gd name="connsiteX239" fmla="*/ 634665 w 12191999"/>
              <a:gd name="connsiteY239" fmla="*/ 1689550 h 2083506"/>
              <a:gd name="connsiteX240" fmla="*/ 527471 w 12191999"/>
              <a:gd name="connsiteY240" fmla="*/ 1679869 h 2083506"/>
              <a:gd name="connsiteX241" fmla="*/ 420260 w 12191999"/>
              <a:gd name="connsiteY241" fmla="*/ 1668475 h 2083506"/>
              <a:gd name="connsiteX242" fmla="*/ 357630 w 12191999"/>
              <a:gd name="connsiteY242" fmla="*/ 1652142 h 2083506"/>
              <a:gd name="connsiteX243" fmla="*/ 269407 w 12191999"/>
              <a:gd name="connsiteY243" fmla="*/ 1643812 h 2083506"/>
              <a:gd name="connsiteX244" fmla="*/ 254769 w 12191999"/>
              <a:gd name="connsiteY244" fmla="*/ 1641013 h 2083506"/>
              <a:gd name="connsiteX245" fmla="*/ 150763 w 12191999"/>
              <a:gd name="connsiteY245" fmla="*/ 1628143 h 2083506"/>
              <a:gd name="connsiteX246" fmla="*/ 29133 w 12191999"/>
              <a:gd name="connsiteY246" fmla="*/ 1626172 h 2083506"/>
              <a:gd name="connsiteX247" fmla="*/ 0 w 12191999"/>
              <a:gd name="connsiteY247" fmla="*/ 1619589 h 208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</a:cxnLst>
            <a:rect l="l" t="t" r="r" b="b"/>
            <a:pathLst>
              <a:path w="12191999" h="2083506">
                <a:moveTo>
                  <a:pt x="0" y="0"/>
                </a:moveTo>
                <a:lnTo>
                  <a:pt x="9429748" y="0"/>
                </a:lnTo>
                <a:lnTo>
                  <a:pt x="9429748" y="1"/>
                </a:lnTo>
                <a:lnTo>
                  <a:pt x="12191999" y="1"/>
                </a:lnTo>
                <a:lnTo>
                  <a:pt x="12191999" y="1164372"/>
                </a:lnTo>
                <a:lnTo>
                  <a:pt x="12147852" y="1163783"/>
                </a:lnTo>
                <a:cubicBezTo>
                  <a:pt x="12063101" y="1189107"/>
                  <a:pt x="12045020" y="1156925"/>
                  <a:pt x="11993604" y="1153496"/>
                </a:cubicBezTo>
                <a:cubicBezTo>
                  <a:pt x="11954216" y="1165241"/>
                  <a:pt x="11911195" y="1167350"/>
                  <a:pt x="11865319" y="1176624"/>
                </a:cubicBezTo>
                <a:cubicBezTo>
                  <a:pt x="11822513" y="1184682"/>
                  <a:pt x="11766915" y="1201558"/>
                  <a:pt x="11718353" y="1209136"/>
                </a:cubicBezTo>
                <a:cubicBezTo>
                  <a:pt x="11675379" y="1217463"/>
                  <a:pt x="11638007" y="1216639"/>
                  <a:pt x="11609067" y="1218512"/>
                </a:cubicBezTo>
                <a:cubicBezTo>
                  <a:pt x="11597582" y="1221322"/>
                  <a:pt x="11554280" y="1243577"/>
                  <a:pt x="11545958" y="1240430"/>
                </a:cubicBezTo>
                <a:lnTo>
                  <a:pt x="11445770" y="1225780"/>
                </a:lnTo>
                <a:cubicBezTo>
                  <a:pt x="11425543" y="1230782"/>
                  <a:pt x="11413740" y="1222096"/>
                  <a:pt x="11398842" y="1227250"/>
                </a:cubicBezTo>
                <a:cubicBezTo>
                  <a:pt x="11367060" y="1233093"/>
                  <a:pt x="11269285" y="1263712"/>
                  <a:pt x="11240093" y="1266797"/>
                </a:cubicBezTo>
                <a:cubicBezTo>
                  <a:pt x="11197297" y="1273685"/>
                  <a:pt x="11181311" y="1272682"/>
                  <a:pt x="11141364" y="1288059"/>
                </a:cubicBezTo>
                <a:cubicBezTo>
                  <a:pt x="11099891" y="1305386"/>
                  <a:pt x="11051533" y="1319157"/>
                  <a:pt x="11015396" y="1353104"/>
                </a:cubicBezTo>
                <a:cubicBezTo>
                  <a:pt x="11009424" y="1362217"/>
                  <a:pt x="10992328" y="1361966"/>
                  <a:pt x="10973905" y="1365109"/>
                </a:cubicBezTo>
                <a:cubicBezTo>
                  <a:pt x="10955482" y="1368254"/>
                  <a:pt x="10907369" y="1372817"/>
                  <a:pt x="10904858" y="1371966"/>
                </a:cubicBezTo>
                <a:cubicBezTo>
                  <a:pt x="10880521" y="1379494"/>
                  <a:pt x="10873670" y="1399734"/>
                  <a:pt x="10827883" y="1410270"/>
                </a:cubicBezTo>
                <a:cubicBezTo>
                  <a:pt x="10790248" y="1415655"/>
                  <a:pt x="10724899" y="1420726"/>
                  <a:pt x="10690996" y="1426394"/>
                </a:cubicBezTo>
                <a:cubicBezTo>
                  <a:pt x="10676463" y="1423331"/>
                  <a:pt x="10634514" y="1436908"/>
                  <a:pt x="10624461" y="1444283"/>
                </a:cubicBezTo>
                <a:cubicBezTo>
                  <a:pt x="10601952" y="1468442"/>
                  <a:pt x="10536224" y="1460228"/>
                  <a:pt x="10517208" y="1478947"/>
                </a:cubicBezTo>
                <a:cubicBezTo>
                  <a:pt x="10509508" y="1482271"/>
                  <a:pt x="10505833" y="1468818"/>
                  <a:pt x="10497937" y="1469831"/>
                </a:cubicBezTo>
                <a:lnTo>
                  <a:pt x="10471201" y="1486037"/>
                </a:lnTo>
                <a:lnTo>
                  <a:pt x="10448263" y="1478223"/>
                </a:lnTo>
                <a:lnTo>
                  <a:pt x="10388089" y="1507175"/>
                </a:lnTo>
                <a:cubicBezTo>
                  <a:pt x="10350285" y="1513081"/>
                  <a:pt x="10383281" y="1526586"/>
                  <a:pt x="10333720" y="1515848"/>
                </a:cubicBezTo>
                <a:cubicBezTo>
                  <a:pt x="10286428" y="1526223"/>
                  <a:pt x="10174884" y="1550019"/>
                  <a:pt x="10104338" y="1569424"/>
                </a:cubicBezTo>
                <a:cubicBezTo>
                  <a:pt x="10066963" y="1581564"/>
                  <a:pt x="9967395" y="1605712"/>
                  <a:pt x="9910445" y="1632275"/>
                </a:cubicBezTo>
                <a:cubicBezTo>
                  <a:pt x="9856131" y="1644130"/>
                  <a:pt x="9831118" y="1689967"/>
                  <a:pt x="9770872" y="1688088"/>
                </a:cubicBezTo>
                <a:cubicBezTo>
                  <a:pt x="9769882" y="1691843"/>
                  <a:pt x="9737016" y="1697044"/>
                  <a:pt x="9733849" y="1700034"/>
                </a:cubicBezTo>
                <a:lnTo>
                  <a:pt x="9703714" y="1730093"/>
                </a:lnTo>
                <a:lnTo>
                  <a:pt x="9698351" y="1730377"/>
                </a:lnTo>
                <a:lnTo>
                  <a:pt x="9632895" y="1736363"/>
                </a:lnTo>
                <a:lnTo>
                  <a:pt x="9569107" y="1741010"/>
                </a:lnTo>
                <a:cubicBezTo>
                  <a:pt x="9558961" y="1745882"/>
                  <a:pt x="9548028" y="1750646"/>
                  <a:pt x="9536451" y="1755120"/>
                </a:cubicBezTo>
                <a:lnTo>
                  <a:pt x="9529385" y="1757515"/>
                </a:lnTo>
                <a:lnTo>
                  <a:pt x="9498527" y="1753117"/>
                </a:lnTo>
                <a:lnTo>
                  <a:pt x="9436642" y="1755478"/>
                </a:lnTo>
                <a:lnTo>
                  <a:pt x="9429748" y="1756317"/>
                </a:lnTo>
                <a:lnTo>
                  <a:pt x="9429748" y="1768745"/>
                </a:lnTo>
                <a:lnTo>
                  <a:pt x="9425802" y="1769273"/>
                </a:lnTo>
                <a:cubicBezTo>
                  <a:pt x="9390751" y="1773262"/>
                  <a:pt x="9371406" y="1773457"/>
                  <a:pt x="9349763" y="1776107"/>
                </a:cubicBezTo>
                <a:cubicBezTo>
                  <a:pt x="9314721" y="1782260"/>
                  <a:pt x="9277650" y="1796217"/>
                  <a:pt x="9256503" y="1800699"/>
                </a:cubicBezTo>
                <a:lnTo>
                  <a:pt x="9222873" y="1803003"/>
                </a:lnTo>
                <a:lnTo>
                  <a:pt x="9224095" y="1807355"/>
                </a:lnTo>
                <a:lnTo>
                  <a:pt x="9211603" y="1807675"/>
                </a:lnTo>
                <a:lnTo>
                  <a:pt x="9183719" y="1807781"/>
                </a:lnTo>
                <a:cubicBezTo>
                  <a:pt x="9166319" y="1808439"/>
                  <a:pt x="9117935" y="1807396"/>
                  <a:pt x="9100221" y="1808989"/>
                </a:cubicBezTo>
                <a:cubicBezTo>
                  <a:pt x="9095111" y="1813630"/>
                  <a:pt x="9087224" y="1816160"/>
                  <a:pt x="9077439" y="1817333"/>
                </a:cubicBezTo>
                <a:lnTo>
                  <a:pt x="9055889" y="1817464"/>
                </a:lnTo>
                <a:lnTo>
                  <a:pt x="8930912" y="1828648"/>
                </a:lnTo>
                <a:lnTo>
                  <a:pt x="8913729" y="1829483"/>
                </a:lnTo>
                <a:lnTo>
                  <a:pt x="8904423" y="1833234"/>
                </a:lnTo>
                <a:cubicBezTo>
                  <a:pt x="8897319" y="1833982"/>
                  <a:pt x="8876911" y="1833498"/>
                  <a:pt x="8871099" y="1833979"/>
                </a:cubicBezTo>
                <a:lnTo>
                  <a:pt x="8869557" y="1836113"/>
                </a:lnTo>
                <a:cubicBezTo>
                  <a:pt x="8851043" y="1839524"/>
                  <a:pt x="8781405" y="1850882"/>
                  <a:pt x="8760021" y="1854442"/>
                </a:cubicBezTo>
                <a:cubicBezTo>
                  <a:pt x="8755749" y="1851161"/>
                  <a:pt x="8746183" y="1856343"/>
                  <a:pt x="8741254" y="1857469"/>
                </a:cubicBezTo>
                <a:cubicBezTo>
                  <a:pt x="8740491" y="1855259"/>
                  <a:pt x="8728559" y="1854585"/>
                  <a:pt x="8725039" y="1856552"/>
                </a:cubicBezTo>
                <a:cubicBezTo>
                  <a:pt x="8641157" y="1867333"/>
                  <a:pt x="8683145" y="1845054"/>
                  <a:pt x="8635265" y="1859168"/>
                </a:cubicBezTo>
                <a:cubicBezTo>
                  <a:pt x="8626795" y="1860103"/>
                  <a:pt x="8619931" y="1859212"/>
                  <a:pt x="8613911" y="1857561"/>
                </a:cubicBezTo>
                <a:lnTo>
                  <a:pt x="8604931" y="1854170"/>
                </a:lnTo>
                <a:lnTo>
                  <a:pt x="8570171" y="1860579"/>
                </a:lnTo>
                <a:cubicBezTo>
                  <a:pt x="8553049" y="1862813"/>
                  <a:pt x="8535028" y="1864294"/>
                  <a:pt x="8516537" y="1864971"/>
                </a:cubicBezTo>
                <a:cubicBezTo>
                  <a:pt x="8512388" y="1860455"/>
                  <a:pt x="8497874" y="1866870"/>
                  <a:pt x="8491046" y="1868141"/>
                </a:cubicBezTo>
                <a:cubicBezTo>
                  <a:pt x="8490975" y="1865191"/>
                  <a:pt x="8475847" y="1863778"/>
                  <a:pt x="8470478" y="1866216"/>
                </a:cubicBezTo>
                <a:cubicBezTo>
                  <a:pt x="8357654" y="1876758"/>
                  <a:pt x="8421139" y="1849210"/>
                  <a:pt x="8353433" y="1865729"/>
                </a:cubicBezTo>
                <a:lnTo>
                  <a:pt x="8347675" y="1865075"/>
                </a:lnTo>
                <a:lnTo>
                  <a:pt x="8343939" y="1865677"/>
                </a:lnTo>
                <a:cubicBezTo>
                  <a:pt x="8309852" y="1870841"/>
                  <a:pt x="8272587" y="1875809"/>
                  <a:pt x="8221566" y="1881148"/>
                </a:cubicBezTo>
                <a:cubicBezTo>
                  <a:pt x="8158043" y="1892960"/>
                  <a:pt x="8095547" y="1914042"/>
                  <a:pt x="8066095" y="1919902"/>
                </a:cubicBezTo>
                <a:cubicBezTo>
                  <a:pt x="8058949" y="1919234"/>
                  <a:pt x="8051921" y="1917862"/>
                  <a:pt x="8044849" y="1916308"/>
                </a:cubicBezTo>
                <a:lnTo>
                  <a:pt x="8041142" y="1915506"/>
                </a:lnTo>
                <a:lnTo>
                  <a:pt x="8022159" y="1911521"/>
                </a:lnTo>
                <a:lnTo>
                  <a:pt x="7944932" y="1917265"/>
                </a:lnTo>
                <a:lnTo>
                  <a:pt x="7879011" y="1928570"/>
                </a:lnTo>
                <a:lnTo>
                  <a:pt x="7865529" y="1934399"/>
                </a:lnTo>
                <a:lnTo>
                  <a:pt x="7774801" y="1947969"/>
                </a:lnTo>
                <a:lnTo>
                  <a:pt x="7748398" y="1955982"/>
                </a:lnTo>
                <a:lnTo>
                  <a:pt x="7740684" y="1955717"/>
                </a:lnTo>
                <a:cubicBezTo>
                  <a:pt x="7728362" y="1958584"/>
                  <a:pt x="7714099" y="1968442"/>
                  <a:pt x="7712976" y="1960442"/>
                </a:cubicBezTo>
                <a:lnTo>
                  <a:pt x="7699956" y="1966104"/>
                </a:lnTo>
                <a:lnTo>
                  <a:pt x="7684158" y="1962927"/>
                </a:lnTo>
                <a:cubicBezTo>
                  <a:pt x="7674684" y="1962643"/>
                  <a:pt x="7652105" y="1963177"/>
                  <a:pt x="7643109" y="1964400"/>
                </a:cubicBezTo>
                <a:lnTo>
                  <a:pt x="7630180" y="1970266"/>
                </a:lnTo>
                <a:lnTo>
                  <a:pt x="7609131" y="1971774"/>
                </a:lnTo>
                <a:cubicBezTo>
                  <a:pt x="7596694" y="1971644"/>
                  <a:pt x="7570258" y="1969757"/>
                  <a:pt x="7555555" y="1969491"/>
                </a:cubicBezTo>
                <a:cubicBezTo>
                  <a:pt x="7541460" y="1966540"/>
                  <a:pt x="7530571" y="1964848"/>
                  <a:pt x="7520919" y="1970177"/>
                </a:cubicBezTo>
                <a:cubicBezTo>
                  <a:pt x="7500295" y="1966884"/>
                  <a:pt x="7480780" y="1949401"/>
                  <a:pt x="7456258" y="1960468"/>
                </a:cubicBezTo>
                <a:cubicBezTo>
                  <a:pt x="7434946" y="1957506"/>
                  <a:pt x="7435772" y="1952500"/>
                  <a:pt x="7393047" y="1952408"/>
                </a:cubicBezTo>
                <a:cubicBezTo>
                  <a:pt x="7356520" y="1952860"/>
                  <a:pt x="7236307" y="1958626"/>
                  <a:pt x="7199912" y="1959913"/>
                </a:cubicBezTo>
                <a:cubicBezTo>
                  <a:pt x="7176501" y="1959942"/>
                  <a:pt x="7160098" y="1958343"/>
                  <a:pt x="7146774" y="1956641"/>
                </a:cubicBezTo>
                <a:lnTo>
                  <a:pt x="7122244" y="1953891"/>
                </a:lnTo>
                <a:lnTo>
                  <a:pt x="7032241" y="1962723"/>
                </a:lnTo>
                <a:cubicBezTo>
                  <a:pt x="6997214" y="1965198"/>
                  <a:pt x="6963725" y="1968396"/>
                  <a:pt x="6941492" y="1976868"/>
                </a:cubicBezTo>
                <a:cubicBezTo>
                  <a:pt x="6947015" y="1970398"/>
                  <a:pt x="6923088" y="1965379"/>
                  <a:pt x="6906514" y="1968589"/>
                </a:cubicBezTo>
                <a:cubicBezTo>
                  <a:pt x="6925890" y="1943204"/>
                  <a:pt x="6840983" y="1991464"/>
                  <a:pt x="6826395" y="1974141"/>
                </a:cubicBezTo>
                <a:cubicBezTo>
                  <a:pt x="6825676" y="1990223"/>
                  <a:pt x="6751393" y="2017492"/>
                  <a:pt x="6716431" y="2004297"/>
                </a:cubicBezTo>
                <a:cubicBezTo>
                  <a:pt x="6663167" y="2007518"/>
                  <a:pt x="6625450" y="2020811"/>
                  <a:pt x="6569607" y="2015496"/>
                </a:cubicBezTo>
                <a:cubicBezTo>
                  <a:pt x="6567874" y="2017648"/>
                  <a:pt x="6565034" y="2019449"/>
                  <a:pt x="6561430" y="2020996"/>
                </a:cubicBezTo>
                <a:lnTo>
                  <a:pt x="6549371" y="2024747"/>
                </a:lnTo>
                <a:lnTo>
                  <a:pt x="6547040" y="2024474"/>
                </a:lnTo>
                <a:cubicBezTo>
                  <a:pt x="6537882" y="2024425"/>
                  <a:pt x="6533193" y="2025332"/>
                  <a:pt x="6530482" y="2026659"/>
                </a:cubicBezTo>
                <a:lnTo>
                  <a:pt x="6528565" y="2028600"/>
                </a:lnTo>
                <a:lnTo>
                  <a:pt x="6517741" y="2030558"/>
                </a:lnTo>
                <a:lnTo>
                  <a:pt x="6497855" y="2035650"/>
                </a:lnTo>
                <a:lnTo>
                  <a:pt x="6492785" y="2035444"/>
                </a:lnTo>
                <a:lnTo>
                  <a:pt x="6460692" y="2041321"/>
                </a:lnTo>
                <a:lnTo>
                  <a:pt x="6459609" y="2040851"/>
                </a:lnTo>
                <a:cubicBezTo>
                  <a:pt x="6456451" y="2039933"/>
                  <a:pt x="6452734" y="2039508"/>
                  <a:pt x="6447765" y="2040102"/>
                </a:cubicBezTo>
                <a:cubicBezTo>
                  <a:pt x="6446007" y="2031126"/>
                  <a:pt x="6441093" y="2037380"/>
                  <a:pt x="6426590" y="2039928"/>
                </a:cubicBezTo>
                <a:cubicBezTo>
                  <a:pt x="6423606" y="2033241"/>
                  <a:pt x="6413230" y="2032925"/>
                  <a:pt x="6401693" y="2033537"/>
                </a:cubicBezTo>
                <a:lnTo>
                  <a:pt x="6387141" y="2033161"/>
                </a:lnTo>
                <a:lnTo>
                  <a:pt x="6357846" y="2036782"/>
                </a:lnTo>
                <a:lnTo>
                  <a:pt x="6342914" y="2037585"/>
                </a:lnTo>
                <a:lnTo>
                  <a:pt x="6336300" y="2038781"/>
                </a:lnTo>
                <a:lnTo>
                  <a:pt x="6317178" y="2038968"/>
                </a:lnTo>
                <a:lnTo>
                  <a:pt x="6161427" y="2047338"/>
                </a:lnTo>
                <a:cubicBezTo>
                  <a:pt x="6147824" y="2057658"/>
                  <a:pt x="6118908" y="2077615"/>
                  <a:pt x="6097339" y="2082438"/>
                </a:cubicBezTo>
                <a:cubicBezTo>
                  <a:pt x="6090149" y="2084046"/>
                  <a:pt x="6083776" y="2083972"/>
                  <a:pt x="6079059" y="2081299"/>
                </a:cubicBezTo>
                <a:cubicBezTo>
                  <a:pt x="6063900" y="2082334"/>
                  <a:pt x="6011621" y="2084537"/>
                  <a:pt x="5998439" y="2070958"/>
                </a:cubicBezTo>
                <a:cubicBezTo>
                  <a:pt x="5976443" y="2071759"/>
                  <a:pt x="5925514" y="2069780"/>
                  <a:pt x="5904290" y="2070255"/>
                </a:cubicBezTo>
                <a:cubicBezTo>
                  <a:pt x="5871515" y="2066244"/>
                  <a:pt x="5843986" y="2088249"/>
                  <a:pt x="5814867" y="2079032"/>
                </a:cubicBezTo>
                <a:cubicBezTo>
                  <a:pt x="5792003" y="2070559"/>
                  <a:pt x="5750009" y="2076273"/>
                  <a:pt x="5725743" y="2070558"/>
                </a:cubicBezTo>
                <a:cubicBezTo>
                  <a:pt x="5716432" y="2058355"/>
                  <a:pt x="5667424" y="2047322"/>
                  <a:pt x="5650546" y="2052412"/>
                </a:cubicBezTo>
                <a:cubicBezTo>
                  <a:pt x="5614627" y="2046084"/>
                  <a:pt x="5608108" y="2028306"/>
                  <a:pt x="5581284" y="2023175"/>
                </a:cubicBezTo>
                <a:lnTo>
                  <a:pt x="5572593" y="2018391"/>
                </a:lnTo>
                <a:lnTo>
                  <a:pt x="5548580" y="2016951"/>
                </a:lnTo>
                <a:cubicBezTo>
                  <a:pt x="5523726" y="2017783"/>
                  <a:pt x="5498337" y="2019663"/>
                  <a:pt x="5471173" y="2018786"/>
                </a:cubicBezTo>
                <a:cubicBezTo>
                  <a:pt x="5447687" y="2003020"/>
                  <a:pt x="5353807" y="2022324"/>
                  <a:pt x="5340320" y="2037611"/>
                </a:cubicBezTo>
                <a:cubicBezTo>
                  <a:pt x="5340015" y="2024215"/>
                  <a:pt x="5271937" y="2042455"/>
                  <a:pt x="5254376" y="2042928"/>
                </a:cubicBezTo>
                <a:cubicBezTo>
                  <a:pt x="5248522" y="2043086"/>
                  <a:pt x="5248281" y="2041270"/>
                  <a:pt x="5258035" y="2035649"/>
                </a:cubicBezTo>
                <a:cubicBezTo>
                  <a:pt x="5239374" y="2037214"/>
                  <a:pt x="5220112" y="2030252"/>
                  <a:pt x="5230622" y="2024576"/>
                </a:cubicBezTo>
                <a:cubicBezTo>
                  <a:pt x="5173932" y="2036724"/>
                  <a:pt x="5090262" y="2024645"/>
                  <a:pt x="5026203" y="2030162"/>
                </a:cubicBezTo>
                <a:cubicBezTo>
                  <a:pt x="4991280" y="2016814"/>
                  <a:pt x="5010212" y="2029164"/>
                  <a:pt x="4973988" y="2026668"/>
                </a:cubicBezTo>
                <a:cubicBezTo>
                  <a:pt x="4983896" y="2038955"/>
                  <a:pt x="4930012" y="2019774"/>
                  <a:pt x="4928030" y="2033642"/>
                </a:cubicBezTo>
                <a:cubicBezTo>
                  <a:pt x="4921501" y="2032748"/>
                  <a:pt x="4915238" y="2031445"/>
                  <a:pt x="4908970" y="2030033"/>
                </a:cubicBezTo>
                <a:lnTo>
                  <a:pt x="4905679" y="2029300"/>
                </a:lnTo>
                <a:lnTo>
                  <a:pt x="4892525" y="2028768"/>
                </a:lnTo>
                <a:lnTo>
                  <a:pt x="4888818" y="2025619"/>
                </a:lnTo>
                <a:lnTo>
                  <a:pt x="4869018" y="2022668"/>
                </a:lnTo>
                <a:cubicBezTo>
                  <a:pt x="4861602" y="2022028"/>
                  <a:pt x="4853622" y="2021880"/>
                  <a:pt x="4844804" y="2022527"/>
                </a:cubicBezTo>
                <a:cubicBezTo>
                  <a:pt x="4823110" y="2028022"/>
                  <a:pt x="4789330" y="2021287"/>
                  <a:pt x="4758778" y="2021694"/>
                </a:cubicBezTo>
                <a:lnTo>
                  <a:pt x="4744748" y="2023396"/>
                </a:lnTo>
                <a:lnTo>
                  <a:pt x="4698956" y="2020558"/>
                </a:lnTo>
                <a:cubicBezTo>
                  <a:pt x="4685921" y="2020008"/>
                  <a:pt x="4672392" y="2019718"/>
                  <a:pt x="4658147" y="2019920"/>
                </a:cubicBezTo>
                <a:lnTo>
                  <a:pt x="4631706" y="2021274"/>
                </a:lnTo>
                <a:lnTo>
                  <a:pt x="4624776" y="2020152"/>
                </a:lnTo>
                <a:cubicBezTo>
                  <a:pt x="4612703" y="2020277"/>
                  <a:pt x="4596727" y="2024226"/>
                  <a:pt x="4598150" y="2019429"/>
                </a:cubicBezTo>
                <a:lnTo>
                  <a:pt x="4584588" y="2021092"/>
                </a:lnTo>
                <a:lnTo>
                  <a:pt x="4571203" y="2017263"/>
                </a:lnTo>
                <a:cubicBezTo>
                  <a:pt x="4569736" y="2016374"/>
                  <a:pt x="4568633" y="2015427"/>
                  <a:pt x="4567930" y="2014458"/>
                </a:cubicBezTo>
                <a:lnTo>
                  <a:pt x="4548984" y="2015717"/>
                </a:lnTo>
                <a:lnTo>
                  <a:pt x="4533451" y="2012976"/>
                </a:lnTo>
                <a:lnTo>
                  <a:pt x="4519910" y="2014768"/>
                </a:lnTo>
                <a:lnTo>
                  <a:pt x="4514290" y="2014364"/>
                </a:lnTo>
                <a:lnTo>
                  <a:pt x="4500320" y="2013007"/>
                </a:lnTo>
                <a:cubicBezTo>
                  <a:pt x="4493159" y="2012056"/>
                  <a:pt x="4485144" y="2010910"/>
                  <a:pt x="4476219" y="2009993"/>
                </a:cubicBezTo>
                <a:lnTo>
                  <a:pt x="4468701" y="2009574"/>
                </a:lnTo>
                <a:lnTo>
                  <a:pt x="4452333" y="2004964"/>
                </a:lnTo>
                <a:cubicBezTo>
                  <a:pt x="4440422" y="2001479"/>
                  <a:pt x="4431048" y="1999130"/>
                  <a:pt x="4420644" y="2001021"/>
                </a:cubicBezTo>
                <a:cubicBezTo>
                  <a:pt x="4402911" y="1996519"/>
                  <a:pt x="4390524" y="1983900"/>
                  <a:pt x="4364856" y="1987267"/>
                </a:cubicBezTo>
                <a:cubicBezTo>
                  <a:pt x="4372645" y="1981550"/>
                  <a:pt x="4336350" y="1986575"/>
                  <a:pt x="4332062" y="1980703"/>
                </a:cubicBezTo>
                <a:cubicBezTo>
                  <a:pt x="4330083" y="1975974"/>
                  <a:pt x="4318612" y="1976397"/>
                  <a:pt x="4309876" y="1974653"/>
                </a:cubicBezTo>
                <a:cubicBezTo>
                  <a:pt x="4303650" y="1969824"/>
                  <a:pt x="4259693" y="1965414"/>
                  <a:pt x="4244391" y="1966109"/>
                </a:cubicBezTo>
                <a:cubicBezTo>
                  <a:pt x="4201255" y="1970914"/>
                  <a:pt x="4166558" y="1951471"/>
                  <a:pt x="4132071" y="1954813"/>
                </a:cubicBezTo>
                <a:cubicBezTo>
                  <a:pt x="4123041" y="1954358"/>
                  <a:pt x="4115554" y="1953263"/>
                  <a:pt x="4109069" y="1951778"/>
                </a:cubicBezTo>
                <a:lnTo>
                  <a:pt x="4092908" y="1946662"/>
                </a:lnTo>
                <a:cubicBezTo>
                  <a:pt x="4092707" y="1945539"/>
                  <a:pt x="4092506" y="1944415"/>
                  <a:pt x="4092306" y="1943291"/>
                </a:cubicBezTo>
                <a:lnTo>
                  <a:pt x="4080234" y="1941219"/>
                </a:lnTo>
                <a:lnTo>
                  <a:pt x="4077778" y="1940145"/>
                </a:lnTo>
                <a:cubicBezTo>
                  <a:pt x="4073105" y="1938081"/>
                  <a:pt x="4068339" y="1936119"/>
                  <a:pt x="4062936" y="1934506"/>
                </a:cubicBezTo>
                <a:cubicBezTo>
                  <a:pt x="4048082" y="1947155"/>
                  <a:pt x="4014523" y="1922869"/>
                  <a:pt x="4012506" y="1935475"/>
                </a:cubicBezTo>
                <a:cubicBezTo>
                  <a:pt x="3980228" y="1928812"/>
                  <a:pt x="3986775" y="1942559"/>
                  <a:pt x="3965880" y="1925968"/>
                </a:cubicBezTo>
                <a:cubicBezTo>
                  <a:pt x="3899515" y="1923414"/>
                  <a:pt x="3830855" y="1902158"/>
                  <a:pt x="3765338" y="1906649"/>
                </a:cubicBezTo>
                <a:cubicBezTo>
                  <a:pt x="3780686" y="1902635"/>
                  <a:pt x="3768784" y="1893856"/>
                  <a:pt x="3749493" y="1893071"/>
                </a:cubicBezTo>
                <a:cubicBezTo>
                  <a:pt x="3807776" y="1876857"/>
                  <a:pt x="3656400" y="1898030"/>
                  <a:pt x="3672704" y="1881383"/>
                </a:cubicBezTo>
                <a:cubicBezTo>
                  <a:pt x="3645532" y="1893973"/>
                  <a:pt x="3537791" y="1900656"/>
                  <a:pt x="3530082" y="1883187"/>
                </a:cubicBezTo>
                <a:cubicBezTo>
                  <a:pt x="3479808" y="1875044"/>
                  <a:pt x="3426017" y="1877998"/>
                  <a:pt x="3387664" y="1862579"/>
                </a:cubicBezTo>
                <a:cubicBezTo>
                  <a:pt x="3382649" y="1863935"/>
                  <a:pt x="3377277" y="1864791"/>
                  <a:pt x="3371681" y="1865293"/>
                </a:cubicBezTo>
                <a:lnTo>
                  <a:pt x="3355305" y="1865842"/>
                </a:lnTo>
                <a:lnTo>
                  <a:pt x="3353790" y="1865158"/>
                </a:lnTo>
                <a:cubicBezTo>
                  <a:pt x="3346144" y="1863282"/>
                  <a:pt x="3340687" y="1863057"/>
                  <a:pt x="3336210" y="1863564"/>
                </a:cubicBezTo>
                <a:lnTo>
                  <a:pt x="3331381" y="1864716"/>
                </a:lnTo>
                <a:lnTo>
                  <a:pt x="3319012" y="1864093"/>
                </a:lnTo>
                <a:lnTo>
                  <a:pt x="3293818" y="1864135"/>
                </a:lnTo>
                <a:lnTo>
                  <a:pt x="3289881" y="1862954"/>
                </a:lnTo>
                <a:lnTo>
                  <a:pt x="3253090" y="1861164"/>
                </a:lnTo>
                <a:cubicBezTo>
                  <a:pt x="3253042" y="1860968"/>
                  <a:pt x="3252996" y="1860771"/>
                  <a:pt x="3252949" y="1860574"/>
                </a:cubicBezTo>
                <a:cubicBezTo>
                  <a:pt x="3251799" y="1859213"/>
                  <a:pt x="3249368" y="1858131"/>
                  <a:pt x="3244187" y="1857604"/>
                </a:cubicBezTo>
                <a:cubicBezTo>
                  <a:pt x="3250860" y="1853873"/>
                  <a:pt x="3250577" y="1852999"/>
                  <a:pt x="3246570" y="1852946"/>
                </a:cubicBezTo>
                <a:lnTo>
                  <a:pt x="3237810" y="1853064"/>
                </a:lnTo>
                <a:lnTo>
                  <a:pt x="3230822" y="1855474"/>
                </a:lnTo>
                <a:cubicBezTo>
                  <a:pt x="3206812" y="1862286"/>
                  <a:pt x="3176733" y="1868865"/>
                  <a:pt x="3136549" y="1874037"/>
                </a:cubicBezTo>
                <a:cubicBezTo>
                  <a:pt x="3081163" y="1880168"/>
                  <a:pt x="2902557" y="1900580"/>
                  <a:pt x="2845754" y="1910932"/>
                </a:cubicBezTo>
                <a:cubicBezTo>
                  <a:pt x="2860822" y="1944376"/>
                  <a:pt x="2813389" y="1905358"/>
                  <a:pt x="2786878" y="1917162"/>
                </a:cubicBezTo>
                <a:cubicBezTo>
                  <a:pt x="2766803" y="1917398"/>
                  <a:pt x="2741628" y="1915886"/>
                  <a:pt x="2725298" y="1912340"/>
                </a:cubicBezTo>
                <a:cubicBezTo>
                  <a:pt x="2716680" y="1911427"/>
                  <a:pt x="2707572" y="1911972"/>
                  <a:pt x="2697754" y="1914863"/>
                </a:cubicBezTo>
                <a:cubicBezTo>
                  <a:pt x="2667185" y="1939014"/>
                  <a:pt x="2622149" y="1926211"/>
                  <a:pt x="2568063" y="1936283"/>
                </a:cubicBezTo>
                <a:cubicBezTo>
                  <a:pt x="2552625" y="1932001"/>
                  <a:pt x="2502682" y="1953378"/>
                  <a:pt x="2489784" y="1943720"/>
                </a:cubicBezTo>
                <a:cubicBezTo>
                  <a:pt x="2478524" y="1943155"/>
                  <a:pt x="2467418" y="1949411"/>
                  <a:pt x="2458978" y="1938095"/>
                </a:cubicBezTo>
                <a:cubicBezTo>
                  <a:pt x="2417552" y="1934639"/>
                  <a:pt x="2366376" y="1931293"/>
                  <a:pt x="2318712" y="1934474"/>
                </a:cubicBezTo>
                <a:cubicBezTo>
                  <a:pt x="2296029" y="1936526"/>
                  <a:pt x="2282069" y="1938434"/>
                  <a:pt x="2268709" y="1940521"/>
                </a:cubicBezTo>
                <a:lnTo>
                  <a:pt x="2264080" y="1941232"/>
                </a:lnTo>
                <a:lnTo>
                  <a:pt x="2254684" y="1943524"/>
                </a:lnTo>
                <a:lnTo>
                  <a:pt x="2252523" y="1943004"/>
                </a:lnTo>
                <a:lnTo>
                  <a:pt x="2173350" y="1929202"/>
                </a:lnTo>
                <a:lnTo>
                  <a:pt x="2155266" y="1920267"/>
                </a:lnTo>
                <a:lnTo>
                  <a:pt x="2091013" y="1914631"/>
                </a:lnTo>
                <a:cubicBezTo>
                  <a:pt x="2033357" y="1920614"/>
                  <a:pt x="2070513" y="1905065"/>
                  <a:pt x="2030712" y="1897690"/>
                </a:cubicBezTo>
                <a:cubicBezTo>
                  <a:pt x="1994539" y="1893055"/>
                  <a:pt x="1958569" y="1883188"/>
                  <a:pt x="1908838" y="1892222"/>
                </a:cubicBezTo>
                <a:cubicBezTo>
                  <a:pt x="1897236" y="1896147"/>
                  <a:pt x="1883338" y="1892415"/>
                  <a:pt x="1877796" y="1883887"/>
                </a:cubicBezTo>
                <a:cubicBezTo>
                  <a:pt x="1876842" y="1882419"/>
                  <a:pt x="1876177" y="1880863"/>
                  <a:pt x="1875824" y="1879265"/>
                </a:cubicBezTo>
                <a:cubicBezTo>
                  <a:pt x="1843474" y="1887199"/>
                  <a:pt x="1841511" y="1873818"/>
                  <a:pt x="1823048" y="1881064"/>
                </a:cubicBezTo>
                <a:cubicBezTo>
                  <a:pt x="1792640" y="1872164"/>
                  <a:pt x="1782358" y="1850450"/>
                  <a:pt x="1765736" y="1856578"/>
                </a:cubicBezTo>
                <a:cubicBezTo>
                  <a:pt x="1753024" y="1849107"/>
                  <a:pt x="1745932" y="1828316"/>
                  <a:pt x="1725669" y="1833744"/>
                </a:cubicBezTo>
                <a:cubicBezTo>
                  <a:pt x="1727428" y="1831405"/>
                  <a:pt x="1726953" y="1830157"/>
                  <a:pt x="1725216" y="1829447"/>
                </a:cubicBezTo>
                <a:lnTo>
                  <a:pt x="1721485" y="1828960"/>
                </a:lnTo>
                <a:lnTo>
                  <a:pt x="1717786" y="1832224"/>
                </a:lnTo>
                <a:cubicBezTo>
                  <a:pt x="1703445" y="1843277"/>
                  <a:pt x="1706547" y="1827935"/>
                  <a:pt x="1689907" y="1825425"/>
                </a:cubicBezTo>
                <a:cubicBezTo>
                  <a:pt x="1682338" y="1823445"/>
                  <a:pt x="1685181" y="1820226"/>
                  <a:pt x="1688093" y="1817391"/>
                </a:cubicBezTo>
                <a:lnTo>
                  <a:pt x="1496789" y="1805297"/>
                </a:lnTo>
                <a:cubicBezTo>
                  <a:pt x="1463551" y="1793913"/>
                  <a:pt x="1426345" y="1786892"/>
                  <a:pt x="1392839" y="1758649"/>
                </a:cubicBezTo>
                <a:cubicBezTo>
                  <a:pt x="1386461" y="1750573"/>
                  <a:pt x="1374031" y="1756918"/>
                  <a:pt x="1360872" y="1752441"/>
                </a:cubicBezTo>
                <a:cubicBezTo>
                  <a:pt x="1347711" y="1747963"/>
                  <a:pt x="1332751" y="1735898"/>
                  <a:pt x="1313885" y="1731785"/>
                </a:cubicBezTo>
                <a:cubicBezTo>
                  <a:pt x="1281989" y="1726305"/>
                  <a:pt x="1256405" y="1739744"/>
                  <a:pt x="1247665" y="1727765"/>
                </a:cubicBezTo>
                <a:cubicBezTo>
                  <a:pt x="1231363" y="1728538"/>
                  <a:pt x="1209120" y="1742556"/>
                  <a:pt x="1196850" y="1729622"/>
                </a:cubicBezTo>
                <a:cubicBezTo>
                  <a:pt x="1195195" y="1740224"/>
                  <a:pt x="1178147" y="1721561"/>
                  <a:pt x="1168728" y="1728550"/>
                </a:cubicBezTo>
                <a:cubicBezTo>
                  <a:pt x="1152073" y="1727193"/>
                  <a:pt x="1122804" y="1725926"/>
                  <a:pt x="1096918" y="1721485"/>
                </a:cubicBezTo>
                <a:lnTo>
                  <a:pt x="1094082" y="1720113"/>
                </a:lnTo>
                <a:lnTo>
                  <a:pt x="1040782" y="1721762"/>
                </a:lnTo>
                <a:cubicBezTo>
                  <a:pt x="987172" y="1722352"/>
                  <a:pt x="1023272" y="1708707"/>
                  <a:pt x="955980" y="1719289"/>
                </a:cubicBezTo>
                <a:cubicBezTo>
                  <a:pt x="948995" y="1714208"/>
                  <a:pt x="940521" y="1713816"/>
                  <a:pt x="926108" y="1715917"/>
                </a:cubicBezTo>
                <a:cubicBezTo>
                  <a:pt x="900077" y="1715834"/>
                  <a:pt x="902688" y="1703436"/>
                  <a:pt x="876049" y="1710422"/>
                </a:cubicBezTo>
                <a:cubicBezTo>
                  <a:pt x="881084" y="1703830"/>
                  <a:pt x="826830" y="1706893"/>
                  <a:pt x="839194" y="1700176"/>
                </a:cubicBezTo>
                <a:cubicBezTo>
                  <a:pt x="822548" y="1693764"/>
                  <a:pt x="813674" y="1703628"/>
                  <a:pt x="797112" y="1698014"/>
                </a:cubicBezTo>
                <a:cubicBezTo>
                  <a:pt x="778195" y="1696418"/>
                  <a:pt x="807647" y="1705364"/>
                  <a:pt x="786610" y="1705455"/>
                </a:cubicBezTo>
                <a:cubicBezTo>
                  <a:pt x="761170" y="1704357"/>
                  <a:pt x="760599" y="1716610"/>
                  <a:pt x="741833" y="1700566"/>
                </a:cubicBezTo>
                <a:lnTo>
                  <a:pt x="673985" y="1692278"/>
                </a:lnTo>
                <a:cubicBezTo>
                  <a:pt x="658515" y="1695829"/>
                  <a:pt x="646395" y="1693620"/>
                  <a:pt x="634665" y="1689550"/>
                </a:cubicBezTo>
                <a:cubicBezTo>
                  <a:pt x="599149" y="1689690"/>
                  <a:pt x="567176" y="1683160"/>
                  <a:pt x="527471" y="1679869"/>
                </a:cubicBezTo>
                <a:cubicBezTo>
                  <a:pt x="484099" y="1683240"/>
                  <a:pt x="462693" y="1671949"/>
                  <a:pt x="420260" y="1668475"/>
                </a:cubicBezTo>
                <a:cubicBezTo>
                  <a:pt x="377482" y="1677390"/>
                  <a:pt x="393500" y="1652730"/>
                  <a:pt x="357630" y="1652142"/>
                </a:cubicBezTo>
                <a:cubicBezTo>
                  <a:pt x="298692" y="1659518"/>
                  <a:pt x="359631" y="1643849"/>
                  <a:pt x="269407" y="1643812"/>
                </a:cubicBezTo>
                <a:cubicBezTo>
                  <a:pt x="264204" y="1645215"/>
                  <a:pt x="253436" y="1643159"/>
                  <a:pt x="254769" y="1641013"/>
                </a:cubicBezTo>
                <a:cubicBezTo>
                  <a:pt x="234996" y="1641090"/>
                  <a:pt x="179093" y="1626583"/>
                  <a:pt x="150763" y="1628143"/>
                </a:cubicBezTo>
                <a:cubicBezTo>
                  <a:pt x="96232" y="1619954"/>
                  <a:pt x="68845" y="1629422"/>
                  <a:pt x="29133" y="1626172"/>
                </a:cubicBezTo>
                <a:lnTo>
                  <a:pt x="0" y="16195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CB3C48-9D60-F766-A24D-CD90E5DE09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8675" y="494414"/>
            <a:ext cx="10534650" cy="81740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1C1BE0D7-EE55-F898-2D9D-45C93D6B3AA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700"/>
          <a:stretch>
            <a:fillRect/>
          </a:stretch>
        </p:blipFill>
        <p:spPr>
          <a:xfrm>
            <a:off x="1370867" y="2354239"/>
            <a:ext cx="9450265" cy="3948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301015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9B54409-BC28-9589-FA32-FACDA933A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F0DCC097-1DB8-4B6D-85D0-6FBA0E1CA4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0B58608-23C8-4441-994D-C6823EEE1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1999" cy="2083506"/>
          </a:xfrm>
          <a:custGeom>
            <a:avLst/>
            <a:gdLst>
              <a:gd name="connsiteX0" fmla="*/ 0 w 12191999"/>
              <a:gd name="connsiteY0" fmla="*/ 0 h 2083506"/>
              <a:gd name="connsiteX1" fmla="*/ 9429748 w 12191999"/>
              <a:gd name="connsiteY1" fmla="*/ 0 h 2083506"/>
              <a:gd name="connsiteX2" fmla="*/ 9429748 w 12191999"/>
              <a:gd name="connsiteY2" fmla="*/ 1 h 2083506"/>
              <a:gd name="connsiteX3" fmla="*/ 12191999 w 12191999"/>
              <a:gd name="connsiteY3" fmla="*/ 1 h 2083506"/>
              <a:gd name="connsiteX4" fmla="*/ 12191999 w 12191999"/>
              <a:gd name="connsiteY4" fmla="*/ 1164372 h 2083506"/>
              <a:gd name="connsiteX5" fmla="*/ 12147852 w 12191999"/>
              <a:gd name="connsiteY5" fmla="*/ 1163783 h 2083506"/>
              <a:gd name="connsiteX6" fmla="*/ 11993604 w 12191999"/>
              <a:gd name="connsiteY6" fmla="*/ 1153496 h 2083506"/>
              <a:gd name="connsiteX7" fmla="*/ 11865319 w 12191999"/>
              <a:gd name="connsiteY7" fmla="*/ 1176624 h 2083506"/>
              <a:gd name="connsiteX8" fmla="*/ 11718353 w 12191999"/>
              <a:gd name="connsiteY8" fmla="*/ 1209136 h 2083506"/>
              <a:gd name="connsiteX9" fmla="*/ 11609067 w 12191999"/>
              <a:gd name="connsiteY9" fmla="*/ 1218512 h 2083506"/>
              <a:gd name="connsiteX10" fmla="*/ 11545958 w 12191999"/>
              <a:gd name="connsiteY10" fmla="*/ 1240430 h 2083506"/>
              <a:gd name="connsiteX11" fmla="*/ 11445770 w 12191999"/>
              <a:gd name="connsiteY11" fmla="*/ 1225780 h 2083506"/>
              <a:gd name="connsiteX12" fmla="*/ 11398842 w 12191999"/>
              <a:gd name="connsiteY12" fmla="*/ 1227250 h 2083506"/>
              <a:gd name="connsiteX13" fmla="*/ 11240093 w 12191999"/>
              <a:gd name="connsiteY13" fmla="*/ 1266797 h 2083506"/>
              <a:gd name="connsiteX14" fmla="*/ 11141364 w 12191999"/>
              <a:gd name="connsiteY14" fmla="*/ 1288059 h 2083506"/>
              <a:gd name="connsiteX15" fmla="*/ 11015396 w 12191999"/>
              <a:gd name="connsiteY15" fmla="*/ 1353104 h 2083506"/>
              <a:gd name="connsiteX16" fmla="*/ 10973905 w 12191999"/>
              <a:gd name="connsiteY16" fmla="*/ 1365109 h 2083506"/>
              <a:gd name="connsiteX17" fmla="*/ 10904858 w 12191999"/>
              <a:gd name="connsiteY17" fmla="*/ 1371966 h 2083506"/>
              <a:gd name="connsiteX18" fmla="*/ 10827883 w 12191999"/>
              <a:gd name="connsiteY18" fmla="*/ 1410270 h 2083506"/>
              <a:gd name="connsiteX19" fmla="*/ 10690996 w 12191999"/>
              <a:gd name="connsiteY19" fmla="*/ 1426394 h 2083506"/>
              <a:gd name="connsiteX20" fmla="*/ 10624461 w 12191999"/>
              <a:gd name="connsiteY20" fmla="*/ 1444283 h 2083506"/>
              <a:gd name="connsiteX21" fmla="*/ 10517208 w 12191999"/>
              <a:gd name="connsiteY21" fmla="*/ 1478947 h 2083506"/>
              <a:gd name="connsiteX22" fmla="*/ 10497937 w 12191999"/>
              <a:gd name="connsiteY22" fmla="*/ 1469831 h 2083506"/>
              <a:gd name="connsiteX23" fmla="*/ 10471201 w 12191999"/>
              <a:gd name="connsiteY23" fmla="*/ 1486037 h 2083506"/>
              <a:gd name="connsiteX24" fmla="*/ 10448263 w 12191999"/>
              <a:gd name="connsiteY24" fmla="*/ 1478223 h 2083506"/>
              <a:gd name="connsiteX25" fmla="*/ 10388089 w 12191999"/>
              <a:gd name="connsiteY25" fmla="*/ 1507175 h 2083506"/>
              <a:gd name="connsiteX26" fmla="*/ 10333720 w 12191999"/>
              <a:gd name="connsiteY26" fmla="*/ 1515848 h 2083506"/>
              <a:gd name="connsiteX27" fmla="*/ 10104338 w 12191999"/>
              <a:gd name="connsiteY27" fmla="*/ 1569424 h 2083506"/>
              <a:gd name="connsiteX28" fmla="*/ 9910445 w 12191999"/>
              <a:gd name="connsiteY28" fmla="*/ 1632275 h 2083506"/>
              <a:gd name="connsiteX29" fmla="*/ 9770872 w 12191999"/>
              <a:gd name="connsiteY29" fmla="*/ 1688088 h 2083506"/>
              <a:gd name="connsiteX30" fmla="*/ 9733849 w 12191999"/>
              <a:gd name="connsiteY30" fmla="*/ 1700034 h 2083506"/>
              <a:gd name="connsiteX31" fmla="*/ 9703714 w 12191999"/>
              <a:gd name="connsiteY31" fmla="*/ 1730093 h 2083506"/>
              <a:gd name="connsiteX32" fmla="*/ 9698351 w 12191999"/>
              <a:gd name="connsiteY32" fmla="*/ 1730377 h 2083506"/>
              <a:gd name="connsiteX33" fmla="*/ 9632895 w 12191999"/>
              <a:gd name="connsiteY33" fmla="*/ 1736363 h 2083506"/>
              <a:gd name="connsiteX34" fmla="*/ 9569107 w 12191999"/>
              <a:gd name="connsiteY34" fmla="*/ 1741010 h 2083506"/>
              <a:gd name="connsiteX35" fmla="*/ 9536451 w 12191999"/>
              <a:gd name="connsiteY35" fmla="*/ 1755120 h 2083506"/>
              <a:gd name="connsiteX36" fmla="*/ 9529385 w 12191999"/>
              <a:gd name="connsiteY36" fmla="*/ 1757515 h 2083506"/>
              <a:gd name="connsiteX37" fmla="*/ 9498527 w 12191999"/>
              <a:gd name="connsiteY37" fmla="*/ 1753117 h 2083506"/>
              <a:gd name="connsiteX38" fmla="*/ 9436642 w 12191999"/>
              <a:gd name="connsiteY38" fmla="*/ 1755478 h 2083506"/>
              <a:gd name="connsiteX39" fmla="*/ 9429748 w 12191999"/>
              <a:gd name="connsiteY39" fmla="*/ 1756317 h 2083506"/>
              <a:gd name="connsiteX40" fmla="*/ 9429748 w 12191999"/>
              <a:gd name="connsiteY40" fmla="*/ 1768745 h 2083506"/>
              <a:gd name="connsiteX41" fmla="*/ 9425802 w 12191999"/>
              <a:gd name="connsiteY41" fmla="*/ 1769273 h 2083506"/>
              <a:gd name="connsiteX42" fmla="*/ 9349763 w 12191999"/>
              <a:gd name="connsiteY42" fmla="*/ 1776107 h 2083506"/>
              <a:gd name="connsiteX43" fmla="*/ 9256503 w 12191999"/>
              <a:gd name="connsiteY43" fmla="*/ 1800699 h 2083506"/>
              <a:gd name="connsiteX44" fmla="*/ 9222873 w 12191999"/>
              <a:gd name="connsiteY44" fmla="*/ 1803003 h 2083506"/>
              <a:gd name="connsiteX45" fmla="*/ 9224095 w 12191999"/>
              <a:gd name="connsiteY45" fmla="*/ 1807355 h 2083506"/>
              <a:gd name="connsiteX46" fmla="*/ 9211603 w 12191999"/>
              <a:gd name="connsiteY46" fmla="*/ 1807675 h 2083506"/>
              <a:gd name="connsiteX47" fmla="*/ 9183719 w 12191999"/>
              <a:gd name="connsiteY47" fmla="*/ 1807781 h 2083506"/>
              <a:gd name="connsiteX48" fmla="*/ 9100221 w 12191999"/>
              <a:gd name="connsiteY48" fmla="*/ 1808989 h 2083506"/>
              <a:gd name="connsiteX49" fmla="*/ 9077439 w 12191999"/>
              <a:gd name="connsiteY49" fmla="*/ 1817333 h 2083506"/>
              <a:gd name="connsiteX50" fmla="*/ 9055889 w 12191999"/>
              <a:gd name="connsiteY50" fmla="*/ 1817464 h 2083506"/>
              <a:gd name="connsiteX51" fmla="*/ 8930912 w 12191999"/>
              <a:gd name="connsiteY51" fmla="*/ 1828648 h 2083506"/>
              <a:gd name="connsiteX52" fmla="*/ 8913729 w 12191999"/>
              <a:gd name="connsiteY52" fmla="*/ 1829483 h 2083506"/>
              <a:gd name="connsiteX53" fmla="*/ 8904423 w 12191999"/>
              <a:gd name="connsiteY53" fmla="*/ 1833234 h 2083506"/>
              <a:gd name="connsiteX54" fmla="*/ 8871099 w 12191999"/>
              <a:gd name="connsiteY54" fmla="*/ 1833979 h 2083506"/>
              <a:gd name="connsiteX55" fmla="*/ 8869557 w 12191999"/>
              <a:gd name="connsiteY55" fmla="*/ 1836113 h 2083506"/>
              <a:gd name="connsiteX56" fmla="*/ 8760021 w 12191999"/>
              <a:gd name="connsiteY56" fmla="*/ 1854442 h 2083506"/>
              <a:gd name="connsiteX57" fmla="*/ 8741254 w 12191999"/>
              <a:gd name="connsiteY57" fmla="*/ 1857469 h 2083506"/>
              <a:gd name="connsiteX58" fmla="*/ 8725039 w 12191999"/>
              <a:gd name="connsiteY58" fmla="*/ 1856552 h 2083506"/>
              <a:gd name="connsiteX59" fmla="*/ 8635265 w 12191999"/>
              <a:gd name="connsiteY59" fmla="*/ 1859168 h 2083506"/>
              <a:gd name="connsiteX60" fmla="*/ 8613911 w 12191999"/>
              <a:gd name="connsiteY60" fmla="*/ 1857561 h 2083506"/>
              <a:gd name="connsiteX61" fmla="*/ 8604931 w 12191999"/>
              <a:gd name="connsiteY61" fmla="*/ 1854170 h 2083506"/>
              <a:gd name="connsiteX62" fmla="*/ 8570171 w 12191999"/>
              <a:gd name="connsiteY62" fmla="*/ 1860579 h 2083506"/>
              <a:gd name="connsiteX63" fmla="*/ 8516537 w 12191999"/>
              <a:gd name="connsiteY63" fmla="*/ 1864971 h 2083506"/>
              <a:gd name="connsiteX64" fmla="*/ 8491046 w 12191999"/>
              <a:gd name="connsiteY64" fmla="*/ 1868141 h 2083506"/>
              <a:gd name="connsiteX65" fmla="*/ 8470478 w 12191999"/>
              <a:gd name="connsiteY65" fmla="*/ 1866216 h 2083506"/>
              <a:gd name="connsiteX66" fmla="*/ 8353433 w 12191999"/>
              <a:gd name="connsiteY66" fmla="*/ 1865729 h 2083506"/>
              <a:gd name="connsiteX67" fmla="*/ 8347675 w 12191999"/>
              <a:gd name="connsiteY67" fmla="*/ 1865075 h 2083506"/>
              <a:gd name="connsiteX68" fmla="*/ 8343939 w 12191999"/>
              <a:gd name="connsiteY68" fmla="*/ 1865677 h 2083506"/>
              <a:gd name="connsiteX69" fmla="*/ 8221566 w 12191999"/>
              <a:gd name="connsiteY69" fmla="*/ 1881148 h 2083506"/>
              <a:gd name="connsiteX70" fmla="*/ 8066095 w 12191999"/>
              <a:gd name="connsiteY70" fmla="*/ 1919902 h 2083506"/>
              <a:gd name="connsiteX71" fmla="*/ 8044849 w 12191999"/>
              <a:gd name="connsiteY71" fmla="*/ 1916308 h 2083506"/>
              <a:gd name="connsiteX72" fmla="*/ 8041142 w 12191999"/>
              <a:gd name="connsiteY72" fmla="*/ 1915506 h 2083506"/>
              <a:gd name="connsiteX73" fmla="*/ 8022159 w 12191999"/>
              <a:gd name="connsiteY73" fmla="*/ 1911521 h 2083506"/>
              <a:gd name="connsiteX74" fmla="*/ 7944932 w 12191999"/>
              <a:gd name="connsiteY74" fmla="*/ 1917265 h 2083506"/>
              <a:gd name="connsiteX75" fmla="*/ 7879011 w 12191999"/>
              <a:gd name="connsiteY75" fmla="*/ 1928570 h 2083506"/>
              <a:gd name="connsiteX76" fmla="*/ 7865529 w 12191999"/>
              <a:gd name="connsiteY76" fmla="*/ 1934399 h 2083506"/>
              <a:gd name="connsiteX77" fmla="*/ 7774801 w 12191999"/>
              <a:gd name="connsiteY77" fmla="*/ 1947969 h 2083506"/>
              <a:gd name="connsiteX78" fmla="*/ 7748398 w 12191999"/>
              <a:gd name="connsiteY78" fmla="*/ 1955982 h 2083506"/>
              <a:gd name="connsiteX79" fmla="*/ 7740684 w 12191999"/>
              <a:gd name="connsiteY79" fmla="*/ 1955717 h 2083506"/>
              <a:gd name="connsiteX80" fmla="*/ 7712976 w 12191999"/>
              <a:gd name="connsiteY80" fmla="*/ 1960442 h 2083506"/>
              <a:gd name="connsiteX81" fmla="*/ 7699956 w 12191999"/>
              <a:gd name="connsiteY81" fmla="*/ 1966104 h 2083506"/>
              <a:gd name="connsiteX82" fmla="*/ 7684158 w 12191999"/>
              <a:gd name="connsiteY82" fmla="*/ 1962927 h 2083506"/>
              <a:gd name="connsiteX83" fmla="*/ 7643109 w 12191999"/>
              <a:gd name="connsiteY83" fmla="*/ 1964400 h 2083506"/>
              <a:gd name="connsiteX84" fmla="*/ 7630180 w 12191999"/>
              <a:gd name="connsiteY84" fmla="*/ 1970266 h 2083506"/>
              <a:gd name="connsiteX85" fmla="*/ 7609131 w 12191999"/>
              <a:gd name="connsiteY85" fmla="*/ 1971774 h 2083506"/>
              <a:gd name="connsiteX86" fmla="*/ 7555555 w 12191999"/>
              <a:gd name="connsiteY86" fmla="*/ 1969491 h 2083506"/>
              <a:gd name="connsiteX87" fmla="*/ 7520919 w 12191999"/>
              <a:gd name="connsiteY87" fmla="*/ 1970177 h 2083506"/>
              <a:gd name="connsiteX88" fmla="*/ 7456258 w 12191999"/>
              <a:gd name="connsiteY88" fmla="*/ 1960468 h 2083506"/>
              <a:gd name="connsiteX89" fmla="*/ 7393047 w 12191999"/>
              <a:gd name="connsiteY89" fmla="*/ 1952408 h 2083506"/>
              <a:gd name="connsiteX90" fmla="*/ 7199912 w 12191999"/>
              <a:gd name="connsiteY90" fmla="*/ 1959913 h 2083506"/>
              <a:gd name="connsiteX91" fmla="*/ 7146774 w 12191999"/>
              <a:gd name="connsiteY91" fmla="*/ 1956641 h 2083506"/>
              <a:gd name="connsiteX92" fmla="*/ 7122244 w 12191999"/>
              <a:gd name="connsiteY92" fmla="*/ 1953891 h 2083506"/>
              <a:gd name="connsiteX93" fmla="*/ 7032241 w 12191999"/>
              <a:gd name="connsiteY93" fmla="*/ 1962723 h 2083506"/>
              <a:gd name="connsiteX94" fmla="*/ 6941492 w 12191999"/>
              <a:gd name="connsiteY94" fmla="*/ 1976868 h 2083506"/>
              <a:gd name="connsiteX95" fmla="*/ 6906514 w 12191999"/>
              <a:gd name="connsiteY95" fmla="*/ 1968589 h 2083506"/>
              <a:gd name="connsiteX96" fmla="*/ 6826395 w 12191999"/>
              <a:gd name="connsiteY96" fmla="*/ 1974141 h 2083506"/>
              <a:gd name="connsiteX97" fmla="*/ 6716431 w 12191999"/>
              <a:gd name="connsiteY97" fmla="*/ 2004297 h 2083506"/>
              <a:gd name="connsiteX98" fmla="*/ 6569607 w 12191999"/>
              <a:gd name="connsiteY98" fmla="*/ 2015496 h 2083506"/>
              <a:gd name="connsiteX99" fmla="*/ 6561430 w 12191999"/>
              <a:gd name="connsiteY99" fmla="*/ 2020996 h 2083506"/>
              <a:gd name="connsiteX100" fmla="*/ 6549371 w 12191999"/>
              <a:gd name="connsiteY100" fmla="*/ 2024747 h 2083506"/>
              <a:gd name="connsiteX101" fmla="*/ 6547040 w 12191999"/>
              <a:gd name="connsiteY101" fmla="*/ 2024474 h 2083506"/>
              <a:gd name="connsiteX102" fmla="*/ 6530482 w 12191999"/>
              <a:gd name="connsiteY102" fmla="*/ 2026659 h 2083506"/>
              <a:gd name="connsiteX103" fmla="*/ 6528565 w 12191999"/>
              <a:gd name="connsiteY103" fmla="*/ 2028600 h 2083506"/>
              <a:gd name="connsiteX104" fmla="*/ 6517741 w 12191999"/>
              <a:gd name="connsiteY104" fmla="*/ 2030558 h 2083506"/>
              <a:gd name="connsiteX105" fmla="*/ 6497855 w 12191999"/>
              <a:gd name="connsiteY105" fmla="*/ 2035650 h 2083506"/>
              <a:gd name="connsiteX106" fmla="*/ 6492785 w 12191999"/>
              <a:gd name="connsiteY106" fmla="*/ 2035444 h 2083506"/>
              <a:gd name="connsiteX107" fmla="*/ 6460692 w 12191999"/>
              <a:gd name="connsiteY107" fmla="*/ 2041321 h 2083506"/>
              <a:gd name="connsiteX108" fmla="*/ 6459609 w 12191999"/>
              <a:gd name="connsiteY108" fmla="*/ 2040851 h 2083506"/>
              <a:gd name="connsiteX109" fmla="*/ 6447765 w 12191999"/>
              <a:gd name="connsiteY109" fmla="*/ 2040102 h 2083506"/>
              <a:gd name="connsiteX110" fmla="*/ 6426590 w 12191999"/>
              <a:gd name="connsiteY110" fmla="*/ 2039928 h 2083506"/>
              <a:gd name="connsiteX111" fmla="*/ 6401693 w 12191999"/>
              <a:gd name="connsiteY111" fmla="*/ 2033537 h 2083506"/>
              <a:gd name="connsiteX112" fmla="*/ 6387141 w 12191999"/>
              <a:gd name="connsiteY112" fmla="*/ 2033161 h 2083506"/>
              <a:gd name="connsiteX113" fmla="*/ 6357846 w 12191999"/>
              <a:gd name="connsiteY113" fmla="*/ 2036782 h 2083506"/>
              <a:gd name="connsiteX114" fmla="*/ 6342914 w 12191999"/>
              <a:gd name="connsiteY114" fmla="*/ 2037585 h 2083506"/>
              <a:gd name="connsiteX115" fmla="*/ 6336300 w 12191999"/>
              <a:gd name="connsiteY115" fmla="*/ 2038781 h 2083506"/>
              <a:gd name="connsiteX116" fmla="*/ 6317178 w 12191999"/>
              <a:gd name="connsiteY116" fmla="*/ 2038968 h 2083506"/>
              <a:gd name="connsiteX117" fmla="*/ 6161427 w 12191999"/>
              <a:gd name="connsiteY117" fmla="*/ 2047338 h 2083506"/>
              <a:gd name="connsiteX118" fmla="*/ 6097339 w 12191999"/>
              <a:gd name="connsiteY118" fmla="*/ 2082438 h 2083506"/>
              <a:gd name="connsiteX119" fmla="*/ 6079059 w 12191999"/>
              <a:gd name="connsiteY119" fmla="*/ 2081299 h 2083506"/>
              <a:gd name="connsiteX120" fmla="*/ 5998439 w 12191999"/>
              <a:gd name="connsiteY120" fmla="*/ 2070958 h 2083506"/>
              <a:gd name="connsiteX121" fmla="*/ 5904290 w 12191999"/>
              <a:gd name="connsiteY121" fmla="*/ 2070255 h 2083506"/>
              <a:gd name="connsiteX122" fmla="*/ 5814867 w 12191999"/>
              <a:gd name="connsiteY122" fmla="*/ 2079032 h 2083506"/>
              <a:gd name="connsiteX123" fmla="*/ 5725743 w 12191999"/>
              <a:gd name="connsiteY123" fmla="*/ 2070558 h 2083506"/>
              <a:gd name="connsiteX124" fmla="*/ 5650546 w 12191999"/>
              <a:gd name="connsiteY124" fmla="*/ 2052412 h 2083506"/>
              <a:gd name="connsiteX125" fmla="*/ 5581284 w 12191999"/>
              <a:gd name="connsiteY125" fmla="*/ 2023175 h 2083506"/>
              <a:gd name="connsiteX126" fmla="*/ 5572593 w 12191999"/>
              <a:gd name="connsiteY126" fmla="*/ 2018391 h 2083506"/>
              <a:gd name="connsiteX127" fmla="*/ 5548580 w 12191999"/>
              <a:gd name="connsiteY127" fmla="*/ 2016951 h 2083506"/>
              <a:gd name="connsiteX128" fmla="*/ 5471173 w 12191999"/>
              <a:gd name="connsiteY128" fmla="*/ 2018786 h 2083506"/>
              <a:gd name="connsiteX129" fmla="*/ 5340320 w 12191999"/>
              <a:gd name="connsiteY129" fmla="*/ 2037611 h 2083506"/>
              <a:gd name="connsiteX130" fmla="*/ 5254376 w 12191999"/>
              <a:gd name="connsiteY130" fmla="*/ 2042928 h 2083506"/>
              <a:gd name="connsiteX131" fmla="*/ 5258035 w 12191999"/>
              <a:gd name="connsiteY131" fmla="*/ 2035649 h 2083506"/>
              <a:gd name="connsiteX132" fmla="*/ 5230622 w 12191999"/>
              <a:gd name="connsiteY132" fmla="*/ 2024576 h 2083506"/>
              <a:gd name="connsiteX133" fmla="*/ 5026203 w 12191999"/>
              <a:gd name="connsiteY133" fmla="*/ 2030162 h 2083506"/>
              <a:gd name="connsiteX134" fmla="*/ 4973988 w 12191999"/>
              <a:gd name="connsiteY134" fmla="*/ 2026668 h 2083506"/>
              <a:gd name="connsiteX135" fmla="*/ 4928030 w 12191999"/>
              <a:gd name="connsiteY135" fmla="*/ 2033642 h 2083506"/>
              <a:gd name="connsiteX136" fmla="*/ 4908970 w 12191999"/>
              <a:gd name="connsiteY136" fmla="*/ 2030033 h 2083506"/>
              <a:gd name="connsiteX137" fmla="*/ 4905679 w 12191999"/>
              <a:gd name="connsiteY137" fmla="*/ 2029300 h 2083506"/>
              <a:gd name="connsiteX138" fmla="*/ 4892525 w 12191999"/>
              <a:gd name="connsiteY138" fmla="*/ 2028768 h 2083506"/>
              <a:gd name="connsiteX139" fmla="*/ 4888818 w 12191999"/>
              <a:gd name="connsiteY139" fmla="*/ 2025619 h 2083506"/>
              <a:gd name="connsiteX140" fmla="*/ 4869018 w 12191999"/>
              <a:gd name="connsiteY140" fmla="*/ 2022668 h 2083506"/>
              <a:gd name="connsiteX141" fmla="*/ 4844804 w 12191999"/>
              <a:gd name="connsiteY141" fmla="*/ 2022527 h 2083506"/>
              <a:gd name="connsiteX142" fmla="*/ 4758778 w 12191999"/>
              <a:gd name="connsiteY142" fmla="*/ 2021694 h 2083506"/>
              <a:gd name="connsiteX143" fmla="*/ 4744748 w 12191999"/>
              <a:gd name="connsiteY143" fmla="*/ 2023396 h 2083506"/>
              <a:gd name="connsiteX144" fmla="*/ 4698956 w 12191999"/>
              <a:gd name="connsiteY144" fmla="*/ 2020558 h 2083506"/>
              <a:gd name="connsiteX145" fmla="*/ 4658147 w 12191999"/>
              <a:gd name="connsiteY145" fmla="*/ 2019920 h 2083506"/>
              <a:gd name="connsiteX146" fmla="*/ 4631706 w 12191999"/>
              <a:gd name="connsiteY146" fmla="*/ 2021274 h 2083506"/>
              <a:gd name="connsiteX147" fmla="*/ 4624776 w 12191999"/>
              <a:gd name="connsiteY147" fmla="*/ 2020152 h 2083506"/>
              <a:gd name="connsiteX148" fmla="*/ 4598150 w 12191999"/>
              <a:gd name="connsiteY148" fmla="*/ 2019429 h 2083506"/>
              <a:gd name="connsiteX149" fmla="*/ 4584588 w 12191999"/>
              <a:gd name="connsiteY149" fmla="*/ 2021092 h 2083506"/>
              <a:gd name="connsiteX150" fmla="*/ 4571203 w 12191999"/>
              <a:gd name="connsiteY150" fmla="*/ 2017263 h 2083506"/>
              <a:gd name="connsiteX151" fmla="*/ 4567930 w 12191999"/>
              <a:gd name="connsiteY151" fmla="*/ 2014458 h 2083506"/>
              <a:gd name="connsiteX152" fmla="*/ 4548984 w 12191999"/>
              <a:gd name="connsiteY152" fmla="*/ 2015717 h 2083506"/>
              <a:gd name="connsiteX153" fmla="*/ 4533451 w 12191999"/>
              <a:gd name="connsiteY153" fmla="*/ 2012976 h 2083506"/>
              <a:gd name="connsiteX154" fmla="*/ 4519910 w 12191999"/>
              <a:gd name="connsiteY154" fmla="*/ 2014768 h 2083506"/>
              <a:gd name="connsiteX155" fmla="*/ 4514290 w 12191999"/>
              <a:gd name="connsiteY155" fmla="*/ 2014364 h 2083506"/>
              <a:gd name="connsiteX156" fmla="*/ 4500320 w 12191999"/>
              <a:gd name="connsiteY156" fmla="*/ 2013007 h 2083506"/>
              <a:gd name="connsiteX157" fmla="*/ 4476219 w 12191999"/>
              <a:gd name="connsiteY157" fmla="*/ 2009993 h 2083506"/>
              <a:gd name="connsiteX158" fmla="*/ 4468701 w 12191999"/>
              <a:gd name="connsiteY158" fmla="*/ 2009574 h 2083506"/>
              <a:gd name="connsiteX159" fmla="*/ 4452333 w 12191999"/>
              <a:gd name="connsiteY159" fmla="*/ 2004964 h 2083506"/>
              <a:gd name="connsiteX160" fmla="*/ 4420644 w 12191999"/>
              <a:gd name="connsiteY160" fmla="*/ 2001021 h 2083506"/>
              <a:gd name="connsiteX161" fmla="*/ 4364856 w 12191999"/>
              <a:gd name="connsiteY161" fmla="*/ 1987267 h 2083506"/>
              <a:gd name="connsiteX162" fmla="*/ 4332062 w 12191999"/>
              <a:gd name="connsiteY162" fmla="*/ 1980703 h 2083506"/>
              <a:gd name="connsiteX163" fmla="*/ 4309876 w 12191999"/>
              <a:gd name="connsiteY163" fmla="*/ 1974653 h 2083506"/>
              <a:gd name="connsiteX164" fmla="*/ 4244391 w 12191999"/>
              <a:gd name="connsiteY164" fmla="*/ 1966109 h 2083506"/>
              <a:gd name="connsiteX165" fmla="*/ 4132071 w 12191999"/>
              <a:gd name="connsiteY165" fmla="*/ 1954813 h 2083506"/>
              <a:gd name="connsiteX166" fmla="*/ 4109069 w 12191999"/>
              <a:gd name="connsiteY166" fmla="*/ 1951778 h 2083506"/>
              <a:gd name="connsiteX167" fmla="*/ 4092908 w 12191999"/>
              <a:gd name="connsiteY167" fmla="*/ 1946662 h 2083506"/>
              <a:gd name="connsiteX168" fmla="*/ 4092306 w 12191999"/>
              <a:gd name="connsiteY168" fmla="*/ 1943291 h 2083506"/>
              <a:gd name="connsiteX169" fmla="*/ 4080234 w 12191999"/>
              <a:gd name="connsiteY169" fmla="*/ 1941219 h 2083506"/>
              <a:gd name="connsiteX170" fmla="*/ 4077778 w 12191999"/>
              <a:gd name="connsiteY170" fmla="*/ 1940145 h 2083506"/>
              <a:gd name="connsiteX171" fmla="*/ 4062936 w 12191999"/>
              <a:gd name="connsiteY171" fmla="*/ 1934506 h 2083506"/>
              <a:gd name="connsiteX172" fmla="*/ 4012506 w 12191999"/>
              <a:gd name="connsiteY172" fmla="*/ 1935475 h 2083506"/>
              <a:gd name="connsiteX173" fmla="*/ 3965880 w 12191999"/>
              <a:gd name="connsiteY173" fmla="*/ 1925968 h 2083506"/>
              <a:gd name="connsiteX174" fmla="*/ 3765338 w 12191999"/>
              <a:gd name="connsiteY174" fmla="*/ 1906649 h 2083506"/>
              <a:gd name="connsiteX175" fmla="*/ 3749493 w 12191999"/>
              <a:gd name="connsiteY175" fmla="*/ 1893071 h 2083506"/>
              <a:gd name="connsiteX176" fmla="*/ 3672704 w 12191999"/>
              <a:gd name="connsiteY176" fmla="*/ 1881383 h 2083506"/>
              <a:gd name="connsiteX177" fmla="*/ 3530082 w 12191999"/>
              <a:gd name="connsiteY177" fmla="*/ 1883187 h 2083506"/>
              <a:gd name="connsiteX178" fmla="*/ 3387664 w 12191999"/>
              <a:gd name="connsiteY178" fmla="*/ 1862579 h 2083506"/>
              <a:gd name="connsiteX179" fmla="*/ 3371681 w 12191999"/>
              <a:gd name="connsiteY179" fmla="*/ 1865293 h 2083506"/>
              <a:gd name="connsiteX180" fmla="*/ 3355305 w 12191999"/>
              <a:gd name="connsiteY180" fmla="*/ 1865842 h 2083506"/>
              <a:gd name="connsiteX181" fmla="*/ 3353790 w 12191999"/>
              <a:gd name="connsiteY181" fmla="*/ 1865158 h 2083506"/>
              <a:gd name="connsiteX182" fmla="*/ 3336210 w 12191999"/>
              <a:gd name="connsiteY182" fmla="*/ 1863564 h 2083506"/>
              <a:gd name="connsiteX183" fmla="*/ 3331381 w 12191999"/>
              <a:gd name="connsiteY183" fmla="*/ 1864716 h 2083506"/>
              <a:gd name="connsiteX184" fmla="*/ 3319012 w 12191999"/>
              <a:gd name="connsiteY184" fmla="*/ 1864093 h 2083506"/>
              <a:gd name="connsiteX185" fmla="*/ 3293818 w 12191999"/>
              <a:gd name="connsiteY185" fmla="*/ 1864135 h 2083506"/>
              <a:gd name="connsiteX186" fmla="*/ 3289881 w 12191999"/>
              <a:gd name="connsiteY186" fmla="*/ 1862954 h 2083506"/>
              <a:gd name="connsiteX187" fmla="*/ 3253090 w 12191999"/>
              <a:gd name="connsiteY187" fmla="*/ 1861164 h 2083506"/>
              <a:gd name="connsiteX188" fmla="*/ 3252949 w 12191999"/>
              <a:gd name="connsiteY188" fmla="*/ 1860574 h 2083506"/>
              <a:gd name="connsiteX189" fmla="*/ 3244187 w 12191999"/>
              <a:gd name="connsiteY189" fmla="*/ 1857604 h 2083506"/>
              <a:gd name="connsiteX190" fmla="*/ 3246570 w 12191999"/>
              <a:gd name="connsiteY190" fmla="*/ 1852946 h 2083506"/>
              <a:gd name="connsiteX191" fmla="*/ 3237810 w 12191999"/>
              <a:gd name="connsiteY191" fmla="*/ 1853064 h 2083506"/>
              <a:gd name="connsiteX192" fmla="*/ 3230822 w 12191999"/>
              <a:gd name="connsiteY192" fmla="*/ 1855474 h 2083506"/>
              <a:gd name="connsiteX193" fmla="*/ 3136549 w 12191999"/>
              <a:gd name="connsiteY193" fmla="*/ 1874037 h 2083506"/>
              <a:gd name="connsiteX194" fmla="*/ 2845754 w 12191999"/>
              <a:gd name="connsiteY194" fmla="*/ 1910932 h 2083506"/>
              <a:gd name="connsiteX195" fmla="*/ 2786878 w 12191999"/>
              <a:gd name="connsiteY195" fmla="*/ 1917162 h 2083506"/>
              <a:gd name="connsiteX196" fmla="*/ 2725298 w 12191999"/>
              <a:gd name="connsiteY196" fmla="*/ 1912340 h 2083506"/>
              <a:gd name="connsiteX197" fmla="*/ 2697754 w 12191999"/>
              <a:gd name="connsiteY197" fmla="*/ 1914863 h 2083506"/>
              <a:gd name="connsiteX198" fmla="*/ 2568063 w 12191999"/>
              <a:gd name="connsiteY198" fmla="*/ 1936283 h 2083506"/>
              <a:gd name="connsiteX199" fmla="*/ 2489784 w 12191999"/>
              <a:gd name="connsiteY199" fmla="*/ 1943720 h 2083506"/>
              <a:gd name="connsiteX200" fmla="*/ 2458978 w 12191999"/>
              <a:gd name="connsiteY200" fmla="*/ 1938095 h 2083506"/>
              <a:gd name="connsiteX201" fmla="*/ 2318712 w 12191999"/>
              <a:gd name="connsiteY201" fmla="*/ 1934474 h 2083506"/>
              <a:gd name="connsiteX202" fmla="*/ 2268709 w 12191999"/>
              <a:gd name="connsiteY202" fmla="*/ 1940521 h 2083506"/>
              <a:gd name="connsiteX203" fmla="*/ 2264080 w 12191999"/>
              <a:gd name="connsiteY203" fmla="*/ 1941232 h 2083506"/>
              <a:gd name="connsiteX204" fmla="*/ 2254684 w 12191999"/>
              <a:gd name="connsiteY204" fmla="*/ 1943524 h 2083506"/>
              <a:gd name="connsiteX205" fmla="*/ 2252523 w 12191999"/>
              <a:gd name="connsiteY205" fmla="*/ 1943004 h 2083506"/>
              <a:gd name="connsiteX206" fmla="*/ 2173350 w 12191999"/>
              <a:gd name="connsiteY206" fmla="*/ 1929202 h 2083506"/>
              <a:gd name="connsiteX207" fmla="*/ 2155266 w 12191999"/>
              <a:gd name="connsiteY207" fmla="*/ 1920267 h 2083506"/>
              <a:gd name="connsiteX208" fmla="*/ 2091013 w 12191999"/>
              <a:gd name="connsiteY208" fmla="*/ 1914631 h 2083506"/>
              <a:gd name="connsiteX209" fmla="*/ 2030712 w 12191999"/>
              <a:gd name="connsiteY209" fmla="*/ 1897690 h 2083506"/>
              <a:gd name="connsiteX210" fmla="*/ 1908838 w 12191999"/>
              <a:gd name="connsiteY210" fmla="*/ 1892222 h 2083506"/>
              <a:gd name="connsiteX211" fmla="*/ 1877796 w 12191999"/>
              <a:gd name="connsiteY211" fmla="*/ 1883887 h 2083506"/>
              <a:gd name="connsiteX212" fmla="*/ 1875824 w 12191999"/>
              <a:gd name="connsiteY212" fmla="*/ 1879265 h 2083506"/>
              <a:gd name="connsiteX213" fmla="*/ 1823048 w 12191999"/>
              <a:gd name="connsiteY213" fmla="*/ 1881064 h 2083506"/>
              <a:gd name="connsiteX214" fmla="*/ 1765736 w 12191999"/>
              <a:gd name="connsiteY214" fmla="*/ 1856578 h 2083506"/>
              <a:gd name="connsiteX215" fmla="*/ 1725669 w 12191999"/>
              <a:gd name="connsiteY215" fmla="*/ 1833744 h 2083506"/>
              <a:gd name="connsiteX216" fmla="*/ 1725216 w 12191999"/>
              <a:gd name="connsiteY216" fmla="*/ 1829447 h 2083506"/>
              <a:gd name="connsiteX217" fmla="*/ 1721485 w 12191999"/>
              <a:gd name="connsiteY217" fmla="*/ 1828960 h 2083506"/>
              <a:gd name="connsiteX218" fmla="*/ 1717786 w 12191999"/>
              <a:gd name="connsiteY218" fmla="*/ 1832224 h 2083506"/>
              <a:gd name="connsiteX219" fmla="*/ 1689907 w 12191999"/>
              <a:gd name="connsiteY219" fmla="*/ 1825425 h 2083506"/>
              <a:gd name="connsiteX220" fmla="*/ 1688093 w 12191999"/>
              <a:gd name="connsiteY220" fmla="*/ 1817391 h 2083506"/>
              <a:gd name="connsiteX221" fmla="*/ 1496789 w 12191999"/>
              <a:gd name="connsiteY221" fmla="*/ 1805297 h 2083506"/>
              <a:gd name="connsiteX222" fmla="*/ 1392839 w 12191999"/>
              <a:gd name="connsiteY222" fmla="*/ 1758649 h 2083506"/>
              <a:gd name="connsiteX223" fmla="*/ 1360872 w 12191999"/>
              <a:gd name="connsiteY223" fmla="*/ 1752441 h 2083506"/>
              <a:gd name="connsiteX224" fmla="*/ 1313885 w 12191999"/>
              <a:gd name="connsiteY224" fmla="*/ 1731785 h 2083506"/>
              <a:gd name="connsiteX225" fmla="*/ 1247665 w 12191999"/>
              <a:gd name="connsiteY225" fmla="*/ 1727765 h 2083506"/>
              <a:gd name="connsiteX226" fmla="*/ 1196850 w 12191999"/>
              <a:gd name="connsiteY226" fmla="*/ 1729622 h 2083506"/>
              <a:gd name="connsiteX227" fmla="*/ 1168728 w 12191999"/>
              <a:gd name="connsiteY227" fmla="*/ 1728550 h 2083506"/>
              <a:gd name="connsiteX228" fmla="*/ 1096918 w 12191999"/>
              <a:gd name="connsiteY228" fmla="*/ 1721485 h 2083506"/>
              <a:gd name="connsiteX229" fmla="*/ 1094082 w 12191999"/>
              <a:gd name="connsiteY229" fmla="*/ 1720113 h 2083506"/>
              <a:gd name="connsiteX230" fmla="*/ 1040782 w 12191999"/>
              <a:gd name="connsiteY230" fmla="*/ 1721762 h 2083506"/>
              <a:gd name="connsiteX231" fmla="*/ 955980 w 12191999"/>
              <a:gd name="connsiteY231" fmla="*/ 1719289 h 2083506"/>
              <a:gd name="connsiteX232" fmla="*/ 926108 w 12191999"/>
              <a:gd name="connsiteY232" fmla="*/ 1715917 h 2083506"/>
              <a:gd name="connsiteX233" fmla="*/ 876049 w 12191999"/>
              <a:gd name="connsiteY233" fmla="*/ 1710422 h 2083506"/>
              <a:gd name="connsiteX234" fmla="*/ 839194 w 12191999"/>
              <a:gd name="connsiteY234" fmla="*/ 1700176 h 2083506"/>
              <a:gd name="connsiteX235" fmla="*/ 797112 w 12191999"/>
              <a:gd name="connsiteY235" fmla="*/ 1698014 h 2083506"/>
              <a:gd name="connsiteX236" fmla="*/ 786610 w 12191999"/>
              <a:gd name="connsiteY236" fmla="*/ 1705455 h 2083506"/>
              <a:gd name="connsiteX237" fmla="*/ 741833 w 12191999"/>
              <a:gd name="connsiteY237" fmla="*/ 1700566 h 2083506"/>
              <a:gd name="connsiteX238" fmla="*/ 673985 w 12191999"/>
              <a:gd name="connsiteY238" fmla="*/ 1692278 h 2083506"/>
              <a:gd name="connsiteX239" fmla="*/ 634665 w 12191999"/>
              <a:gd name="connsiteY239" fmla="*/ 1689550 h 2083506"/>
              <a:gd name="connsiteX240" fmla="*/ 527471 w 12191999"/>
              <a:gd name="connsiteY240" fmla="*/ 1679869 h 2083506"/>
              <a:gd name="connsiteX241" fmla="*/ 420260 w 12191999"/>
              <a:gd name="connsiteY241" fmla="*/ 1668475 h 2083506"/>
              <a:gd name="connsiteX242" fmla="*/ 357630 w 12191999"/>
              <a:gd name="connsiteY242" fmla="*/ 1652142 h 2083506"/>
              <a:gd name="connsiteX243" fmla="*/ 269407 w 12191999"/>
              <a:gd name="connsiteY243" fmla="*/ 1643812 h 2083506"/>
              <a:gd name="connsiteX244" fmla="*/ 254769 w 12191999"/>
              <a:gd name="connsiteY244" fmla="*/ 1641013 h 2083506"/>
              <a:gd name="connsiteX245" fmla="*/ 150763 w 12191999"/>
              <a:gd name="connsiteY245" fmla="*/ 1628143 h 2083506"/>
              <a:gd name="connsiteX246" fmla="*/ 29133 w 12191999"/>
              <a:gd name="connsiteY246" fmla="*/ 1626172 h 2083506"/>
              <a:gd name="connsiteX247" fmla="*/ 0 w 12191999"/>
              <a:gd name="connsiteY247" fmla="*/ 1619589 h 208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</a:cxnLst>
            <a:rect l="l" t="t" r="r" b="b"/>
            <a:pathLst>
              <a:path w="12191999" h="2083506">
                <a:moveTo>
                  <a:pt x="0" y="0"/>
                </a:moveTo>
                <a:lnTo>
                  <a:pt x="9429748" y="0"/>
                </a:lnTo>
                <a:lnTo>
                  <a:pt x="9429748" y="1"/>
                </a:lnTo>
                <a:lnTo>
                  <a:pt x="12191999" y="1"/>
                </a:lnTo>
                <a:lnTo>
                  <a:pt x="12191999" y="1164372"/>
                </a:lnTo>
                <a:lnTo>
                  <a:pt x="12147852" y="1163783"/>
                </a:lnTo>
                <a:cubicBezTo>
                  <a:pt x="12063101" y="1189107"/>
                  <a:pt x="12045020" y="1156925"/>
                  <a:pt x="11993604" y="1153496"/>
                </a:cubicBezTo>
                <a:cubicBezTo>
                  <a:pt x="11954216" y="1165241"/>
                  <a:pt x="11911195" y="1167350"/>
                  <a:pt x="11865319" y="1176624"/>
                </a:cubicBezTo>
                <a:cubicBezTo>
                  <a:pt x="11822513" y="1184682"/>
                  <a:pt x="11766915" y="1201558"/>
                  <a:pt x="11718353" y="1209136"/>
                </a:cubicBezTo>
                <a:cubicBezTo>
                  <a:pt x="11675379" y="1217463"/>
                  <a:pt x="11638007" y="1216639"/>
                  <a:pt x="11609067" y="1218512"/>
                </a:cubicBezTo>
                <a:cubicBezTo>
                  <a:pt x="11597582" y="1221322"/>
                  <a:pt x="11554280" y="1243577"/>
                  <a:pt x="11545958" y="1240430"/>
                </a:cubicBezTo>
                <a:lnTo>
                  <a:pt x="11445770" y="1225780"/>
                </a:lnTo>
                <a:cubicBezTo>
                  <a:pt x="11425543" y="1230782"/>
                  <a:pt x="11413740" y="1222096"/>
                  <a:pt x="11398842" y="1227250"/>
                </a:cubicBezTo>
                <a:cubicBezTo>
                  <a:pt x="11367060" y="1233093"/>
                  <a:pt x="11269285" y="1263712"/>
                  <a:pt x="11240093" y="1266797"/>
                </a:cubicBezTo>
                <a:cubicBezTo>
                  <a:pt x="11197297" y="1273685"/>
                  <a:pt x="11181311" y="1272682"/>
                  <a:pt x="11141364" y="1288059"/>
                </a:cubicBezTo>
                <a:cubicBezTo>
                  <a:pt x="11099891" y="1305386"/>
                  <a:pt x="11051533" y="1319157"/>
                  <a:pt x="11015396" y="1353104"/>
                </a:cubicBezTo>
                <a:cubicBezTo>
                  <a:pt x="11009424" y="1362217"/>
                  <a:pt x="10992328" y="1361966"/>
                  <a:pt x="10973905" y="1365109"/>
                </a:cubicBezTo>
                <a:cubicBezTo>
                  <a:pt x="10955482" y="1368254"/>
                  <a:pt x="10907369" y="1372817"/>
                  <a:pt x="10904858" y="1371966"/>
                </a:cubicBezTo>
                <a:cubicBezTo>
                  <a:pt x="10880521" y="1379494"/>
                  <a:pt x="10873670" y="1399734"/>
                  <a:pt x="10827883" y="1410270"/>
                </a:cubicBezTo>
                <a:cubicBezTo>
                  <a:pt x="10790248" y="1415655"/>
                  <a:pt x="10724899" y="1420726"/>
                  <a:pt x="10690996" y="1426394"/>
                </a:cubicBezTo>
                <a:cubicBezTo>
                  <a:pt x="10676463" y="1423331"/>
                  <a:pt x="10634514" y="1436908"/>
                  <a:pt x="10624461" y="1444283"/>
                </a:cubicBezTo>
                <a:cubicBezTo>
                  <a:pt x="10601952" y="1468442"/>
                  <a:pt x="10536224" y="1460228"/>
                  <a:pt x="10517208" y="1478947"/>
                </a:cubicBezTo>
                <a:cubicBezTo>
                  <a:pt x="10509508" y="1482271"/>
                  <a:pt x="10505833" y="1468818"/>
                  <a:pt x="10497937" y="1469831"/>
                </a:cubicBezTo>
                <a:lnTo>
                  <a:pt x="10471201" y="1486037"/>
                </a:lnTo>
                <a:lnTo>
                  <a:pt x="10448263" y="1478223"/>
                </a:lnTo>
                <a:lnTo>
                  <a:pt x="10388089" y="1507175"/>
                </a:lnTo>
                <a:cubicBezTo>
                  <a:pt x="10350285" y="1513081"/>
                  <a:pt x="10383281" y="1526586"/>
                  <a:pt x="10333720" y="1515848"/>
                </a:cubicBezTo>
                <a:cubicBezTo>
                  <a:pt x="10286428" y="1526223"/>
                  <a:pt x="10174884" y="1550019"/>
                  <a:pt x="10104338" y="1569424"/>
                </a:cubicBezTo>
                <a:cubicBezTo>
                  <a:pt x="10066963" y="1581564"/>
                  <a:pt x="9967395" y="1605712"/>
                  <a:pt x="9910445" y="1632275"/>
                </a:cubicBezTo>
                <a:cubicBezTo>
                  <a:pt x="9856131" y="1644130"/>
                  <a:pt x="9831118" y="1689967"/>
                  <a:pt x="9770872" y="1688088"/>
                </a:cubicBezTo>
                <a:cubicBezTo>
                  <a:pt x="9769882" y="1691843"/>
                  <a:pt x="9737016" y="1697044"/>
                  <a:pt x="9733849" y="1700034"/>
                </a:cubicBezTo>
                <a:lnTo>
                  <a:pt x="9703714" y="1730093"/>
                </a:lnTo>
                <a:lnTo>
                  <a:pt x="9698351" y="1730377"/>
                </a:lnTo>
                <a:lnTo>
                  <a:pt x="9632895" y="1736363"/>
                </a:lnTo>
                <a:lnTo>
                  <a:pt x="9569107" y="1741010"/>
                </a:lnTo>
                <a:cubicBezTo>
                  <a:pt x="9558961" y="1745882"/>
                  <a:pt x="9548028" y="1750646"/>
                  <a:pt x="9536451" y="1755120"/>
                </a:cubicBezTo>
                <a:lnTo>
                  <a:pt x="9529385" y="1757515"/>
                </a:lnTo>
                <a:lnTo>
                  <a:pt x="9498527" y="1753117"/>
                </a:lnTo>
                <a:lnTo>
                  <a:pt x="9436642" y="1755478"/>
                </a:lnTo>
                <a:lnTo>
                  <a:pt x="9429748" y="1756317"/>
                </a:lnTo>
                <a:lnTo>
                  <a:pt x="9429748" y="1768745"/>
                </a:lnTo>
                <a:lnTo>
                  <a:pt x="9425802" y="1769273"/>
                </a:lnTo>
                <a:cubicBezTo>
                  <a:pt x="9390751" y="1773262"/>
                  <a:pt x="9371406" y="1773457"/>
                  <a:pt x="9349763" y="1776107"/>
                </a:cubicBezTo>
                <a:cubicBezTo>
                  <a:pt x="9314721" y="1782260"/>
                  <a:pt x="9277650" y="1796217"/>
                  <a:pt x="9256503" y="1800699"/>
                </a:cubicBezTo>
                <a:lnTo>
                  <a:pt x="9222873" y="1803003"/>
                </a:lnTo>
                <a:lnTo>
                  <a:pt x="9224095" y="1807355"/>
                </a:lnTo>
                <a:lnTo>
                  <a:pt x="9211603" y="1807675"/>
                </a:lnTo>
                <a:lnTo>
                  <a:pt x="9183719" y="1807781"/>
                </a:lnTo>
                <a:cubicBezTo>
                  <a:pt x="9166319" y="1808439"/>
                  <a:pt x="9117935" y="1807396"/>
                  <a:pt x="9100221" y="1808989"/>
                </a:cubicBezTo>
                <a:cubicBezTo>
                  <a:pt x="9095111" y="1813630"/>
                  <a:pt x="9087224" y="1816160"/>
                  <a:pt x="9077439" y="1817333"/>
                </a:cubicBezTo>
                <a:lnTo>
                  <a:pt x="9055889" y="1817464"/>
                </a:lnTo>
                <a:lnTo>
                  <a:pt x="8930912" y="1828648"/>
                </a:lnTo>
                <a:lnTo>
                  <a:pt x="8913729" y="1829483"/>
                </a:lnTo>
                <a:lnTo>
                  <a:pt x="8904423" y="1833234"/>
                </a:lnTo>
                <a:cubicBezTo>
                  <a:pt x="8897319" y="1833982"/>
                  <a:pt x="8876911" y="1833498"/>
                  <a:pt x="8871099" y="1833979"/>
                </a:cubicBezTo>
                <a:lnTo>
                  <a:pt x="8869557" y="1836113"/>
                </a:lnTo>
                <a:cubicBezTo>
                  <a:pt x="8851043" y="1839524"/>
                  <a:pt x="8781405" y="1850882"/>
                  <a:pt x="8760021" y="1854442"/>
                </a:cubicBezTo>
                <a:cubicBezTo>
                  <a:pt x="8755749" y="1851161"/>
                  <a:pt x="8746183" y="1856343"/>
                  <a:pt x="8741254" y="1857469"/>
                </a:cubicBezTo>
                <a:cubicBezTo>
                  <a:pt x="8740491" y="1855259"/>
                  <a:pt x="8728559" y="1854585"/>
                  <a:pt x="8725039" y="1856552"/>
                </a:cubicBezTo>
                <a:cubicBezTo>
                  <a:pt x="8641157" y="1867333"/>
                  <a:pt x="8683145" y="1845054"/>
                  <a:pt x="8635265" y="1859168"/>
                </a:cubicBezTo>
                <a:cubicBezTo>
                  <a:pt x="8626795" y="1860103"/>
                  <a:pt x="8619931" y="1859212"/>
                  <a:pt x="8613911" y="1857561"/>
                </a:cubicBezTo>
                <a:lnTo>
                  <a:pt x="8604931" y="1854170"/>
                </a:lnTo>
                <a:lnTo>
                  <a:pt x="8570171" y="1860579"/>
                </a:lnTo>
                <a:cubicBezTo>
                  <a:pt x="8553049" y="1862813"/>
                  <a:pt x="8535028" y="1864294"/>
                  <a:pt x="8516537" y="1864971"/>
                </a:cubicBezTo>
                <a:cubicBezTo>
                  <a:pt x="8512388" y="1860455"/>
                  <a:pt x="8497874" y="1866870"/>
                  <a:pt x="8491046" y="1868141"/>
                </a:cubicBezTo>
                <a:cubicBezTo>
                  <a:pt x="8490975" y="1865191"/>
                  <a:pt x="8475847" y="1863778"/>
                  <a:pt x="8470478" y="1866216"/>
                </a:cubicBezTo>
                <a:cubicBezTo>
                  <a:pt x="8357654" y="1876758"/>
                  <a:pt x="8421139" y="1849210"/>
                  <a:pt x="8353433" y="1865729"/>
                </a:cubicBezTo>
                <a:lnTo>
                  <a:pt x="8347675" y="1865075"/>
                </a:lnTo>
                <a:lnTo>
                  <a:pt x="8343939" y="1865677"/>
                </a:lnTo>
                <a:cubicBezTo>
                  <a:pt x="8309852" y="1870841"/>
                  <a:pt x="8272587" y="1875809"/>
                  <a:pt x="8221566" y="1881148"/>
                </a:cubicBezTo>
                <a:cubicBezTo>
                  <a:pt x="8158043" y="1892960"/>
                  <a:pt x="8095547" y="1914042"/>
                  <a:pt x="8066095" y="1919902"/>
                </a:cubicBezTo>
                <a:cubicBezTo>
                  <a:pt x="8058949" y="1919234"/>
                  <a:pt x="8051921" y="1917862"/>
                  <a:pt x="8044849" y="1916308"/>
                </a:cubicBezTo>
                <a:lnTo>
                  <a:pt x="8041142" y="1915506"/>
                </a:lnTo>
                <a:lnTo>
                  <a:pt x="8022159" y="1911521"/>
                </a:lnTo>
                <a:lnTo>
                  <a:pt x="7944932" y="1917265"/>
                </a:lnTo>
                <a:lnTo>
                  <a:pt x="7879011" y="1928570"/>
                </a:lnTo>
                <a:lnTo>
                  <a:pt x="7865529" y="1934399"/>
                </a:lnTo>
                <a:lnTo>
                  <a:pt x="7774801" y="1947969"/>
                </a:lnTo>
                <a:lnTo>
                  <a:pt x="7748398" y="1955982"/>
                </a:lnTo>
                <a:lnTo>
                  <a:pt x="7740684" y="1955717"/>
                </a:lnTo>
                <a:cubicBezTo>
                  <a:pt x="7728362" y="1958584"/>
                  <a:pt x="7714099" y="1968442"/>
                  <a:pt x="7712976" y="1960442"/>
                </a:cubicBezTo>
                <a:lnTo>
                  <a:pt x="7699956" y="1966104"/>
                </a:lnTo>
                <a:lnTo>
                  <a:pt x="7684158" y="1962927"/>
                </a:lnTo>
                <a:cubicBezTo>
                  <a:pt x="7674684" y="1962643"/>
                  <a:pt x="7652105" y="1963177"/>
                  <a:pt x="7643109" y="1964400"/>
                </a:cubicBezTo>
                <a:lnTo>
                  <a:pt x="7630180" y="1970266"/>
                </a:lnTo>
                <a:lnTo>
                  <a:pt x="7609131" y="1971774"/>
                </a:lnTo>
                <a:cubicBezTo>
                  <a:pt x="7596694" y="1971644"/>
                  <a:pt x="7570258" y="1969757"/>
                  <a:pt x="7555555" y="1969491"/>
                </a:cubicBezTo>
                <a:cubicBezTo>
                  <a:pt x="7541460" y="1966540"/>
                  <a:pt x="7530571" y="1964848"/>
                  <a:pt x="7520919" y="1970177"/>
                </a:cubicBezTo>
                <a:cubicBezTo>
                  <a:pt x="7500295" y="1966884"/>
                  <a:pt x="7480780" y="1949401"/>
                  <a:pt x="7456258" y="1960468"/>
                </a:cubicBezTo>
                <a:cubicBezTo>
                  <a:pt x="7434946" y="1957506"/>
                  <a:pt x="7435772" y="1952500"/>
                  <a:pt x="7393047" y="1952408"/>
                </a:cubicBezTo>
                <a:cubicBezTo>
                  <a:pt x="7356520" y="1952860"/>
                  <a:pt x="7236307" y="1958626"/>
                  <a:pt x="7199912" y="1959913"/>
                </a:cubicBezTo>
                <a:cubicBezTo>
                  <a:pt x="7176501" y="1959942"/>
                  <a:pt x="7160098" y="1958343"/>
                  <a:pt x="7146774" y="1956641"/>
                </a:cubicBezTo>
                <a:lnTo>
                  <a:pt x="7122244" y="1953891"/>
                </a:lnTo>
                <a:lnTo>
                  <a:pt x="7032241" y="1962723"/>
                </a:lnTo>
                <a:cubicBezTo>
                  <a:pt x="6997214" y="1965198"/>
                  <a:pt x="6963725" y="1968396"/>
                  <a:pt x="6941492" y="1976868"/>
                </a:cubicBezTo>
                <a:cubicBezTo>
                  <a:pt x="6947015" y="1970398"/>
                  <a:pt x="6923088" y="1965379"/>
                  <a:pt x="6906514" y="1968589"/>
                </a:cubicBezTo>
                <a:cubicBezTo>
                  <a:pt x="6925890" y="1943204"/>
                  <a:pt x="6840983" y="1991464"/>
                  <a:pt x="6826395" y="1974141"/>
                </a:cubicBezTo>
                <a:cubicBezTo>
                  <a:pt x="6825676" y="1990223"/>
                  <a:pt x="6751393" y="2017492"/>
                  <a:pt x="6716431" y="2004297"/>
                </a:cubicBezTo>
                <a:cubicBezTo>
                  <a:pt x="6663167" y="2007518"/>
                  <a:pt x="6625450" y="2020811"/>
                  <a:pt x="6569607" y="2015496"/>
                </a:cubicBezTo>
                <a:cubicBezTo>
                  <a:pt x="6567874" y="2017648"/>
                  <a:pt x="6565034" y="2019449"/>
                  <a:pt x="6561430" y="2020996"/>
                </a:cubicBezTo>
                <a:lnTo>
                  <a:pt x="6549371" y="2024747"/>
                </a:lnTo>
                <a:lnTo>
                  <a:pt x="6547040" y="2024474"/>
                </a:lnTo>
                <a:cubicBezTo>
                  <a:pt x="6537882" y="2024425"/>
                  <a:pt x="6533193" y="2025332"/>
                  <a:pt x="6530482" y="2026659"/>
                </a:cubicBezTo>
                <a:lnTo>
                  <a:pt x="6528565" y="2028600"/>
                </a:lnTo>
                <a:lnTo>
                  <a:pt x="6517741" y="2030558"/>
                </a:lnTo>
                <a:lnTo>
                  <a:pt x="6497855" y="2035650"/>
                </a:lnTo>
                <a:lnTo>
                  <a:pt x="6492785" y="2035444"/>
                </a:lnTo>
                <a:lnTo>
                  <a:pt x="6460692" y="2041321"/>
                </a:lnTo>
                <a:lnTo>
                  <a:pt x="6459609" y="2040851"/>
                </a:lnTo>
                <a:cubicBezTo>
                  <a:pt x="6456451" y="2039933"/>
                  <a:pt x="6452734" y="2039508"/>
                  <a:pt x="6447765" y="2040102"/>
                </a:cubicBezTo>
                <a:cubicBezTo>
                  <a:pt x="6446007" y="2031126"/>
                  <a:pt x="6441093" y="2037380"/>
                  <a:pt x="6426590" y="2039928"/>
                </a:cubicBezTo>
                <a:cubicBezTo>
                  <a:pt x="6423606" y="2033241"/>
                  <a:pt x="6413230" y="2032925"/>
                  <a:pt x="6401693" y="2033537"/>
                </a:cubicBezTo>
                <a:lnTo>
                  <a:pt x="6387141" y="2033161"/>
                </a:lnTo>
                <a:lnTo>
                  <a:pt x="6357846" y="2036782"/>
                </a:lnTo>
                <a:lnTo>
                  <a:pt x="6342914" y="2037585"/>
                </a:lnTo>
                <a:lnTo>
                  <a:pt x="6336300" y="2038781"/>
                </a:lnTo>
                <a:lnTo>
                  <a:pt x="6317178" y="2038968"/>
                </a:lnTo>
                <a:lnTo>
                  <a:pt x="6161427" y="2047338"/>
                </a:lnTo>
                <a:cubicBezTo>
                  <a:pt x="6147824" y="2057658"/>
                  <a:pt x="6118908" y="2077615"/>
                  <a:pt x="6097339" y="2082438"/>
                </a:cubicBezTo>
                <a:cubicBezTo>
                  <a:pt x="6090149" y="2084046"/>
                  <a:pt x="6083776" y="2083972"/>
                  <a:pt x="6079059" y="2081299"/>
                </a:cubicBezTo>
                <a:cubicBezTo>
                  <a:pt x="6063900" y="2082334"/>
                  <a:pt x="6011621" y="2084537"/>
                  <a:pt x="5998439" y="2070958"/>
                </a:cubicBezTo>
                <a:cubicBezTo>
                  <a:pt x="5976443" y="2071759"/>
                  <a:pt x="5925514" y="2069780"/>
                  <a:pt x="5904290" y="2070255"/>
                </a:cubicBezTo>
                <a:cubicBezTo>
                  <a:pt x="5871515" y="2066244"/>
                  <a:pt x="5843986" y="2088249"/>
                  <a:pt x="5814867" y="2079032"/>
                </a:cubicBezTo>
                <a:cubicBezTo>
                  <a:pt x="5792003" y="2070559"/>
                  <a:pt x="5750009" y="2076273"/>
                  <a:pt x="5725743" y="2070558"/>
                </a:cubicBezTo>
                <a:cubicBezTo>
                  <a:pt x="5716432" y="2058355"/>
                  <a:pt x="5667424" y="2047322"/>
                  <a:pt x="5650546" y="2052412"/>
                </a:cubicBezTo>
                <a:cubicBezTo>
                  <a:pt x="5614627" y="2046084"/>
                  <a:pt x="5608108" y="2028306"/>
                  <a:pt x="5581284" y="2023175"/>
                </a:cubicBezTo>
                <a:lnTo>
                  <a:pt x="5572593" y="2018391"/>
                </a:lnTo>
                <a:lnTo>
                  <a:pt x="5548580" y="2016951"/>
                </a:lnTo>
                <a:cubicBezTo>
                  <a:pt x="5523726" y="2017783"/>
                  <a:pt x="5498337" y="2019663"/>
                  <a:pt x="5471173" y="2018786"/>
                </a:cubicBezTo>
                <a:cubicBezTo>
                  <a:pt x="5447687" y="2003020"/>
                  <a:pt x="5353807" y="2022324"/>
                  <a:pt x="5340320" y="2037611"/>
                </a:cubicBezTo>
                <a:cubicBezTo>
                  <a:pt x="5340015" y="2024215"/>
                  <a:pt x="5271937" y="2042455"/>
                  <a:pt x="5254376" y="2042928"/>
                </a:cubicBezTo>
                <a:cubicBezTo>
                  <a:pt x="5248522" y="2043086"/>
                  <a:pt x="5248281" y="2041270"/>
                  <a:pt x="5258035" y="2035649"/>
                </a:cubicBezTo>
                <a:cubicBezTo>
                  <a:pt x="5239374" y="2037214"/>
                  <a:pt x="5220112" y="2030252"/>
                  <a:pt x="5230622" y="2024576"/>
                </a:cubicBezTo>
                <a:cubicBezTo>
                  <a:pt x="5173932" y="2036724"/>
                  <a:pt x="5090262" y="2024645"/>
                  <a:pt x="5026203" y="2030162"/>
                </a:cubicBezTo>
                <a:cubicBezTo>
                  <a:pt x="4991280" y="2016814"/>
                  <a:pt x="5010212" y="2029164"/>
                  <a:pt x="4973988" y="2026668"/>
                </a:cubicBezTo>
                <a:cubicBezTo>
                  <a:pt x="4983896" y="2038955"/>
                  <a:pt x="4930012" y="2019774"/>
                  <a:pt x="4928030" y="2033642"/>
                </a:cubicBezTo>
                <a:cubicBezTo>
                  <a:pt x="4921501" y="2032748"/>
                  <a:pt x="4915238" y="2031445"/>
                  <a:pt x="4908970" y="2030033"/>
                </a:cubicBezTo>
                <a:lnTo>
                  <a:pt x="4905679" y="2029300"/>
                </a:lnTo>
                <a:lnTo>
                  <a:pt x="4892525" y="2028768"/>
                </a:lnTo>
                <a:lnTo>
                  <a:pt x="4888818" y="2025619"/>
                </a:lnTo>
                <a:lnTo>
                  <a:pt x="4869018" y="2022668"/>
                </a:lnTo>
                <a:cubicBezTo>
                  <a:pt x="4861602" y="2022028"/>
                  <a:pt x="4853622" y="2021880"/>
                  <a:pt x="4844804" y="2022527"/>
                </a:cubicBezTo>
                <a:cubicBezTo>
                  <a:pt x="4823110" y="2028022"/>
                  <a:pt x="4789330" y="2021287"/>
                  <a:pt x="4758778" y="2021694"/>
                </a:cubicBezTo>
                <a:lnTo>
                  <a:pt x="4744748" y="2023396"/>
                </a:lnTo>
                <a:lnTo>
                  <a:pt x="4698956" y="2020558"/>
                </a:lnTo>
                <a:cubicBezTo>
                  <a:pt x="4685921" y="2020008"/>
                  <a:pt x="4672392" y="2019718"/>
                  <a:pt x="4658147" y="2019920"/>
                </a:cubicBezTo>
                <a:lnTo>
                  <a:pt x="4631706" y="2021274"/>
                </a:lnTo>
                <a:lnTo>
                  <a:pt x="4624776" y="2020152"/>
                </a:lnTo>
                <a:cubicBezTo>
                  <a:pt x="4612703" y="2020277"/>
                  <a:pt x="4596727" y="2024226"/>
                  <a:pt x="4598150" y="2019429"/>
                </a:cubicBezTo>
                <a:lnTo>
                  <a:pt x="4584588" y="2021092"/>
                </a:lnTo>
                <a:lnTo>
                  <a:pt x="4571203" y="2017263"/>
                </a:lnTo>
                <a:cubicBezTo>
                  <a:pt x="4569736" y="2016374"/>
                  <a:pt x="4568633" y="2015427"/>
                  <a:pt x="4567930" y="2014458"/>
                </a:cubicBezTo>
                <a:lnTo>
                  <a:pt x="4548984" y="2015717"/>
                </a:lnTo>
                <a:lnTo>
                  <a:pt x="4533451" y="2012976"/>
                </a:lnTo>
                <a:lnTo>
                  <a:pt x="4519910" y="2014768"/>
                </a:lnTo>
                <a:lnTo>
                  <a:pt x="4514290" y="2014364"/>
                </a:lnTo>
                <a:lnTo>
                  <a:pt x="4500320" y="2013007"/>
                </a:lnTo>
                <a:cubicBezTo>
                  <a:pt x="4493159" y="2012056"/>
                  <a:pt x="4485144" y="2010910"/>
                  <a:pt x="4476219" y="2009993"/>
                </a:cubicBezTo>
                <a:lnTo>
                  <a:pt x="4468701" y="2009574"/>
                </a:lnTo>
                <a:lnTo>
                  <a:pt x="4452333" y="2004964"/>
                </a:lnTo>
                <a:cubicBezTo>
                  <a:pt x="4440422" y="2001479"/>
                  <a:pt x="4431048" y="1999130"/>
                  <a:pt x="4420644" y="2001021"/>
                </a:cubicBezTo>
                <a:cubicBezTo>
                  <a:pt x="4402911" y="1996519"/>
                  <a:pt x="4390524" y="1983900"/>
                  <a:pt x="4364856" y="1987267"/>
                </a:cubicBezTo>
                <a:cubicBezTo>
                  <a:pt x="4372645" y="1981550"/>
                  <a:pt x="4336350" y="1986575"/>
                  <a:pt x="4332062" y="1980703"/>
                </a:cubicBezTo>
                <a:cubicBezTo>
                  <a:pt x="4330083" y="1975974"/>
                  <a:pt x="4318612" y="1976397"/>
                  <a:pt x="4309876" y="1974653"/>
                </a:cubicBezTo>
                <a:cubicBezTo>
                  <a:pt x="4303650" y="1969824"/>
                  <a:pt x="4259693" y="1965414"/>
                  <a:pt x="4244391" y="1966109"/>
                </a:cubicBezTo>
                <a:cubicBezTo>
                  <a:pt x="4201255" y="1970914"/>
                  <a:pt x="4166558" y="1951471"/>
                  <a:pt x="4132071" y="1954813"/>
                </a:cubicBezTo>
                <a:cubicBezTo>
                  <a:pt x="4123041" y="1954358"/>
                  <a:pt x="4115554" y="1953263"/>
                  <a:pt x="4109069" y="1951778"/>
                </a:cubicBezTo>
                <a:lnTo>
                  <a:pt x="4092908" y="1946662"/>
                </a:lnTo>
                <a:cubicBezTo>
                  <a:pt x="4092707" y="1945539"/>
                  <a:pt x="4092506" y="1944415"/>
                  <a:pt x="4092306" y="1943291"/>
                </a:cubicBezTo>
                <a:lnTo>
                  <a:pt x="4080234" y="1941219"/>
                </a:lnTo>
                <a:lnTo>
                  <a:pt x="4077778" y="1940145"/>
                </a:lnTo>
                <a:cubicBezTo>
                  <a:pt x="4073105" y="1938081"/>
                  <a:pt x="4068339" y="1936119"/>
                  <a:pt x="4062936" y="1934506"/>
                </a:cubicBezTo>
                <a:cubicBezTo>
                  <a:pt x="4048082" y="1947155"/>
                  <a:pt x="4014523" y="1922869"/>
                  <a:pt x="4012506" y="1935475"/>
                </a:cubicBezTo>
                <a:cubicBezTo>
                  <a:pt x="3980228" y="1928812"/>
                  <a:pt x="3986775" y="1942559"/>
                  <a:pt x="3965880" y="1925968"/>
                </a:cubicBezTo>
                <a:cubicBezTo>
                  <a:pt x="3899515" y="1923414"/>
                  <a:pt x="3830855" y="1902158"/>
                  <a:pt x="3765338" y="1906649"/>
                </a:cubicBezTo>
                <a:cubicBezTo>
                  <a:pt x="3780686" y="1902635"/>
                  <a:pt x="3768784" y="1893856"/>
                  <a:pt x="3749493" y="1893071"/>
                </a:cubicBezTo>
                <a:cubicBezTo>
                  <a:pt x="3807776" y="1876857"/>
                  <a:pt x="3656400" y="1898030"/>
                  <a:pt x="3672704" y="1881383"/>
                </a:cubicBezTo>
                <a:cubicBezTo>
                  <a:pt x="3645532" y="1893973"/>
                  <a:pt x="3537791" y="1900656"/>
                  <a:pt x="3530082" y="1883187"/>
                </a:cubicBezTo>
                <a:cubicBezTo>
                  <a:pt x="3479808" y="1875044"/>
                  <a:pt x="3426017" y="1877998"/>
                  <a:pt x="3387664" y="1862579"/>
                </a:cubicBezTo>
                <a:cubicBezTo>
                  <a:pt x="3382649" y="1863935"/>
                  <a:pt x="3377277" y="1864791"/>
                  <a:pt x="3371681" y="1865293"/>
                </a:cubicBezTo>
                <a:lnTo>
                  <a:pt x="3355305" y="1865842"/>
                </a:lnTo>
                <a:lnTo>
                  <a:pt x="3353790" y="1865158"/>
                </a:lnTo>
                <a:cubicBezTo>
                  <a:pt x="3346144" y="1863282"/>
                  <a:pt x="3340687" y="1863057"/>
                  <a:pt x="3336210" y="1863564"/>
                </a:cubicBezTo>
                <a:lnTo>
                  <a:pt x="3331381" y="1864716"/>
                </a:lnTo>
                <a:lnTo>
                  <a:pt x="3319012" y="1864093"/>
                </a:lnTo>
                <a:lnTo>
                  <a:pt x="3293818" y="1864135"/>
                </a:lnTo>
                <a:lnTo>
                  <a:pt x="3289881" y="1862954"/>
                </a:lnTo>
                <a:lnTo>
                  <a:pt x="3253090" y="1861164"/>
                </a:lnTo>
                <a:cubicBezTo>
                  <a:pt x="3253042" y="1860968"/>
                  <a:pt x="3252996" y="1860771"/>
                  <a:pt x="3252949" y="1860574"/>
                </a:cubicBezTo>
                <a:cubicBezTo>
                  <a:pt x="3251799" y="1859213"/>
                  <a:pt x="3249368" y="1858131"/>
                  <a:pt x="3244187" y="1857604"/>
                </a:cubicBezTo>
                <a:cubicBezTo>
                  <a:pt x="3250860" y="1853873"/>
                  <a:pt x="3250577" y="1852999"/>
                  <a:pt x="3246570" y="1852946"/>
                </a:cubicBezTo>
                <a:lnTo>
                  <a:pt x="3237810" y="1853064"/>
                </a:lnTo>
                <a:lnTo>
                  <a:pt x="3230822" y="1855474"/>
                </a:lnTo>
                <a:cubicBezTo>
                  <a:pt x="3206812" y="1862286"/>
                  <a:pt x="3176733" y="1868865"/>
                  <a:pt x="3136549" y="1874037"/>
                </a:cubicBezTo>
                <a:cubicBezTo>
                  <a:pt x="3081163" y="1880168"/>
                  <a:pt x="2902557" y="1900580"/>
                  <a:pt x="2845754" y="1910932"/>
                </a:cubicBezTo>
                <a:cubicBezTo>
                  <a:pt x="2860822" y="1944376"/>
                  <a:pt x="2813389" y="1905358"/>
                  <a:pt x="2786878" y="1917162"/>
                </a:cubicBezTo>
                <a:cubicBezTo>
                  <a:pt x="2766803" y="1917398"/>
                  <a:pt x="2741628" y="1915886"/>
                  <a:pt x="2725298" y="1912340"/>
                </a:cubicBezTo>
                <a:cubicBezTo>
                  <a:pt x="2716680" y="1911427"/>
                  <a:pt x="2707572" y="1911972"/>
                  <a:pt x="2697754" y="1914863"/>
                </a:cubicBezTo>
                <a:cubicBezTo>
                  <a:pt x="2667185" y="1939014"/>
                  <a:pt x="2622149" y="1926211"/>
                  <a:pt x="2568063" y="1936283"/>
                </a:cubicBezTo>
                <a:cubicBezTo>
                  <a:pt x="2552625" y="1932001"/>
                  <a:pt x="2502682" y="1953378"/>
                  <a:pt x="2489784" y="1943720"/>
                </a:cubicBezTo>
                <a:cubicBezTo>
                  <a:pt x="2478524" y="1943155"/>
                  <a:pt x="2467418" y="1949411"/>
                  <a:pt x="2458978" y="1938095"/>
                </a:cubicBezTo>
                <a:cubicBezTo>
                  <a:pt x="2417552" y="1934639"/>
                  <a:pt x="2366376" y="1931293"/>
                  <a:pt x="2318712" y="1934474"/>
                </a:cubicBezTo>
                <a:cubicBezTo>
                  <a:pt x="2296029" y="1936526"/>
                  <a:pt x="2282069" y="1938434"/>
                  <a:pt x="2268709" y="1940521"/>
                </a:cubicBezTo>
                <a:lnTo>
                  <a:pt x="2264080" y="1941232"/>
                </a:lnTo>
                <a:lnTo>
                  <a:pt x="2254684" y="1943524"/>
                </a:lnTo>
                <a:lnTo>
                  <a:pt x="2252523" y="1943004"/>
                </a:lnTo>
                <a:lnTo>
                  <a:pt x="2173350" y="1929202"/>
                </a:lnTo>
                <a:lnTo>
                  <a:pt x="2155266" y="1920267"/>
                </a:lnTo>
                <a:lnTo>
                  <a:pt x="2091013" y="1914631"/>
                </a:lnTo>
                <a:cubicBezTo>
                  <a:pt x="2033357" y="1920614"/>
                  <a:pt x="2070513" y="1905065"/>
                  <a:pt x="2030712" y="1897690"/>
                </a:cubicBezTo>
                <a:cubicBezTo>
                  <a:pt x="1994539" y="1893055"/>
                  <a:pt x="1958569" y="1883188"/>
                  <a:pt x="1908838" y="1892222"/>
                </a:cubicBezTo>
                <a:cubicBezTo>
                  <a:pt x="1897236" y="1896147"/>
                  <a:pt x="1883338" y="1892415"/>
                  <a:pt x="1877796" y="1883887"/>
                </a:cubicBezTo>
                <a:cubicBezTo>
                  <a:pt x="1876842" y="1882419"/>
                  <a:pt x="1876177" y="1880863"/>
                  <a:pt x="1875824" y="1879265"/>
                </a:cubicBezTo>
                <a:cubicBezTo>
                  <a:pt x="1843474" y="1887199"/>
                  <a:pt x="1841511" y="1873818"/>
                  <a:pt x="1823048" y="1881064"/>
                </a:cubicBezTo>
                <a:cubicBezTo>
                  <a:pt x="1792640" y="1872164"/>
                  <a:pt x="1782358" y="1850450"/>
                  <a:pt x="1765736" y="1856578"/>
                </a:cubicBezTo>
                <a:cubicBezTo>
                  <a:pt x="1753024" y="1849107"/>
                  <a:pt x="1745932" y="1828316"/>
                  <a:pt x="1725669" y="1833744"/>
                </a:cubicBezTo>
                <a:cubicBezTo>
                  <a:pt x="1727428" y="1831405"/>
                  <a:pt x="1726953" y="1830157"/>
                  <a:pt x="1725216" y="1829447"/>
                </a:cubicBezTo>
                <a:lnTo>
                  <a:pt x="1721485" y="1828960"/>
                </a:lnTo>
                <a:lnTo>
                  <a:pt x="1717786" y="1832224"/>
                </a:lnTo>
                <a:cubicBezTo>
                  <a:pt x="1703445" y="1843277"/>
                  <a:pt x="1706547" y="1827935"/>
                  <a:pt x="1689907" y="1825425"/>
                </a:cubicBezTo>
                <a:cubicBezTo>
                  <a:pt x="1682338" y="1823445"/>
                  <a:pt x="1685181" y="1820226"/>
                  <a:pt x="1688093" y="1817391"/>
                </a:cubicBezTo>
                <a:lnTo>
                  <a:pt x="1496789" y="1805297"/>
                </a:lnTo>
                <a:cubicBezTo>
                  <a:pt x="1463551" y="1793913"/>
                  <a:pt x="1426345" y="1786892"/>
                  <a:pt x="1392839" y="1758649"/>
                </a:cubicBezTo>
                <a:cubicBezTo>
                  <a:pt x="1386461" y="1750573"/>
                  <a:pt x="1374031" y="1756918"/>
                  <a:pt x="1360872" y="1752441"/>
                </a:cubicBezTo>
                <a:cubicBezTo>
                  <a:pt x="1347711" y="1747963"/>
                  <a:pt x="1332751" y="1735898"/>
                  <a:pt x="1313885" y="1731785"/>
                </a:cubicBezTo>
                <a:cubicBezTo>
                  <a:pt x="1281989" y="1726305"/>
                  <a:pt x="1256405" y="1739744"/>
                  <a:pt x="1247665" y="1727765"/>
                </a:cubicBezTo>
                <a:cubicBezTo>
                  <a:pt x="1231363" y="1728538"/>
                  <a:pt x="1209120" y="1742556"/>
                  <a:pt x="1196850" y="1729622"/>
                </a:cubicBezTo>
                <a:cubicBezTo>
                  <a:pt x="1195195" y="1740224"/>
                  <a:pt x="1178147" y="1721561"/>
                  <a:pt x="1168728" y="1728550"/>
                </a:cubicBezTo>
                <a:cubicBezTo>
                  <a:pt x="1152073" y="1727193"/>
                  <a:pt x="1122804" y="1725926"/>
                  <a:pt x="1096918" y="1721485"/>
                </a:cubicBezTo>
                <a:lnTo>
                  <a:pt x="1094082" y="1720113"/>
                </a:lnTo>
                <a:lnTo>
                  <a:pt x="1040782" y="1721762"/>
                </a:lnTo>
                <a:cubicBezTo>
                  <a:pt x="987172" y="1722352"/>
                  <a:pt x="1023272" y="1708707"/>
                  <a:pt x="955980" y="1719289"/>
                </a:cubicBezTo>
                <a:cubicBezTo>
                  <a:pt x="948995" y="1714208"/>
                  <a:pt x="940521" y="1713816"/>
                  <a:pt x="926108" y="1715917"/>
                </a:cubicBezTo>
                <a:cubicBezTo>
                  <a:pt x="900077" y="1715834"/>
                  <a:pt x="902688" y="1703436"/>
                  <a:pt x="876049" y="1710422"/>
                </a:cubicBezTo>
                <a:cubicBezTo>
                  <a:pt x="881084" y="1703830"/>
                  <a:pt x="826830" y="1706893"/>
                  <a:pt x="839194" y="1700176"/>
                </a:cubicBezTo>
                <a:cubicBezTo>
                  <a:pt x="822548" y="1693764"/>
                  <a:pt x="813674" y="1703628"/>
                  <a:pt x="797112" y="1698014"/>
                </a:cubicBezTo>
                <a:cubicBezTo>
                  <a:pt x="778195" y="1696418"/>
                  <a:pt x="807647" y="1705364"/>
                  <a:pt x="786610" y="1705455"/>
                </a:cubicBezTo>
                <a:cubicBezTo>
                  <a:pt x="761170" y="1704357"/>
                  <a:pt x="760599" y="1716610"/>
                  <a:pt x="741833" y="1700566"/>
                </a:cubicBezTo>
                <a:lnTo>
                  <a:pt x="673985" y="1692278"/>
                </a:lnTo>
                <a:cubicBezTo>
                  <a:pt x="658515" y="1695829"/>
                  <a:pt x="646395" y="1693620"/>
                  <a:pt x="634665" y="1689550"/>
                </a:cubicBezTo>
                <a:cubicBezTo>
                  <a:pt x="599149" y="1689690"/>
                  <a:pt x="567176" y="1683160"/>
                  <a:pt x="527471" y="1679869"/>
                </a:cubicBezTo>
                <a:cubicBezTo>
                  <a:pt x="484099" y="1683240"/>
                  <a:pt x="462693" y="1671949"/>
                  <a:pt x="420260" y="1668475"/>
                </a:cubicBezTo>
                <a:cubicBezTo>
                  <a:pt x="377482" y="1677390"/>
                  <a:pt x="393500" y="1652730"/>
                  <a:pt x="357630" y="1652142"/>
                </a:cubicBezTo>
                <a:cubicBezTo>
                  <a:pt x="298692" y="1659518"/>
                  <a:pt x="359631" y="1643849"/>
                  <a:pt x="269407" y="1643812"/>
                </a:cubicBezTo>
                <a:cubicBezTo>
                  <a:pt x="264204" y="1645215"/>
                  <a:pt x="253436" y="1643159"/>
                  <a:pt x="254769" y="1641013"/>
                </a:cubicBezTo>
                <a:cubicBezTo>
                  <a:pt x="234996" y="1641090"/>
                  <a:pt x="179093" y="1626583"/>
                  <a:pt x="150763" y="1628143"/>
                </a:cubicBezTo>
                <a:cubicBezTo>
                  <a:pt x="96232" y="1619954"/>
                  <a:pt x="68845" y="1629422"/>
                  <a:pt x="29133" y="1626172"/>
                </a:cubicBezTo>
                <a:lnTo>
                  <a:pt x="0" y="16195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B6428C-C3FD-27AD-5097-9546BC14C5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8675" y="494414"/>
            <a:ext cx="10534650" cy="81740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ADCB7E86-B575-689C-CD11-301F4A7C4D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3900" y="2971826"/>
            <a:ext cx="10744200" cy="27129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60926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F0DCC097-1DB8-4B6D-85D0-6FBA0E1CA4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E0B58608-23C8-4441-994D-C6823EEE1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1999" cy="2083506"/>
          </a:xfrm>
          <a:custGeom>
            <a:avLst/>
            <a:gdLst>
              <a:gd name="connsiteX0" fmla="*/ 0 w 12191999"/>
              <a:gd name="connsiteY0" fmla="*/ 0 h 2083506"/>
              <a:gd name="connsiteX1" fmla="*/ 9429748 w 12191999"/>
              <a:gd name="connsiteY1" fmla="*/ 0 h 2083506"/>
              <a:gd name="connsiteX2" fmla="*/ 9429748 w 12191999"/>
              <a:gd name="connsiteY2" fmla="*/ 1 h 2083506"/>
              <a:gd name="connsiteX3" fmla="*/ 12191999 w 12191999"/>
              <a:gd name="connsiteY3" fmla="*/ 1 h 2083506"/>
              <a:gd name="connsiteX4" fmla="*/ 12191999 w 12191999"/>
              <a:gd name="connsiteY4" fmla="*/ 1164372 h 2083506"/>
              <a:gd name="connsiteX5" fmla="*/ 12147852 w 12191999"/>
              <a:gd name="connsiteY5" fmla="*/ 1163783 h 2083506"/>
              <a:gd name="connsiteX6" fmla="*/ 11993604 w 12191999"/>
              <a:gd name="connsiteY6" fmla="*/ 1153496 h 2083506"/>
              <a:gd name="connsiteX7" fmla="*/ 11865319 w 12191999"/>
              <a:gd name="connsiteY7" fmla="*/ 1176624 h 2083506"/>
              <a:gd name="connsiteX8" fmla="*/ 11718353 w 12191999"/>
              <a:gd name="connsiteY8" fmla="*/ 1209136 h 2083506"/>
              <a:gd name="connsiteX9" fmla="*/ 11609067 w 12191999"/>
              <a:gd name="connsiteY9" fmla="*/ 1218512 h 2083506"/>
              <a:gd name="connsiteX10" fmla="*/ 11545958 w 12191999"/>
              <a:gd name="connsiteY10" fmla="*/ 1240430 h 2083506"/>
              <a:gd name="connsiteX11" fmla="*/ 11445770 w 12191999"/>
              <a:gd name="connsiteY11" fmla="*/ 1225780 h 2083506"/>
              <a:gd name="connsiteX12" fmla="*/ 11398842 w 12191999"/>
              <a:gd name="connsiteY12" fmla="*/ 1227250 h 2083506"/>
              <a:gd name="connsiteX13" fmla="*/ 11240093 w 12191999"/>
              <a:gd name="connsiteY13" fmla="*/ 1266797 h 2083506"/>
              <a:gd name="connsiteX14" fmla="*/ 11141364 w 12191999"/>
              <a:gd name="connsiteY14" fmla="*/ 1288059 h 2083506"/>
              <a:gd name="connsiteX15" fmla="*/ 11015396 w 12191999"/>
              <a:gd name="connsiteY15" fmla="*/ 1353104 h 2083506"/>
              <a:gd name="connsiteX16" fmla="*/ 10973905 w 12191999"/>
              <a:gd name="connsiteY16" fmla="*/ 1365109 h 2083506"/>
              <a:gd name="connsiteX17" fmla="*/ 10904858 w 12191999"/>
              <a:gd name="connsiteY17" fmla="*/ 1371966 h 2083506"/>
              <a:gd name="connsiteX18" fmla="*/ 10827883 w 12191999"/>
              <a:gd name="connsiteY18" fmla="*/ 1410270 h 2083506"/>
              <a:gd name="connsiteX19" fmla="*/ 10690996 w 12191999"/>
              <a:gd name="connsiteY19" fmla="*/ 1426394 h 2083506"/>
              <a:gd name="connsiteX20" fmla="*/ 10624461 w 12191999"/>
              <a:gd name="connsiteY20" fmla="*/ 1444283 h 2083506"/>
              <a:gd name="connsiteX21" fmla="*/ 10517208 w 12191999"/>
              <a:gd name="connsiteY21" fmla="*/ 1478947 h 2083506"/>
              <a:gd name="connsiteX22" fmla="*/ 10497937 w 12191999"/>
              <a:gd name="connsiteY22" fmla="*/ 1469831 h 2083506"/>
              <a:gd name="connsiteX23" fmla="*/ 10471201 w 12191999"/>
              <a:gd name="connsiteY23" fmla="*/ 1486037 h 2083506"/>
              <a:gd name="connsiteX24" fmla="*/ 10448263 w 12191999"/>
              <a:gd name="connsiteY24" fmla="*/ 1478223 h 2083506"/>
              <a:gd name="connsiteX25" fmla="*/ 10388089 w 12191999"/>
              <a:gd name="connsiteY25" fmla="*/ 1507175 h 2083506"/>
              <a:gd name="connsiteX26" fmla="*/ 10333720 w 12191999"/>
              <a:gd name="connsiteY26" fmla="*/ 1515848 h 2083506"/>
              <a:gd name="connsiteX27" fmla="*/ 10104338 w 12191999"/>
              <a:gd name="connsiteY27" fmla="*/ 1569424 h 2083506"/>
              <a:gd name="connsiteX28" fmla="*/ 9910445 w 12191999"/>
              <a:gd name="connsiteY28" fmla="*/ 1632275 h 2083506"/>
              <a:gd name="connsiteX29" fmla="*/ 9770872 w 12191999"/>
              <a:gd name="connsiteY29" fmla="*/ 1688088 h 2083506"/>
              <a:gd name="connsiteX30" fmla="*/ 9733849 w 12191999"/>
              <a:gd name="connsiteY30" fmla="*/ 1700034 h 2083506"/>
              <a:gd name="connsiteX31" fmla="*/ 9703714 w 12191999"/>
              <a:gd name="connsiteY31" fmla="*/ 1730093 h 2083506"/>
              <a:gd name="connsiteX32" fmla="*/ 9698351 w 12191999"/>
              <a:gd name="connsiteY32" fmla="*/ 1730377 h 2083506"/>
              <a:gd name="connsiteX33" fmla="*/ 9632895 w 12191999"/>
              <a:gd name="connsiteY33" fmla="*/ 1736363 h 2083506"/>
              <a:gd name="connsiteX34" fmla="*/ 9569107 w 12191999"/>
              <a:gd name="connsiteY34" fmla="*/ 1741010 h 2083506"/>
              <a:gd name="connsiteX35" fmla="*/ 9536451 w 12191999"/>
              <a:gd name="connsiteY35" fmla="*/ 1755120 h 2083506"/>
              <a:gd name="connsiteX36" fmla="*/ 9529385 w 12191999"/>
              <a:gd name="connsiteY36" fmla="*/ 1757515 h 2083506"/>
              <a:gd name="connsiteX37" fmla="*/ 9498527 w 12191999"/>
              <a:gd name="connsiteY37" fmla="*/ 1753117 h 2083506"/>
              <a:gd name="connsiteX38" fmla="*/ 9436642 w 12191999"/>
              <a:gd name="connsiteY38" fmla="*/ 1755478 h 2083506"/>
              <a:gd name="connsiteX39" fmla="*/ 9429748 w 12191999"/>
              <a:gd name="connsiteY39" fmla="*/ 1756317 h 2083506"/>
              <a:gd name="connsiteX40" fmla="*/ 9429748 w 12191999"/>
              <a:gd name="connsiteY40" fmla="*/ 1768745 h 2083506"/>
              <a:gd name="connsiteX41" fmla="*/ 9425802 w 12191999"/>
              <a:gd name="connsiteY41" fmla="*/ 1769273 h 2083506"/>
              <a:gd name="connsiteX42" fmla="*/ 9349763 w 12191999"/>
              <a:gd name="connsiteY42" fmla="*/ 1776107 h 2083506"/>
              <a:gd name="connsiteX43" fmla="*/ 9256503 w 12191999"/>
              <a:gd name="connsiteY43" fmla="*/ 1800699 h 2083506"/>
              <a:gd name="connsiteX44" fmla="*/ 9222873 w 12191999"/>
              <a:gd name="connsiteY44" fmla="*/ 1803003 h 2083506"/>
              <a:gd name="connsiteX45" fmla="*/ 9224095 w 12191999"/>
              <a:gd name="connsiteY45" fmla="*/ 1807355 h 2083506"/>
              <a:gd name="connsiteX46" fmla="*/ 9211603 w 12191999"/>
              <a:gd name="connsiteY46" fmla="*/ 1807675 h 2083506"/>
              <a:gd name="connsiteX47" fmla="*/ 9183719 w 12191999"/>
              <a:gd name="connsiteY47" fmla="*/ 1807781 h 2083506"/>
              <a:gd name="connsiteX48" fmla="*/ 9100221 w 12191999"/>
              <a:gd name="connsiteY48" fmla="*/ 1808989 h 2083506"/>
              <a:gd name="connsiteX49" fmla="*/ 9077439 w 12191999"/>
              <a:gd name="connsiteY49" fmla="*/ 1817333 h 2083506"/>
              <a:gd name="connsiteX50" fmla="*/ 9055889 w 12191999"/>
              <a:gd name="connsiteY50" fmla="*/ 1817464 h 2083506"/>
              <a:gd name="connsiteX51" fmla="*/ 8930912 w 12191999"/>
              <a:gd name="connsiteY51" fmla="*/ 1828648 h 2083506"/>
              <a:gd name="connsiteX52" fmla="*/ 8913729 w 12191999"/>
              <a:gd name="connsiteY52" fmla="*/ 1829483 h 2083506"/>
              <a:gd name="connsiteX53" fmla="*/ 8904423 w 12191999"/>
              <a:gd name="connsiteY53" fmla="*/ 1833234 h 2083506"/>
              <a:gd name="connsiteX54" fmla="*/ 8871099 w 12191999"/>
              <a:gd name="connsiteY54" fmla="*/ 1833979 h 2083506"/>
              <a:gd name="connsiteX55" fmla="*/ 8869557 w 12191999"/>
              <a:gd name="connsiteY55" fmla="*/ 1836113 h 2083506"/>
              <a:gd name="connsiteX56" fmla="*/ 8760021 w 12191999"/>
              <a:gd name="connsiteY56" fmla="*/ 1854442 h 2083506"/>
              <a:gd name="connsiteX57" fmla="*/ 8741254 w 12191999"/>
              <a:gd name="connsiteY57" fmla="*/ 1857469 h 2083506"/>
              <a:gd name="connsiteX58" fmla="*/ 8725039 w 12191999"/>
              <a:gd name="connsiteY58" fmla="*/ 1856552 h 2083506"/>
              <a:gd name="connsiteX59" fmla="*/ 8635265 w 12191999"/>
              <a:gd name="connsiteY59" fmla="*/ 1859168 h 2083506"/>
              <a:gd name="connsiteX60" fmla="*/ 8613911 w 12191999"/>
              <a:gd name="connsiteY60" fmla="*/ 1857561 h 2083506"/>
              <a:gd name="connsiteX61" fmla="*/ 8604931 w 12191999"/>
              <a:gd name="connsiteY61" fmla="*/ 1854170 h 2083506"/>
              <a:gd name="connsiteX62" fmla="*/ 8570171 w 12191999"/>
              <a:gd name="connsiteY62" fmla="*/ 1860579 h 2083506"/>
              <a:gd name="connsiteX63" fmla="*/ 8516537 w 12191999"/>
              <a:gd name="connsiteY63" fmla="*/ 1864971 h 2083506"/>
              <a:gd name="connsiteX64" fmla="*/ 8491046 w 12191999"/>
              <a:gd name="connsiteY64" fmla="*/ 1868141 h 2083506"/>
              <a:gd name="connsiteX65" fmla="*/ 8470478 w 12191999"/>
              <a:gd name="connsiteY65" fmla="*/ 1866216 h 2083506"/>
              <a:gd name="connsiteX66" fmla="*/ 8353433 w 12191999"/>
              <a:gd name="connsiteY66" fmla="*/ 1865729 h 2083506"/>
              <a:gd name="connsiteX67" fmla="*/ 8347675 w 12191999"/>
              <a:gd name="connsiteY67" fmla="*/ 1865075 h 2083506"/>
              <a:gd name="connsiteX68" fmla="*/ 8343939 w 12191999"/>
              <a:gd name="connsiteY68" fmla="*/ 1865677 h 2083506"/>
              <a:gd name="connsiteX69" fmla="*/ 8221566 w 12191999"/>
              <a:gd name="connsiteY69" fmla="*/ 1881148 h 2083506"/>
              <a:gd name="connsiteX70" fmla="*/ 8066095 w 12191999"/>
              <a:gd name="connsiteY70" fmla="*/ 1919902 h 2083506"/>
              <a:gd name="connsiteX71" fmla="*/ 8044849 w 12191999"/>
              <a:gd name="connsiteY71" fmla="*/ 1916308 h 2083506"/>
              <a:gd name="connsiteX72" fmla="*/ 8041142 w 12191999"/>
              <a:gd name="connsiteY72" fmla="*/ 1915506 h 2083506"/>
              <a:gd name="connsiteX73" fmla="*/ 8022159 w 12191999"/>
              <a:gd name="connsiteY73" fmla="*/ 1911521 h 2083506"/>
              <a:gd name="connsiteX74" fmla="*/ 7944932 w 12191999"/>
              <a:gd name="connsiteY74" fmla="*/ 1917265 h 2083506"/>
              <a:gd name="connsiteX75" fmla="*/ 7879011 w 12191999"/>
              <a:gd name="connsiteY75" fmla="*/ 1928570 h 2083506"/>
              <a:gd name="connsiteX76" fmla="*/ 7865529 w 12191999"/>
              <a:gd name="connsiteY76" fmla="*/ 1934399 h 2083506"/>
              <a:gd name="connsiteX77" fmla="*/ 7774801 w 12191999"/>
              <a:gd name="connsiteY77" fmla="*/ 1947969 h 2083506"/>
              <a:gd name="connsiteX78" fmla="*/ 7748398 w 12191999"/>
              <a:gd name="connsiteY78" fmla="*/ 1955982 h 2083506"/>
              <a:gd name="connsiteX79" fmla="*/ 7740684 w 12191999"/>
              <a:gd name="connsiteY79" fmla="*/ 1955717 h 2083506"/>
              <a:gd name="connsiteX80" fmla="*/ 7712976 w 12191999"/>
              <a:gd name="connsiteY80" fmla="*/ 1960442 h 2083506"/>
              <a:gd name="connsiteX81" fmla="*/ 7699956 w 12191999"/>
              <a:gd name="connsiteY81" fmla="*/ 1966104 h 2083506"/>
              <a:gd name="connsiteX82" fmla="*/ 7684158 w 12191999"/>
              <a:gd name="connsiteY82" fmla="*/ 1962927 h 2083506"/>
              <a:gd name="connsiteX83" fmla="*/ 7643109 w 12191999"/>
              <a:gd name="connsiteY83" fmla="*/ 1964400 h 2083506"/>
              <a:gd name="connsiteX84" fmla="*/ 7630180 w 12191999"/>
              <a:gd name="connsiteY84" fmla="*/ 1970266 h 2083506"/>
              <a:gd name="connsiteX85" fmla="*/ 7609131 w 12191999"/>
              <a:gd name="connsiteY85" fmla="*/ 1971774 h 2083506"/>
              <a:gd name="connsiteX86" fmla="*/ 7555555 w 12191999"/>
              <a:gd name="connsiteY86" fmla="*/ 1969491 h 2083506"/>
              <a:gd name="connsiteX87" fmla="*/ 7520919 w 12191999"/>
              <a:gd name="connsiteY87" fmla="*/ 1970177 h 2083506"/>
              <a:gd name="connsiteX88" fmla="*/ 7456258 w 12191999"/>
              <a:gd name="connsiteY88" fmla="*/ 1960468 h 2083506"/>
              <a:gd name="connsiteX89" fmla="*/ 7393047 w 12191999"/>
              <a:gd name="connsiteY89" fmla="*/ 1952408 h 2083506"/>
              <a:gd name="connsiteX90" fmla="*/ 7199912 w 12191999"/>
              <a:gd name="connsiteY90" fmla="*/ 1959913 h 2083506"/>
              <a:gd name="connsiteX91" fmla="*/ 7146774 w 12191999"/>
              <a:gd name="connsiteY91" fmla="*/ 1956641 h 2083506"/>
              <a:gd name="connsiteX92" fmla="*/ 7122244 w 12191999"/>
              <a:gd name="connsiteY92" fmla="*/ 1953891 h 2083506"/>
              <a:gd name="connsiteX93" fmla="*/ 7032241 w 12191999"/>
              <a:gd name="connsiteY93" fmla="*/ 1962723 h 2083506"/>
              <a:gd name="connsiteX94" fmla="*/ 6941492 w 12191999"/>
              <a:gd name="connsiteY94" fmla="*/ 1976868 h 2083506"/>
              <a:gd name="connsiteX95" fmla="*/ 6906514 w 12191999"/>
              <a:gd name="connsiteY95" fmla="*/ 1968589 h 2083506"/>
              <a:gd name="connsiteX96" fmla="*/ 6826395 w 12191999"/>
              <a:gd name="connsiteY96" fmla="*/ 1974141 h 2083506"/>
              <a:gd name="connsiteX97" fmla="*/ 6716431 w 12191999"/>
              <a:gd name="connsiteY97" fmla="*/ 2004297 h 2083506"/>
              <a:gd name="connsiteX98" fmla="*/ 6569607 w 12191999"/>
              <a:gd name="connsiteY98" fmla="*/ 2015496 h 2083506"/>
              <a:gd name="connsiteX99" fmla="*/ 6561430 w 12191999"/>
              <a:gd name="connsiteY99" fmla="*/ 2020996 h 2083506"/>
              <a:gd name="connsiteX100" fmla="*/ 6549371 w 12191999"/>
              <a:gd name="connsiteY100" fmla="*/ 2024747 h 2083506"/>
              <a:gd name="connsiteX101" fmla="*/ 6547040 w 12191999"/>
              <a:gd name="connsiteY101" fmla="*/ 2024474 h 2083506"/>
              <a:gd name="connsiteX102" fmla="*/ 6530482 w 12191999"/>
              <a:gd name="connsiteY102" fmla="*/ 2026659 h 2083506"/>
              <a:gd name="connsiteX103" fmla="*/ 6528565 w 12191999"/>
              <a:gd name="connsiteY103" fmla="*/ 2028600 h 2083506"/>
              <a:gd name="connsiteX104" fmla="*/ 6517741 w 12191999"/>
              <a:gd name="connsiteY104" fmla="*/ 2030558 h 2083506"/>
              <a:gd name="connsiteX105" fmla="*/ 6497855 w 12191999"/>
              <a:gd name="connsiteY105" fmla="*/ 2035650 h 2083506"/>
              <a:gd name="connsiteX106" fmla="*/ 6492785 w 12191999"/>
              <a:gd name="connsiteY106" fmla="*/ 2035444 h 2083506"/>
              <a:gd name="connsiteX107" fmla="*/ 6460692 w 12191999"/>
              <a:gd name="connsiteY107" fmla="*/ 2041321 h 2083506"/>
              <a:gd name="connsiteX108" fmla="*/ 6459609 w 12191999"/>
              <a:gd name="connsiteY108" fmla="*/ 2040851 h 2083506"/>
              <a:gd name="connsiteX109" fmla="*/ 6447765 w 12191999"/>
              <a:gd name="connsiteY109" fmla="*/ 2040102 h 2083506"/>
              <a:gd name="connsiteX110" fmla="*/ 6426590 w 12191999"/>
              <a:gd name="connsiteY110" fmla="*/ 2039928 h 2083506"/>
              <a:gd name="connsiteX111" fmla="*/ 6401693 w 12191999"/>
              <a:gd name="connsiteY111" fmla="*/ 2033537 h 2083506"/>
              <a:gd name="connsiteX112" fmla="*/ 6387141 w 12191999"/>
              <a:gd name="connsiteY112" fmla="*/ 2033161 h 2083506"/>
              <a:gd name="connsiteX113" fmla="*/ 6357846 w 12191999"/>
              <a:gd name="connsiteY113" fmla="*/ 2036782 h 2083506"/>
              <a:gd name="connsiteX114" fmla="*/ 6342914 w 12191999"/>
              <a:gd name="connsiteY114" fmla="*/ 2037585 h 2083506"/>
              <a:gd name="connsiteX115" fmla="*/ 6336300 w 12191999"/>
              <a:gd name="connsiteY115" fmla="*/ 2038781 h 2083506"/>
              <a:gd name="connsiteX116" fmla="*/ 6317178 w 12191999"/>
              <a:gd name="connsiteY116" fmla="*/ 2038968 h 2083506"/>
              <a:gd name="connsiteX117" fmla="*/ 6161427 w 12191999"/>
              <a:gd name="connsiteY117" fmla="*/ 2047338 h 2083506"/>
              <a:gd name="connsiteX118" fmla="*/ 6097339 w 12191999"/>
              <a:gd name="connsiteY118" fmla="*/ 2082438 h 2083506"/>
              <a:gd name="connsiteX119" fmla="*/ 6079059 w 12191999"/>
              <a:gd name="connsiteY119" fmla="*/ 2081299 h 2083506"/>
              <a:gd name="connsiteX120" fmla="*/ 5998439 w 12191999"/>
              <a:gd name="connsiteY120" fmla="*/ 2070958 h 2083506"/>
              <a:gd name="connsiteX121" fmla="*/ 5904290 w 12191999"/>
              <a:gd name="connsiteY121" fmla="*/ 2070255 h 2083506"/>
              <a:gd name="connsiteX122" fmla="*/ 5814867 w 12191999"/>
              <a:gd name="connsiteY122" fmla="*/ 2079032 h 2083506"/>
              <a:gd name="connsiteX123" fmla="*/ 5725743 w 12191999"/>
              <a:gd name="connsiteY123" fmla="*/ 2070558 h 2083506"/>
              <a:gd name="connsiteX124" fmla="*/ 5650546 w 12191999"/>
              <a:gd name="connsiteY124" fmla="*/ 2052412 h 2083506"/>
              <a:gd name="connsiteX125" fmla="*/ 5581284 w 12191999"/>
              <a:gd name="connsiteY125" fmla="*/ 2023175 h 2083506"/>
              <a:gd name="connsiteX126" fmla="*/ 5572593 w 12191999"/>
              <a:gd name="connsiteY126" fmla="*/ 2018391 h 2083506"/>
              <a:gd name="connsiteX127" fmla="*/ 5548580 w 12191999"/>
              <a:gd name="connsiteY127" fmla="*/ 2016951 h 2083506"/>
              <a:gd name="connsiteX128" fmla="*/ 5471173 w 12191999"/>
              <a:gd name="connsiteY128" fmla="*/ 2018786 h 2083506"/>
              <a:gd name="connsiteX129" fmla="*/ 5340320 w 12191999"/>
              <a:gd name="connsiteY129" fmla="*/ 2037611 h 2083506"/>
              <a:gd name="connsiteX130" fmla="*/ 5254376 w 12191999"/>
              <a:gd name="connsiteY130" fmla="*/ 2042928 h 2083506"/>
              <a:gd name="connsiteX131" fmla="*/ 5258035 w 12191999"/>
              <a:gd name="connsiteY131" fmla="*/ 2035649 h 2083506"/>
              <a:gd name="connsiteX132" fmla="*/ 5230622 w 12191999"/>
              <a:gd name="connsiteY132" fmla="*/ 2024576 h 2083506"/>
              <a:gd name="connsiteX133" fmla="*/ 5026203 w 12191999"/>
              <a:gd name="connsiteY133" fmla="*/ 2030162 h 2083506"/>
              <a:gd name="connsiteX134" fmla="*/ 4973988 w 12191999"/>
              <a:gd name="connsiteY134" fmla="*/ 2026668 h 2083506"/>
              <a:gd name="connsiteX135" fmla="*/ 4928030 w 12191999"/>
              <a:gd name="connsiteY135" fmla="*/ 2033642 h 2083506"/>
              <a:gd name="connsiteX136" fmla="*/ 4908970 w 12191999"/>
              <a:gd name="connsiteY136" fmla="*/ 2030033 h 2083506"/>
              <a:gd name="connsiteX137" fmla="*/ 4905679 w 12191999"/>
              <a:gd name="connsiteY137" fmla="*/ 2029300 h 2083506"/>
              <a:gd name="connsiteX138" fmla="*/ 4892525 w 12191999"/>
              <a:gd name="connsiteY138" fmla="*/ 2028768 h 2083506"/>
              <a:gd name="connsiteX139" fmla="*/ 4888818 w 12191999"/>
              <a:gd name="connsiteY139" fmla="*/ 2025619 h 2083506"/>
              <a:gd name="connsiteX140" fmla="*/ 4869018 w 12191999"/>
              <a:gd name="connsiteY140" fmla="*/ 2022668 h 2083506"/>
              <a:gd name="connsiteX141" fmla="*/ 4844804 w 12191999"/>
              <a:gd name="connsiteY141" fmla="*/ 2022527 h 2083506"/>
              <a:gd name="connsiteX142" fmla="*/ 4758778 w 12191999"/>
              <a:gd name="connsiteY142" fmla="*/ 2021694 h 2083506"/>
              <a:gd name="connsiteX143" fmla="*/ 4744748 w 12191999"/>
              <a:gd name="connsiteY143" fmla="*/ 2023396 h 2083506"/>
              <a:gd name="connsiteX144" fmla="*/ 4698956 w 12191999"/>
              <a:gd name="connsiteY144" fmla="*/ 2020558 h 2083506"/>
              <a:gd name="connsiteX145" fmla="*/ 4658147 w 12191999"/>
              <a:gd name="connsiteY145" fmla="*/ 2019920 h 2083506"/>
              <a:gd name="connsiteX146" fmla="*/ 4631706 w 12191999"/>
              <a:gd name="connsiteY146" fmla="*/ 2021274 h 2083506"/>
              <a:gd name="connsiteX147" fmla="*/ 4624776 w 12191999"/>
              <a:gd name="connsiteY147" fmla="*/ 2020152 h 2083506"/>
              <a:gd name="connsiteX148" fmla="*/ 4598150 w 12191999"/>
              <a:gd name="connsiteY148" fmla="*/ 2019429 h 2083506"/>
              <a:gd name="connsiteX149" fmla="*/ 4584588 w 12191999"/>
              <a:gd name="connsiteY149" fmla="*/ 2021092 h 2083506"/>
              <a:gd name="connsiteX150" fmla="*/ 4571203 w 12191999"/>
              <a:gd name="connsiteY150" fmla="*/ 2017263 h 2083506"/>
              <a:gd name="connsiteX151" fmla="*/ 4567930 w 12191999"/>
              <a:gd name="connsiteY151" fmla="*/ 2014458 h 2083506"/>
              <a:gd name="connsiteX152" fmla="*/ 4548984 w 12191999"/>
              <a:gd name="connsiteY152" fmla="*/ 2015717 h 2083506"/>
              <a:gd name="connsiteX153" fmla="*/ 4533451 w 12191999"/>
              <a:gd name="connsiteY153" fmla="*/ 2012976 h 2083506"/>
              <a:gd name="connsiteX154" fmla="*/ 4519910 w 12191999"/>
              <a:gd name="connsiteY154" fmla="*/ 2014768 h 2083506"/>
              <a:gd name="connsiteX155" fmla="*/ 4514290 w 12191999"/>
              <a:gd name="connsiteY155" fmla="*/ 2014364 h 2083506"/>
              <a:gd name="connsiteX156" fmla="*/ 4500320 w 12191999"/>
              <a:gd name="connsiteY156" fmla="*/ 2013007 h 2083506"/>
              <a:gd name="connsiteX157" fmla="*/ 4476219 w 12191999"/>
              <a:gd name="connsiteY157" fmla="*/ 2009993 h 2083506"/>
              <a:gd name="connsiteX158" fmla="*/ 4468701 w 12191999"/>
              <a:gd name="connsiteY158" fmla="*/ 2009574 h 2083506"/>
              <a:gd name="connsiteX159" fmla="*/ 4452333 w 12191999"/>
              <a:gd name="connsiteY159" fmla="*/ 2004964 h 2083506"/>
              <a:gd name="connsiteX160" fmla="*/ 4420644 w 12191999"/>
              <a:gd name="connsiteY160" fmla="*/ 2001021 h 2083506"/>
              <a:gd name="connsiteX161" fmla="*/ 4364856 w 12191999"/>
              <a:gd name="connsiteY161" fmla="*/ 1987267 h 2083506"/>
              <a:gd name="connsiteX162" fmla="*/ 4332062 w 12191999"/>
              <a:gd name="connsiteY162" fmla="*/ 1980703 h 2083506"/>
              <a:gd name="connsiteX163" fmla="*/ 4309876 w 12191999"/>
              <a:gd name="connsiteY163" fmla="*/ 1974653 h 2083506"/>
              <a:gd name="connsiteX164" fmla="*/ 4244391 w 12191999"/>
              <a:gd name="connsiteY164" fmla="*/ 1966109 h 2083506"/>
              <a:gd name="connsiteX165" fmla="*/ 4132071 w 12191999"/>
              <a:gd name="connsiteY165" fmla="*/ 1954813 h 2083506"/>
              <a:gd name="connsiteX166" fmla="*/ 4109069 w 12191999"/>
              <a:gd name="connsiteY166" fmla="*/ 1951778 h 2083506"/>
              <a:gd name="connsiteX167" fmla="*/ 4092908 w 12191999"/>
              <a:gd name="connsiteY167" fmla="*/ 1946662 h 2083506"/>
              <a:gd name="connsiteX168" fmla="*/ 4092306 w 12191999"/>
              <a:gd name="connsiteY168" fmla="*/ 1943291 h 2083506"/>
              <a:gd name="connsiteX169" fmla="*/ 4080234 w 12191999"/>
              <a:gd name="connsiteY169" fmla="*/ 1941219 h 2083506"/>
              <a:gd name="connsiteX170" fmla="*/ 4077778 w 12191999"/>
              <a:gd name="connsiteY170" fmla="*/ 1940145 h 2083506"/>
              <a:gd name="connsiteX171" fmla="*/ 4062936 w 12191999"/>
              <a:gd name="connsiteY171" fmla="*/ 1934506 h 2083506"/>
              <a:gd name="connsiteX172" fmla="*/ 4012506 w 12191999"/>
              <a:gd name="connsiteY172" fmla="*/ 1935475 h 2083506"/>
              <a:gd name="connsiteX173" fmla="*/ 3965880 w 12191999"/>
              <a:gd name="connsiteY173" fmla="*/ 1925968 h 2083506"/>
              <a:gd name="connsiteX174" fmla="*/ 3765338 w 12191999"/>
              <a:gd name="connsiteY174" fmla="*/ 1906649 h 2083506"/>
              <a:gd name="connsiteX175" fmla="*/ 3749493 w 12191999"/>
              <a:gd name="connsiteY175" fmla="*/ 1893071 h 2083506"/>
              <a:gd name="connsiteX176" fmla="*/ 3672704 w 12191999"/>
              <a:gd name="connsiteY176" fmla="*/ 1881383 h 2083506"/>
              <a:gd name="connsiteX177" fmla="*/ 3530082 w 12191999"/>
              <a:gd name="connsiteY177" fmla="*/ 1883187 h 2083506"/>
              <a:gd name="connsiteX178" fmla="*/ 3387664 w 12191999"/>
              <a:gd name="connsiteY178" fmla="*/ 1862579 h 2083506"/>
              <a:gd name="connsiteX179" fmla="*/ 3371681 w 12191999"/>
              <a:gd name="connsiteY179" fmla="*/ 1865293 h 2083506"/>
              <a:gd name="connsiteX180" fmla="*/ 3355305 w 12191999"/>
              <a:gd name="connsiteY180" fmla="*/ 1865842 h 2083506"/>
              <a:gd name="connsiteX181" fmla="*/ 3353790 w 12191999"/>
              <a:gd name="connsiteY181" fmla="*/ 1865158 h 2083506"/>
              <a:gd name="connsiteX182" fmla="*/ 3336210 w 12191999"/>
              <a:gd name="connsiteY182" fmla="*/ 1863564 h 2083506"/>
              <a:gd name="connsiteX183" fmla="*/ 3331381 w 12191999"/>
              <a:gd name="connsiteY183" fmla="*/ 1864716 h 2083506"/>
              <a:gd name="connsiteX184" fmla="*/ 3319012 w 12191999"/>
              <a:gd name="connsiteY184" fmla="*/ 1864093 h 2083506"/>
              <a:gd name="connsiteX185" fmla="*/ 3293818 w 12191999"/>
              <a:gd name="connsiteY185" fmla="*/ 1864135 h 2083506"/>
              <a:gd name="connsiteX186" fmla="*/ 3289881 w 12191999"/>
              <a:gd name="connsiteY186" fmla="*/ 1862954 h 2083506"/>
              <a:gd name="connsiteX187" fmla="*/ 3253090 w 12191999"/>
              <a:gd name="connsiteY187" fmla="*/ 1861164 h 2083506"/>
              <a:gd name="connsiteX188" fmla="*/ 3252949 w 12191999"/>
              <a:gd name="connsiteY188" fmla="*/ 1860574 h 2083506"/>
              <a:gd name="connsiteX189" fmla="*/ 3244187 w 12191999"/>
              <a:gd name="connsiteY189" fmla="*/ 1857604 h 2083506"/>
              <a:gd name="connsiteX190" fmla="*/ 3246570 w 12191999"/>
              <a:gd name="connsiteY190" fmla="*/ 1852946 h 2083506"/>
              <a:gd name="connsiteX191" fmla="*/ 3237810 w 12191999"/>
              <a:gd name="connsiteY191" fmla="*/ 1853064 h 2083506"/>
              <a:gd name="connsiteX192" fmla="*/ 3230822 w 12191999"/>
              <a:gd name="connsiteY192" fmla="*/ 1855474 h 2083506"/>
              <a:gd name="connsiteX193" fmla="*/ 3136549 w 12191999"/>
              <a:gd name="connsiteY193" fmla="*/ 1874037 h 2083506"/>
              <a:gd name="connsiteX194" fmla="*/ 2845754 w 12191999"/>
              <a:gd name="connsiteY194" fmla="*/ 1910932 h 2083506"/>
              <a:gd name="connsiteX195" fmla="*/ 2786878 w 12191999"/>
              <a:gd name="connsiteY195" fmla="*/ 1917162 h 2083506"/>
              <a:gd name="connsiteX196" fmla="*/ 2725298 w 12191999"/>
              <a:gd name="connsiteY196" fmla="*/ 1912340 h 2083506"/>
              <a:gd name="connsiteX197" fmla="*/ 2697754 w 12191999"/>
              <a:gd name="connsiteY197" fmla="*/ 1914863 h 2083506"/>
              <a:gd name="connsiteX198" fmla="*/ 2568063 w 12191999"/>
              <a:gd name="connsiteY198" fmla="*/ 1936283 h 2083506"/>
              <a:gd name="connsiteX199" fmla="*/ 2489784 w 12191999"/>
              <a:gd name="connsiteY199" fmla="*/ 1943720 h 2083506"/>
              <a:gd name="connsiteX200" fmla="*/ 2458978 w 12191999"/>
              <a:gd name="connsiteY200" fmla="*/ 1938095 h 2083506"/>
              <a:gd name="connsiteX201" fmla="*/ 2318712 w 12191999"/>
              <a:gd name="connsiteY201" fmla="*/ 1934474 h 2083506"/>
              <a:gd name="connsiteX202" fmla="*/ 2268709 w 12191999"/>
              <a:gd name="connsiteY202" fmla="*/ 1940521 h 2083506"/>
              <a:gd name="connsiteX203" fmla="*/ 2264080 w 12191999"/>
              <a:gd name="connsiteY203" fmla="*/ 1941232 h 2083506"/>
              <a:gd name="connsiteX204" fmla="*/ 2254684 w 12191999"/>
              <a:gd name="connsiteY204" fmla="*/ 1943524 h 2083506"/>
              <a:gd name="connsiteX205" fmla="*/ 2252523 w 12191999"/>
              <a:gd name="connsiteY205" fmla="*/ 1943004 h 2083506"/>
              <a:gd name="connsiteX206" fmla="*/ 2173350 w 12191999"/>
              <a:gd name="connsiteY206" fmla="*/ 1929202 h 2083506"/>
              <a:gd name="connsiteX207" fmla="*/ 2155266 w 12191999"/>
              <a:gd name="connsiteY207" fmla="*/ 1920267 h 2083506"/>
              <a:gd name="connsiteX208" fmla="*/ 2091013 w 12191999"/>
              <a:gd name="connsiteY208" fmla="*/ 1914631 h 2083506"/>
              <a:gd name="connsiteX209" fmla="*/ 2030712 w 12191999"/>
              <a:gd name="connsiteY209" fmla="*/ 1897690 h 2083506"/>
              <a:gd name="connsiteX210" fmla="*/ 1908838 w 12191999"/>
              <a:gd name="connsiteY210" fmla="*/ 1892222 h 2083506"/>
              <a:gd name="connsiteX211" fmla="*/ 1877796 w 12191999"/>
              <a:gd name="connsiteY211" fmla="*/ 1883887 h 2083506"/>
              <a:gd name="connsiteX212" fmla="*/ 1875824 w 12191999"/>
              <a:gd name="connsiteY212" fmla="*/ 1879265 h 2083506"/>
              <a:gd name="connsiteX213" fmla="*/ 1823048 w 12191999"/>
              <a:gd name="connsiteY213" fmla="*/ 1881064 h 2083506"/>
              <a:gd name="connsiteX214" fmla="*/ 1765736 w 12191999"/>
              <a:gd name="connsiteY214" fmla="*/ 1856578 h 2083506"/>
              <a:gd name="connsiteX215" fmla="*/ 1725669 w 12191999"/>
              <a:gd name="connsiteY215" fmla="*/ 1833744 h 2083506"/>
              <a:gd name="connsiteX216" fmla="*/ 1725216 w 12191999"/>
              <a:gd name="connsiteY216" fmla="*/ 1829447 h 2083506"/>
              <a:gd name="connsiteX217" fmla="*/ 1721485 w 12191999"/>
              <a:gd name="connsiteY217" fmla="*/ 1828960 h 2083506"/>
              <a:gd name="connsiteX218" fmla="*/ 1717786 w 12191999"/>
              <a:gd name="connsiteY218" fmla="*/ 1832224 h 2083506"/>
              <a:gd name="connsiteX219" fmla="*/ 1689907 w 12191999"/>
              <a:gd name="connsiteY219" fmla="*/ 1825425 h 2083506"/>
              <a:gd name="connsiteX220" fmla="*/ 1688093 w 12191999"/>
              <a:gd name="connsiteY220" fmla="*/ 1817391 h 2083506"/>
              <a:gd name="connsiteX221" fmla="*/ 1496789 w 12191999"/>
              <a:gd name="connsiteY221" fmla="*/ 1805297 h 2083506"/>
              <a:gd name="connsiteX222" fmla="*/ 1392839 w 12191999"/>
              <a:gd name="connsiteY222" fmla="*/ 1758649 h 2083506"/>
              <a:gd name="connsiteX223" fmla="*/ 1360872 w 12191999"/>
              <a:gd name="connsiteY223" fmla="*/ 1752441 h 2083506"/>
              <a:gd name="connsiteX224" fmla="*/ 1313885 w 12191999"/>
              <a:gd name="connsiteY224" fmla="*/ 1731785 h 2083506"/>
              <a:gd name="connsiteX225" fmla="*/ 1247665 w 12191999"/>
              <a:gd name="connsiteY225" fmla="*/ 1727765 h 2083506"/>
              <a:gd name="connsiteX226" fmla="*/ 1196850 w 12191999"/>
              <a:gd name="connsiteY226" fmla="*/ 1729622 h 2083506"/>
              <a:gd name="connsiteX227" fmla="*/ 1168728 w 12191999"/>
              <a:gd name="connsiteY227" fmla="*/ 1728550 h 2083506"/>
              <a:gd name="connsiteX228" fmla="*/ 1096918 w 12191999"/>
              <a:gd name="connsiteY228" fmla="*/ 1721485 h 2083506"/>
              <a:gd name="connsiteX229" fmla="*/ 1094082 w 12191999"/>
              <a:gd name="connsiteY229" fmla="*/ 1720113 h 2083506"/>
              <a:gd name="connsiteX230" fmla="*/ 1040782 w 12191999"/>
              <a:gd name="connsiteY230" fmla="*/ 1721762 h 2083506"/>
              <a:gd name="connsiteX231" fmla="*/ 955980 w 12191999"/>
              <a:gd name="connsiteY231" fmla="*/ 1719289 h 2083506"/>
              <a:gd name="connsiteX232" fmla="*/ 926108 w 12191999"/>
              <a:gd name="connsiteY232" fmla="*/ 1715917 h 2083506"/>
              <a:gd name="connsiteX233" fmla="*/ 876049 w 12191999"/>
              <a:gd name="connsiteY233" fmla="*/ 1710422 h 2083506"/>
              <a:gd name="connsiteX234" fmla="*/ 839194 w 12191999"/>
              <a:gd name="connsiteY234" fmla="*/ 1700176 h 2083506"/>
              <a:gd name="connsiteX235" fmla="*/ 797112 w 12191999"/>
              <a:gd name="connsiteY235" fmla="*/ 1698014 h 2083506"/>
              <a:gd name="connsiteX236" fmla="*/ 786610 w 12191999"/>
              <a:gd name="connsiteY236" fmla="*/ 1705455 h 2083506"/>
              <a:gd name="connsiteX237" fmla="*/ 741833 w 12191999"/>
              <a:gd name="connsiteY237" fmla="*/ 1700566 h 2083506"/>
              <a:gd name="connsiteX238" fmla="*/ 673985 w 12191999"/>
              <a:gd name="connsiteY238" fmla="*/ 1692278 h 2083506"/>
              <a:gd name="connsiteX239" fmla="*/ 634665 w 12191999"/>
              <a:gd name="connsiteY239" fmla="*/ 1689550 h 2083506"/>
              <a:gd name="connsiteX240" fmla="*/ 527471 w 12191999"/>
              <a:gd name="connsiteY240" fmla="*/ 1679869 h 2083506"/>
              <a:gd name="connsiteX241" fmla="*/ 420260 w 12191999"/>
              <a:gd name="connsiteY241" fmla="*/ 1668475 h 2083506"/>
              <a:gd name="connsiteX242" fmla="*/ 357630 w 12191999"/>
              <a:gd name="connsiteY242" fmla="*/ 1652142 h 2083506"/>
              <a:gd name="connsiteX243" fmla="*/ 269407 w 12191999"/>
              <a:gd name="connsiteY243" fmla="*/ 1643812 h 2083506"/>
              <a:gd name="connsiteX244" fmla="*/ 254769 w 12191999"/>
              <a:gd name="connsiteY244" fmla="*/ 1641013 h 2083506"/>
              <a:gd name="connsiteX245" fmla="*/ 150763 w 12191999"/>
              <a:gd name="connsiteY245" fmla="*/ 1628143 h 2083506"/>
              <a:gd name="connsiteX246" fmla="*/ 29133 w 12191999"/>
              <a:gd name="connsiteY246" fmla="*/ 1626172 h 2083506"/>
              <a:gd name="connsiteX247" fmla="*/ 0 w 12191999"/>
              <a:gd name="connsiteY247" fmla="*/ 1619589 h 208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</a:cxnLst>
            <a:rect l="l" t="t" r="r" b="b"/>
            <a:pathLst>
              <a:path w="12191999" h="2083506">
                <a:moveTo>
                  <a:pt x="0" y="0"/>
                </a:moveTo>
                <a:lnTo>
                  <a:pt x="9429748" y="0"/>
                </a:lnTo>
                <a:lnTo>
                  <a:pt x="9429748" y="1"/>
                </a:lnTo>
                <a:lnTo>
                  <a:pt x="12191999" y="1"/>
                </a:lnTo>
                <a:lnTo>
                  <a:pt x="12191999" y="1164372"/>
                </a:lnTo>
                <a:lnTo>
                  <a:pt x="12147852" y="1163783"/>
                </a:lnTo>
                <a:cubicBezTo>
                  <a:pt x="12063101" y="1189107"/>
                  <a:pt x="12045020" y="1156925"/>
                  <a:pt x="11993604" y="1153496"/>
                </a:cubicBezTo>
                <a:cubicBezTo>
                  <a:pt x="11954216" y="1165241"/>
                  <a:pt x="11911195" y="1167350"/>
                  <a:pt x="11865319" y="1176624"/>
                </a:cubicBezTo>
                <a:cubicBezTo>
                  <a:pt x="11822513" y="1184682"/>
                  <a:pt x="11766915" y="1201558"/>
                  <a:pt x="11718353" y="1209136"/>
                </a:cubicBezTo>
                <a:cubicBezTo>
                  <a:pt x="11675379" y="1217463"/>
                  <a:pt x="11638007" y="1216639"/>
                  <a:pt x="11609067" y="1218512"/>
                </a:cubicBezTo>
                <a:cubicBezTo>
                  <a:pt x="11597582" y="1221322"/>
                  <a:pt x="11554280" y="1243577"/>
                  <a:pt x="11545958" y="1240430"/>
                </a:cubicBezTo>
                <a:lnTo>
                  <a:pt x="11445770" y="1225780"/>
                </a:lnTo>
                <a:cubicBezTo>
                  <a:pt x="11425543" y="1230782"/>
                  <a:pt x="11413740" y="1222096"/>
                  <a:pt x="11398842" y="1227250"/>
                </a:cubicBezTo>
                <a:cubicBezTo>
                  <a:pt x="11367060" y="1233093"/>
                  <a:pt x="11269285" y="1263712"/>
                  <a:pt x="11240093" y="1266797"/>
                </a:cubicBezTo>
                <a:cubicBezTo>
                  <a:pt x="11197297" y="1273685"/>
                  <a:pt x="11181311" y="1272682"/>
                  <a:pt x="11141364" y="1288059"/>
                </a:cubicBezTo>
                <a:cubicBezTo>
                  <a:pt x="11099891" y="1305386"/>
                  <a:pt x="11051533" y="1319157"/>
                  <a:pt x="11015396" y="1353104"/>
                </a:cubicBezTo>
                <a:cubicBezTo>
                  <a:pt x="11009424" y="1362217"/>
                  <a:pt x="10992328" y="1361966"/>
                  <a:pt x="10973905" y="1365109"/>
                </a:cubicBezTo>
                <a:cubicBezTo>
                  <a:pt x="10955482" y="1368254"/>
                  <a:pt x="10907369" y="1372817"/>
                  <a:pt x="10904858" y="1371966"/>
                </a:cubicBezTo>
                <a:cubicBezTo>
                  <a:pt x="10880521" y="1379494"/>
                  <a:pt x="10873670" y="1399734"/>
                  <a:pt x="10827883" y="1410270"/>
                </a:cubicBezTo>
                <a:cubicBezTo>
                  <a:pt x="10790248" y="1415655"/>
                  <a:pt x="10724899" y="1420726"/>
                  <a:pt x="10690996" y="1426394"/>
                </a:cubicBezTo>
                <a:cubicBezTo>
                  <a:pt x="10676463" y="1423331"/>
                  <a:pt x="10634514" y="1436908"/>
                  <a:pt x="10624461" y="1444283"/>
                </a:cubicBezTo>
                <a:cubicBezTo>
                  <a:pt x="10601952" y="1468442"/>
                  <a:pt x="10536224" y="1460228"/>
                  <a:pt x="10517208" y="1478947"/>
                </a:cubicBezTo>
                <a:cubicBezTo>
                  <a:pt x="10509508" y="1482271"/>
                  <a:pt x="10505833" y="1468818"/>
                  <a:pt x="10497937" y="1469831"/>
                </a:cubicBezTo>
                <a:lnTo>
                  <a:pt x="10471201" y="1486037"/>
                </a:lnTo>
                <a:lnTo>
                  <a:pt x="10448263" y="1478223"/>
                </a:lnTo>
                <a:lnTo>
                  <a:pt x="10388089" y="1507175"/>
                </a:lnTo>
                <a:cubicBezTo>
                  <a:pt x="10350285" y="1513081"/>
                  <a:pt x="10383281" y="1526586"/>
                  <a:pt x="10333720" y="1515848"/>
                </a:cubicBezTo>
                <a:cubicBezTo>
                  <a:pt x="10286428" y="1526223"/>
                  <a:pt x="10174884" y="1550019"/>
                  <a:pt x="10104338" y="1569424"/>
                </a:cubicBezTo>
                <a:cubicBezTo>
                  <a:pt x="10066963" y="1581564"/>
                  <a:pt x="9967395" y="1605712"/>
                  <a:pt x="9910445" y="1632275"/>
                </a:cubicBezTo>
                <a:cubicBezTo>
                  <a:pt x="9856131" y="1644130"/>
                  <a:pt x="9831118" y="1689967"/>
                  <a:pt x="9770872" y="1688088"/>
                </a:cubicBezTo>
                <a:cubicBezTo>
                  <a:pt x="9769882" y="1691843"/>
                  <a:pt x="9737016" y="1697044"/>
                  <a:pt x="9733849" y="1700034"/>
                </a:cubicBezTo>
                <a:lnTo>
                  <a:pt x="9703714" y="1730093"/>
                </a:lnTo>
                <a:lnTo>
                  <a:pt x="9698351" y="1730377"/>
                </a:lnTo>
                <a:lnTo>
                  <a:pt x="9632895" y="1736363"/>
                </a:lnTo>
                <a:lnTo>
                  <a:pt x="9569107" y="1741010"/>
                </a:lnTo>
                <a:cubicBezTo>
                  <a:pt x="9558961" y="1745882"/>
                  <a:pt x="9548028" y="1750646"/>
                  <a:pt x="9536451" y="1755120"/>
                </a:cubicBezTo>
                <a:lnTo>
                  <a:pt x="9529385" y="1757515"/>
                </a:lnTo>
                <a:lnTo>
                  <a:pt x="9498527" y="1753117"/>
                </a:lnTo>
                <a:lnTo>
                  <a:pt x="9436642" y="1755478"/>
                </a:lnTo>
                <a:lnTo>
                  <a:pt x="9429748" y="1756317"/>
                </a:lnTo>
                <a:lnTo>
                  <a:pt x="9429748" y="1768745"/>
                </a:lnTo>
                <a:lnTo>
                  <a:pt x="9425802" y="1769273"/>
                </a:lnTo>
                <a:cubicBezTo>
                  <a:pt x="9390751" y="1773262"/>
                  <a:pt x="9371406" y="1773457"/>
                  <a:pt x="9349763" y="1776107"/>
                </a:cubicBezTo>
                <a:cubicBezTo>
                  <a:pt x="9314721" y="1782260"/>
                  <a:pt x="9277650" y="1796217"/>
                  <a:pt x="9256503" y="1800699"/>
                </a:cubicBezTo>
                <a:lnTo>
                  <a:pt x="9222873" y="1803003"/>
                </a:lnTo>
                <a:lnTo>
                  <a:pt x="9224095" y="1807355"/>
                </a:lnTo>
                <a:lnTo>
                  <a:pt x="9211603" y="1807675"/>
                </a:lnTo>
                <a:lnTo>
                  <a:pt x="9183719" y="1807781"/>
                </a:lnTo>
                <a:cubicBezTo>
                  <a:pt x="9166319" y="1808439"/>
                  <a:pt x="9117935" y="1807396"/>
                  <a:pt x="9100221" y="1808989"/>
                </a:cubicBezTo>
                <a:cubicBezTo>
                  <a:pt x="9095111" y="1813630"/>
                  <a:pt x="9087224" y="1816160"/>
                  <a:pt x="9077439" y="1817333"/>
                </a:cubicBezTo>
                <a:lnTo>
                  <a:pt x="9055889" y="1817464"/>
                </a:lnTo>
                <a:lnTo>
                  <a:pt x="8930912" y="1828648"/>
                </a:lnTo>
                <a:lnTo>
                  <a:pt x="8913729" y="1829483"/>
                </a:lnTo>
                <a:lnTo>
                  <a:pt x="8904423" y="1833234"/>
                </a:lnTo>
                <a:cubicBezTo>
                  <a:pt x="8897319" y="1833982"/>
                  <a:pt x="8876911" y="1833498"/>
                  <a:pt x="8871099" y="1833979"/>
                </a:cubicBezTo>
                <a:lnTo>
                  <a:pt x="8869557" y="1836113"/>
                </a:lnTo>
                <a:cubicBezTo>
                  <a:pt x="8851043" y="1839524"/>
                  <a:pt x="8781405" y="1850882"/>
                  <a:pt x="8760021" y="1854442"/>
                </a:cubicBezTo>
                <a:cubicBezTo>
                  <a:pt x="8755749" y="1851161"/>
                  <a:pt x="8746183" y="1856343"/>
                  <a:pt x="8741254" y="1857469"/>
                </a:cubicBezTo>
                <a:cubicBezTo>
                  <a:pt x="8740491" y="1855259"/>
                  <a:pt x="8728559" y="1854585"/>
                  <a:pt x="8725039" y="1856552"/>
                </a:cubicBezTo>
                <a:cubicBezTo>
                  <a:pt x="8641157" y="1867333"/>
                  <a:pt x="8683145" y="1845054"/>
                  <a:pt x="8635265" y="1859168"/>
                </a:cubicBezTo>
                <a:cubicBezTo>
                  <a:pt x="8626795" y="1860103"/>
                  <a:pt x="8619931" y="1859212"/>
                  <a:pt x="8613911" y="1857561"/>
                </a:cubicBezTo>
                <a:lnTo>
                  <a:pt x="8604931" y="1854170"/>
                </a:lnTo>
                <a:lnTo>
                  <a:pt x="8570171" y="1860579"/>
                </a:lnTo>
                <a:cubicBezTo>
                  <a:pt x="8553049" y="1862813"/>
                  <a:pt x="8535028" y="1864294"/>
                  <a:pt x="8516537" y="1864971"/>
                </a:cubicBezTo>
                <a:cubicBezTo>
                  <a:pt x="8512388" y="1860455"/>
                  <a:pt x="8497874" y="1866870"/>
                  <a:pt x="8491046" y="1868141"/>
                </a:cubicBezTo>
                <a:cubicBezTo>
                  <a:pt x="8490975" y="1865191"/>
                  <a:pt x="8475847" y="1863778"/>
                  <a:pt x="8470478" y="1866216"/>
                </a:cubicBezTo>
                <a:cubicBezTo>
                  <a:pt x="8357654" y="1876758"/>
                  <a:pt x="8421139" y="1849210"/>
                  <a:pt x="8353433" y="1865729"/>
                </a:cubicBezTo>
                <a:lnTo>
                  <a:pt x="8347675" y="1865075"/>
                </a:lnTo>
                <a:lnTo>
                  <a:pt x="8343939" y="1865677"/>
                </a:lnTo>
                <a:cubicBezTo>
                  <a:pt x="8309852" y="1870841"/>
                  <a:pt x="8272587" y="1875809"/>
                  <a:pt x="8221566" y="1881148"/>
                </a:cubicBezTo>
                <a:cubicBezTo>
                  <a:pt x="8158043" y="1892960"/>
                  <a:pt x="8095547" y="1914042"/>
                  <a:pt x="8066095" y="1919902"/>
                </a:cubicBezTo>
                <a:cubicBezTo>
                  <a:pt x="8058949" y="1919234"/>
                  <a:pt x="8051921" y="1917862"/>
                  <a:pt x="8044849" y="1916308"/>
                </a:cubicBezTo>
                <a:lnTo>
                  <a:pt x="8041142" y="1915506"/>
                </a:lnTo>
                <a:lnTo>
                  <a:pt x="8022159" y="1911521"/>
                </a:lnTo>
                <a:lnTo>
                  <a:pt x="7944932" y="1917265"/>
                </a:lnTo>
                <a:lnTo>
                  <a:pt x="7879011" y="1928570"/>
                </a:lnTo>
                <a:lnTo>
                  <a:pt x="7865529" y="1934399"/>
                </a:lnTo>
                <a:lnTo>
                  <a:pt x="7774801" y="1947969"/>
                </a:lnTo>
                <a:lnTo>
                  <a:pt x="7748398" y="1955982"/>
                </a:lnTo>
                <a:lnTo>
                  <a:pt x="7740684" y="1955717"/>
                </a:lnTo>
                <a:cubicBezTo>
                  <a:pt x="7728362" y="1958584"/>
                  <a:pt x="7714099" y="1968442"/>
                  <a:pt x="7712976" y="1960442"/>
                </a:cubicBezTo>
                <a:lnTo>
                  <a:pt x="7699956" y="1966104"/>
                </a:lnTo>
                <a:lnTo>
                  <a:pt x="7684158" y="1962927"/>
                </a:lnTo>
                <a:cubicBezTo>
                  <a:pt x="7674684" y="1962643"/>
                  <a:pt x="7652105" y="1963177"/>
                  <a:pt x="7643109" y="1964400"/>
                </a:cubicBezTo>
                <a:lnTo>
                  <a:pt x="7630180" y="1970266"/>
                </a:lnTo>
                <a:lnTo>
                  <a:pt x="7609131" y="1971774"/>
                </a:lnTo>
                <a:cubicBezTo>
                  <a:pt x="7596694" y="1971644"/>
                  <a:pt x="7570258" y="1969757"/>
                  <a:pt x="7555555" y="1969491"/>
                </a:cubicBezTo>
                <a:cubicBezTo>
                  <a:pt x="7541460" y="1966540"/>
                  <a:pt x="7530571" y="1964848"/>
                  <a:pt x="7520919" y="1970177"/>
                </a:cubicBezTo>
                <a:cubicBezTo>
                  <a:pt x="7500295" y="1966884"/>
                  <a:pt x="7480780" y="1949401"/>
                  <a:pt x="7456258" y="1960468"/>
                </a:cubicBezTo>
                <a:cubicBezTo>
                  <a:pt x="7434946" y="1957506"/>
                  <a:pt x="7435772" y="1952500"/>
                  <a:pt x="7393047" y="1952408"/>
                </a:cubicBezTo>
                <a:cubicBezTo>
                  <a:pt x="7356520" y="1952860"/>
                  <a:pt x="7236307" y="1958626"/>
                  <a:pt x="7199912" y="1959913"/>
                </a:cubicBezTo>
                <a:cubicBezTo>
                  <a:pt x="7176501" y="1959942"/>
                  <a:pt x="7160098" y="1958343"/>
                  <a:pt x="7146774" y="1956641"/>
                </a:cubicBezTo>
                <a:lnTo>
                  <a:pt x="7122244" y="1953891"/>
                </a:lnTo>
                <a:lnTo>
                  <a:pt x="7032241" y="1962723"/>
                </a:lnTo>
                <a:cubicBezTo>
                  <a:pt x="6997214" y="1965198"/>
                  <a:pt x="6963725" y="1968396"/>
                  <a:pt x="6941492" y="1976868"/>
                </a:cubicBezTo>
                <a:cubicBezTo>
                  <a:pt x="6947015" y="1970398"/>
                  <a:pt x="6923088" y="1965379"/>
                  <a:pt x="6906514" y="1968589"/>
                </a:cubicBezTo>
                <a:cubicBezTo>
                  <a:pt x="6925890" y="1943204"/>
                  <a:pt x="6840983" y="1991464"/>
                  <a:pt x="6826395" y="1974141"/>
                </a:cubicBezTo>
                <a:cubicBezTo>
                  <a:pt x="6825676" y="1990223"/>
                  <a:pt x="6751393" y="2017492"/>
                  <a:pt x="6716431" y="2004297"/>
                </a:cubicBezTo>
                <a:cubicBezTo>
                  <a:pt x="6663167" y="2007518"/>
                  <a:pt x="6625450" y="2020811"/>
                  <a:pt x="6569607" y="2015496"/>
                </a:cubicBezTo>
                <a:cubicBezTo>
                  <a:pt x="6567874" y="2017648"/>
                  <a:pt x="6565034" y="2019449"/>
                  <a:pt x="6561430" y="2020996"/>
                </a:cubicBezTo>
                <a:lnTo>
                  <a:pt x="6549371" y="2024747"/>
                </a:lnTo>
                <a:lnTo>
                  <a:pt x="6547040" y="2024474"/>
                </a:lnTo>
                <a:cubicBezTo>
                  <a:pt x="6537882" y="2024425"/>
                  <a:pt x="6533193" y="2025332"/>
                  <a:pt x="6530482" y="2026659"/>
                </a:cubicBezTo>
                <a:lnTo>
                  <a:pt x="6528565" y="2028600"/>
                </a:lnTo>
                <a:lnTo>
                  <a:pt x="6517741" y="2030558"/>
                </a:lnTo>
                <a:lnTo>
                  <a:pt x="6497855" y="2035650"/>
                </a:lnTo>
                <a:lnTo>
                  <a:pt x="6492785" y="2035444"/>
                </a:lnTo>
                <a:lnTo>
                  <a:pt x="6460692" y="2041321"/>
                </a:lnTo>
                <a:lnTo>
                  <a:pt x="6459609" y="2040851"/>
                </a:lnTo>
                <a:cubicBezTo>
                  <a:pt x="6456451" y="2039933"/>
                  <a:pt x="6452734" y="2039508"/>
                  <a:pt x="6447765" y="2040102"/>
                </a:cubicBezTo>
                <a:cubicBezTo>
                  <a:pt x="6446007" y="2031126"/>
                  <a:pt x="6441093" y="2037380"/>
                  <a:pt x="6426590" y="2039928"/>
                </a:cubicBezTo>
                <a:cubicBezTo>
                  <a:pt x="6423606" y="2033241"/>
                  <a:pt x="6413230" y="2032925"/>
                  <a:pt x="6401693" y="2033537"/>
                </a:cubicBezTo>
                <a:lnTo>
                  <a:pt x="6387141" y="2033161"/>
                </a:lnTo>
                <a:lnTo>
                  <a:pt x="6357846" y="2036782"/>
                </a:lnTo>
                <a:lnTo>
                  <a:pt x="6342914" y="2037585"/>
                </a:lnTo>
                <a:lnTo>
                  <a:pt x="6336300" y="2038781"/>
                </a:lnTo>
                <a:lnTo>
                  <a:pt x="6317178" y="2038968"/>
                </a:lnTo>
                <a:lnTo>
                  <a:pt x="6161427" y="2047338"/>
                </a:lnTo>
                <a:cubicBezTo>
                  <a:pt x="6147824" y="2057658"/>
                  <a:pt x="6118908" y="2077615"/>
                  <a:pt x="6097339" y="2082438"/>
                </a:cubicBezTo>
                <a:cubicBezTo>
                  <a:pt x="6090149" y="2084046"/>
                  <a:pt x="6083776" y="2083972"/>
                  <a:pt x="6079059" y="2081299"/>
                </a:cubicBezTo>
                <a:cubicBezTo>
                  <a:pt x="6063900" y="2082334"/>
                  <a:pt x="6011621" y="2084537"/>
                  <a:pt x="5998439" y="2070958"/>
                </a:cubicBezTo>
                <a:cubicBezTo>
                  <a:pt x="5976443" y="2071759"/>
                  <a:pt x="5925514" y="2069780"/>
                  <a:pt x="5904290" y="2070255"/>
                </a:cubicBezTo>
                <a:cubicBezTo>
                  <a:pt x="5871515" y="2066244"/>
                  <a:pt x="5843986" y="2088249"/>
                  <a:pt x="5814867" y="2079032"/>
                </a:cubicBezTo>
                <a:cubicBezTo>
                  <a:pt x="5792003" y="2070559"/>
                  <a:pt x="5750009" y="2076273"/>
                  <a:pt x="5725743" y="2070558"/>
                </a:cubicBezTo>
                <a:cubicBezTo>
                  <a:pt x="5716432" y="2058355"/>
                  <a:pt x="5667424" y="2047322"/>
                  <a:pt x="5650546" y="2052412"/>
                </a:cubicBezTo>
                <a:cubicBezTo>
                  <a:pt x="5614627" y="2046084"/>
                  <a:pt x="5608108" y="2028306"/>
                  <a:pt x="5581284" y="2023175"/>
                </a:cubicBezTo>
                <a:lnTo>
                  <a:pt x="5572593" y="2018391"/>
                </a:lnTo>
                <a:lnTo>
                  <a:pt x="5548580" y="2016951"/>
                </a:lnTo>
                <a:cubicBezTo>
                  <a:pt x="5523726" y="2017783"/>
                  <a:pt x="5498337" y="2019663"/>
                  <a:pt x="5471173" y="2018786"/>
                </a:cubicBezTo>
                <a:cubicBezTo>
                  <a:pt x="5447687" y="2003020"/>
                  <a:pt x="5353807" y="2022324"/>
                  <a:pt x="5340320" y="2037611"/>
                </a:cubicBezTo>
                <a:cubicBezTo>
                  <a:pt x="5340015" y="2024215"/>
                  <a:pt x="5271937" y="2042455"/>
                  <a:pt x="5254376" y="2042928"/>
                </a:cubicBezTo>
                <a:cubicBezTo>
                  <a:pt x="5248522" y="2043086"/>
                  <a:pt x="5248281" y="2041270"/>
                  <a:pt x="5258035" y="2035649"/>
                </a:cubicBezTo>
                <a:cubicBezTo>
                  <a:pt x="5239374" y="2037214"/>
                  <a:pt x="5220112" y="2030252"/>
                  <a:pt x="5230622" y="2024576"/>
                </a:cubicBezTo>
                <a:cubicBezTo>
                  <a:pt x="5173932" y="2036724"/>
                  <a:pt x="5090262" y="2024645"/>
                  <a:pt x="5026203" y="2030162"/>
                </a:cubicBezTo>
                <a:cubicBezTo>
                  <a:pt x="4991280" y="2016814"/>
                  <a:pt x="5010212" y="2029164"/>
                  <a:pt x="4973988" y="2026668"/>
                </a:cubicBezTo>
                <a:cubicBezTo>
                  <a:pt x="4983896" y="2038955"/>
                  <a:pt x="4930012" y="2019774"/>
                  <a:pt x="4928030" y="2033642"/>
                </a:cubicBezTo>
                <a:cubicBezTo>
                  <a:pt x="4921501" y="2032748"/>
                  <a:pt x="4915238" y="2031445"/>
                  <a:pt x="4908970" y="2030033"/>
                </a:cubicBezTo>
                <a:lnTo>
                  <a:pt x="4905679" y="2029300"/>
                </a:lnTo>
                <a:lnTo>
                  <a:pt x="4892525" y="2028768"/>
                </a:lnTo>
                <a:lnTo>
                  <a:pt x="4888818" y="2025619"/>
                </a:lnTo>
                <a:lnTo>
                  <a:pt x="4869018" y="2022668"/>
                </a:lnTo>
                <a:cubicBezTo>
                  <a:pt x="4861602" y="2022028"/>
                  <a:pt x="4853622" y="2021880"/>
                  <a:pt x="4844804" y="2022527"/>
                </a:cubicBezTo>
                <a:cubicBezTo>
                  <a:pt x="4823110" y="2028022"/>
                  <a:pt x="4789330" y="2021287"/>
                  <a:pt x="4758778" y="2021694"/>
                </a:cubicBezTo>
                <a:lnTo>
                  <a:pt x="4744748" y="2023396"/>
                </a:lnTo>
                <a:lnTo>
                  <a:pt x="4698956" y="2020558"/>
                </a:lnTo>
                <a:cubicBezTo>
                  <a:pt x="4685921" y="2020008"/>
                  <a:pt x="4672392" y="2019718"/>
                  <a:pt x="4658147" y="2019920"/>
                </a:cubicBezTo>
                <a:lnTo>
                  <a:pt x="4631706" y="2021274"/>
                </a:lnTo>
                <a:lnTo>
                  <a:pt x="4624776" y="2020152"/>
                </a:lnTo>
                <a:cubicBezTo>
                  <a:pt x="4612703" y="2020277"/>
                  <a:pt x="4596727" y="2024226"/>
                  <a:pt x="4598150" y="2019429"/>
                </a:cubicBezTo>
                <a:lnTo>
                  <a:pt x="4584588" y="2021092"/>
                </a:lnTo>
                <a:lnTo>
                  <a:pt x="4571203" y="2017263"/>
                </a:lnTo>
                <a:cubicBezTo>
                  <a:pt x="4569736" y="2016374"/>
                  <a:pt x="4568633" y="2015427"/>
                  <a:pt x="4567930" y="2014458"/>
                </a:cubicBezTo>
                <a:lnTo>
                  <a:pt x="4548984" y="2015717"/>
                </a:lnTo>
                <a:lnTo>
                  <a:pt x="4533451" y="2012976"/>
                </a:lnTo>
                <a:lnTo>
                  <a:pt x="4519910" y="2014768"/>
                </a:lnTo>
                <a:lnTo>
                  <a:pt x="4514290" y="2014364"/>
                </a:lnTo>
                <a:lnTo>
                  <a:pt x="4500320" y="2013007"/>
                </a:lnTo>
                <a:cubicBezTo>
                  <a:pt x="4493159" y="2012056"/>
                  <a:pt x="4485144" y="2010910"/>
                  <a:pt x="4476219" y="2009993"/>
                </a:cubicBezTo>
                <a:lnTo>
                  <a:pt x="4468701" y="2009574"/>
                </a:lnTo>
                <a:lnTo>
                  <a:pt x="4452333" y="2004964"/>
                </a:lnTo>
                <a:cubicBezTo>
                  <a:pt x="4440422" y="2001479"/>
                  <a:pt x="4431048" y="1999130"/>
                  <a:pt x="4420644" y="2001021"/>
                </a:cubicBezTo>
                <a:cubicBezTo>
                  <a:pt x="4402911" y="1996519"/>
                  <a:pt x="4390524" y="1983900"/>
                  <a:pt x="4364856" y="1987267"/>
                </a:cubicBezTo>
                <a:cubicBezTo>
                  <a:pt x="4372645" y="1981550"/>
                  <a:pt x="4336350" y="1986575"/>
                  <a:pt x="4332062" y="1980703"/>
                </a:cubicBezTo>
                <a:cubicBezTo>
                  <a:pt x="4330083" y="1975974"/>
                  <a:pt x="4318612" y="1976397"/>
                  <a:pt x="4309876" y="1974653"/>
                </a:cubicBezTo>
                <a:cubicBezTo>
                  <a:pt x="4303650" y="1969824"/>
                  <a:pt x="4259693" y="1965414"/>
                  <a:pt x="4244391" y="1966109"/>
                </a:cubicBezTo>
                <a:cubicBezTo>
                  <a:pt x="4201255" y="1970914"/>
                  <a:pt x="4166558" y="1951471"/>
                  <a:pt x="4132071" y="1954813"/>
                </a:cubicBezTo>
                <a:cubicBezTo>
                  <a:pt x="4123041" y="1954358"/>
                  <a:pt x="4115554" y="1953263"/>
                  <a:pt x="4109069" y="1951778"/>
                </a:cubicBezTo>
                <a:lnTo>
                  <a:pt x="4092908" y="1946662"/>
                </a:lnTo>
                <a:cubicBezTo>
                  <a:pt x="4092707" y="1945539"/>
                  <a:pt x="4092506" y="1944415"/>
                  <a:pt x="4092306" y="1943291"/>
                </a:cubicBezTo>
                <a:lnTo>
                  <a:pt x="4080234" y="1941219"/>
                </a:lnTo>
                <a:lnTo>
                  <a:pt x="4077778" y="1940145"/>
                </a:lnTo>
                <a:cubicBezTo>
                  <a:pt x="4073105" y="1938081"/>
                  <a:pt x="4068339" y="1936119"/>
                  <a:pt x="4062936" y="1934506"/>
                </a:cubicBezTo>
                <a:cubicBezTo>
                  <a:pt x="4048082" y="1947155"/>
                  <a:pt x="4014523" y="1922869"/>
                  <a:pt x="4012506" y="1935475"/>
                </a:cubicBezTo>
                <a:cubicBezTo>
                  <a:pt x="3980228" y="1928812"/>
                  <a:pt x="3986775" y="1942559"/>
                  <a:pt x="3965880" y="1925968"/>
                </a:cubicBezTo>
                <a:cubicBezTo>
                  <a:pt x="3899515" y="1923414"/>
                  <a:pt x="3830855" y="1902158"/>
                  <a:pt x="3765338" y="1906649"/>
                </a:cubicBezTo>
                <a:cubicBezTo>
                  <a:pt x="3780686" y="1902635"/>
                  <a:pt x="3768784" y="1893856"/>
                  <a:pt x="3749493" y="1893071"/>
                </a:cubicBezTo>
                <a:cubicBezTo>
                  <a:pt x="3807776" y="1876857"/>
                  <a:pt x="3656400" y="1898030"/>
                  <a:pt x="3672704" y="1881383"/>
                </a:cubicBezTo>
                <a:cubicBezTo>
                  <a:pt x="3645532" y="1893973"/>
                  <a:pt x="3537791" y="1900656"/>
                  <a:pt x="3530082" y="1883187"/>
                </a:cubicBezTo>
                <a:cubicBezTo>
                  <a:pt x="3479808" y="1875044"/>
                  <a:pt x="3426017" y="1877998"/>
                  <a:pt x="3387664" y="1862579"/>
                </a:cubicBezTo>
                <a:cubicBezTo>
                  <a:pt x="3382649" y="1863935"/>
                  <a:pt x="3377277" y="1864791"/>
                  <a:pt x="3371681" y="1865293"/>
                </a:cubicBezTo>
                <a:lnTo>
                  <a:pt x="3355305" y="1865842"/>
                </a:lnTo>
                <a:lnTo>
                  <a:pt x="3353790" y="1865158"/>
                </a:lnTo>
                <a:cubicBezTo>
                  <a:pt x="3346144" y="1863282"/>
                  <a:pt x="3340687" y="1863057"/>
                  <a:pt x="3336210" y="1863564"/>
                </a:cubicBezTo>
                <a:lnTo>
                  <a:pt x="3331381" y="1864716"/>
                </a:lnTo>
                <a:lnTo>
                  <a:pt x="3319012" y="1864093"/>
                </a:lnTo>
                <a:lnTo>
                  <a:pt x="3293818" y="1864135"/>
                </a:lnTo>
                <a:lnTo>
                  <a:pt x="3289881" y="1862954"/>
                </a:lnTo>
                <a:lnTo>
                  <a:pt x="3253090" y="1861164"/>
                </a:lnTo>
                <a:cubicBezTo>
                  <a:pt x="3253042" y="1860968"/>
                  <a:pt x="3252996" y="1860771"/>
                  <a:pt x="3252949" y="1860574"/>
                </a:cubicBezTo>
                <a:cubicBezTo>
                  <a:pt x="3251799" y="1859213"/>
                  <a:pt x="3249368" y="1858131"/>
                  <a:pt x="3244187" y="1857604"/>
                </a:cubicBezTo>
                <a:cubicBezTo>
                  <a:pt x="3250860" y="1853873"/>
                  <a:pt x="3250577" y="1852999"/>
                  <a:pt x="3246570" y="1852946"/>
                </a:cubicBezTo>
                <a:lnTo>
                  <a:pt x="3237810" y="1853064"/>
                </a:lnTo>
                <a:lnTo>
                  <a:pt x="3230822" y="1855474"/>
                </a:lnTo>
                <a:cubicBezTo>
                  <a:pt x="3206812" y="1862286"/>
                  <a:pt x="3176733" y="1868865"/>
                  <a:pt x="3136549" y="1874037"/>
                </a:cubicBezTo>
                <a:cubicBezTo>
                  <a:pt x="3081163" y="1880168"/>
                  <a:pt x="2902557" y="1900580"/>
                  <a:pt x="2845754" y="1910932"/>
                </a:cubicBezTo>
                <a:cubicBezTo>
                  <a:pt x="2860822" y="1944376"/>
                  <a:pt x="2813389" y="1905358"/>
                  <a:pt x="2786878" y="1917162"/>
                </a:cubicBezTo>
                <a:cubicBezTo>
                  <a:pt x="2766803" y="1917398"/>
                  <a:pt x="2741628" y="1915886"/>
                  <a:pt x="2725298" y="1912340"/>
                </a:cubicBezTo>
                <a:cubicBezTo>
                  <a:pt x="2716680" y="1911427"/>
                  <a:pt x="2707572" y="1911972"/>
                  <a:pt x="2697754" y="1914863"/>
                </a:cubicBezTo>
                <a:cubicBezTo>
                  <a:pt x="2667185" y="1939014"/>
                  <a:pt x="2622149" y="1926211"/>
                  <a:pt x="2568063" y="1936283"/>
                </a:cubicBezTo>
                <a:cubicBezTo>
                  <a:pt x="2552625" y="1932001"/>
                  <a:pt x="2502682" y="1953378"/>
                  <a:pt x="2489784" y="1943720"/>
                </a:cubicBezTo>
                <a:cubicBezTo>
                  <a:pt x="2478524" y="1943155"/>
                  <a:pt x="2467418" y="1949411"/>
                  <a:pt x="2458978" y="1938095"/>
                </a:cubicBezTo>
                <a:cubicBezTo>
                  <a:pt x="2417552" y="1934639"/>
                  <a:pt x="2366376" y="1931293"/>
                  <a:pt x="2318712" y="1934474"/>
                </a:cubicBezTo>
                <a:cubicBezTo>
                  <a:pt x="2296029" y="1936526"/>
                  <a:pt x="2282069" y="1938434"/>
                  <a:pt x="2268709" y="1940521"/>
                </a:cubicBezTo>
                <a:lnTo>
                  <a:pt x="2264080" y="1941232"/>
                </a:lnTo>
                <a:lnTo>
                  <a:pt x="2254684" y="1943524"/>
                </a:lnTo>
                <a:lnTo>
                  <a:pt x="2252523" y="1943004"/>
                </a:lnTo>
                <a:lnTo>
                  <a:pt x="2173350" y="1929202"/>
                </a:lnTo>
                <a:lnTo>
                  <a:pt x="2155266" y="1920267"/>
                </a:lnTo>
                <a:lnTo>
                  <a:pt x="2091013" y="1914631"/>
                </a:lnTo>
                <a:cubicBezTo>
                  <a:pt x="2033357" y="1920614"/>
                  <a:pt x="2070513" y="1905065"/>
                  <a:pt x="2030712" y="1897690"/>
                </a:cubicBezTo>
                <a:cubicBezTo>
                  <a:pt x="1994539" y="1893055"/>
                  <a:pt x="1958569" y="1883188"/>
                  <a:pt x="1908838" y="1892222"/>
                </a:cubicBezTo>
                <a:cubicBezTo>
                  <a:pt x="1897236" y="1896147"/>
                  <a:pt x="1883338" y="1892415"/>
                  <a:pt x="1877796" y="1883887"/>
                </a:cubicBezTo>
                <a:cubicBezTo>
                  <a:pt x="1876842" y="1882419"/>
                  <a:pt x="1876177" y="1880863"/>
                  <a:pt x="1875824" y="1879265"/>
                </a:cubicBezTo>
                <a:cubicBezTo>
                  <a:pt x="1843474" y="1887199"/>
                  <a:pt x="1841511" y="1873818"/>
                  <a:pt x="1823048" y="1881064"/>
                </a:cubicBezTo>
                <a:cubicBezTo>
                  <a:pt x="1792640" y="1872164"/>
                  <a:pt x="1782358" y="1850450"/>
                  <a:pt x="1765736" y="1856578"/>
                </a:cubicBezTo>
                <a:cubicBezTo>
                  <a:pt x="1753024" y="1849107"/>
                  <a:pt x="1745932" y="1828316"/>
                  <a:pt x="1725669" y="1833744"/>
                </a:cubicBezTo>
                <a:cubicBezTo>
                  <a:pt x="1727428" y="1831405"/>
                  <a:pt x="1726953" y="1830157"/>
                  <a:pt x="1725216" y="1829447"/>
                </a:cubicBezTo>
                <a:lnTo>
                  <a:pt x="1721485" y="1828960"/>
                </a:lnTo>
                <a:lnTo>
                  <a:pt x="1717786" y="1832224"/>
                </a:lnTo>
                <a:cubicBezTo>
                  <a:pt x="1703445" y="1843277"/>
                  <a:pt x="1706547" y="1827935"/>
                  <a:pt x="1689907" y="1825425"/>
                </a:cubicBezTo>
                <a:cubicBezTo>
                  <a:pt x="1682338" y="1823445"/>
                  <a:pt x="1685181" y="1820226"/>
                  <a:pt x="1688093" y="1817391"/>
                </a:cubicBezTo>
                <a:lnTo>
                  <a:pt x="1496789" y="1805297"/>
                </a:lnTo>
                <a:cubicBezTo>
                  <a:pt x="1463551" y="1793913"/>
                  <a:pt x="1426345" y="1786892"/>
                  <a:pt x="1392839" y="1758649"/>
                </a:cubicBezTo>
                <a:cubicBezTo>
                  <a:pt x="1386461" y="1750573"/>
                  <a:pt x="1374031" y="1756918"/>
                  <a:pt x="1360872" y="1752441"/>
                </a:cubicBezTo>
                <a:cubicBezTo>
                  <a:pt x="1347711" y="1747963"/>
                  <a:pt x="1332751" y="1735898"/>
                  <a:pt x="1313885" y="1731785"/>
                </a:cubicBezTo>
                <a:cubicBezTo>
                  <a:pt x="1281989" y="1726305"/>
                  <a:pt x="1256405" y="1739744"/>
                  <a:pt x="1247665" y="1727765"/>
                </a:cubicBezTo>
                <a:cubicBezTo>
                  <a:pt x="1231363" y="1728538"/>
                  <a:pt x="1209120" y="1742556"/>
                  <a:pt x="1196850" y="1729622"/>
                </a:cubicBezTo>
                <a:cubicBezTo>
                  <a:pt x="1195195" y="1740224"/>
                  <a:pt x="1178147" y="1721561"/>
                  <a:pt x="1168728" y="1728550"/>
                </a:cubicBezTo>
                <a:cubicBezTo>
                  <a:pt x="1152073" y="1727193"/>
                  <a:pt x="1122804" y="1725926"/>
                  <a:pt x="1096918" y="1721485"/>
                </a:cubicBezTo>
                <a:lnTo>
                  <a:pt x="1094082" y="1720113"/>
                </a:lnTo>
                <a:lnTo>
                  <a:pt x="1040782" y="1721762"/>
                </a:lnTo>
                <a:cubicBezTo>
                  <a:pt x="987172" y="1722352"/>
                  <a:pt x="1023272" y="1708707"/>
                  <a:pt x="955980" y="1719289"/>
                </a:cubicBezTo>
                <a:cubicBezTo>
                  <a:pt x="948995" y="1714208"/>
                  <a:pt x="940521" y="1713816"/>
                  <a:pt x="926108" y="1715917"/>
                </a:cubicBezTo>
                <a:cubicBezTo>
                  <a:pt x="900077" y="1715834"/>
                  <a:pt x="902688" y="1703436"/>
                  <a:pt x="876049" y="1710422"/>
                </a:cubicBezTo>
                <a:cubicBezTo>
                  <a:pt x="881084" y="1703830"/>
                  <a:pt x="826830" y="1706893"/>
                  <a:pt x="839194" y="1700176"/>
                </a:cubicBezTo>
                <a:cubicBezTo>
                  <a:pt x="822548" y="1693764"/>
                  <a:pt x="813674" y="1703628"/>
                  <a:pt x="797112" y="1698014"/>
                </a:cubicBezTo>
                <a:cubicBezTo>
                  <a:pt x="778195" y="1696418"/>
                  <a:pt x="807647" y="1705364"/>
                  <a:pt x="786610" y="1705455"/>
                </a:cubicBezTo>
                <a:cubicBezTo>
                  <a:pt x="761170" y="1704357"/>
                  <a:pt x="760599" y="1716610"/>
                  <a:pt x="741833" y="1700566"/>
                </a:cubicBezTo>
                <a:lnTo>
                  <a:pt x="673985" y="1692278"/>
                </a:lnTo>
                <a:cubicBezTo>
                  <a:pt x="658515" y="1695829"/>
                  <a:pt x="646395" y="1693620"/>
                  <a:pt x="634665" y="1689550"/>
                </a:cubicBezTo>
                <a:cubicBezTo>
                  <a:pt x="599149" y="1689690"/>
                  <a:pt x="567176" y="1683160"/>
                  <a:pt x="527471" y="1679869"/>
                </a:cubicBezTo>
                <a:cubicBezTo>
                  <a:pt x="484099" y="1683240"/>
                  <a:pt x="462693" y="1671949"/>
                  <a:pt x="420260" y="1668475"/>
                </a:cubicBezTo>
                <a:cubicBezTo>
                  <a:pt x="377482" y="1677390"/>
                  <a:pt x="393500" y="1652730"/>
                  <a:pt x="357630" y="1652142"/>
                </a:cubicBezTo>
                <a:cubicBezTo>
                  <a:pt x="298692" y="1659518"/>
                  <a:pt x="359631" y="1643849"/>
                  <a:pt x="269407" y="1643812"/>
                </a:cubicBezTo>
                <a:cubicBezTo>
                  <a:pt x="264204" y="1645215"/>
                  <a:pt x="253436" y="1643159"/>
                  <a:pt x="254769" y="1641013"/>
                </a:cubicBezTo>
                <a:cubicBezTo>
                  <a:pt x="234996" y="1641090"/>
                  <a:pt x="179093" y="1626583"/>
                  <a:pt x="150763" y="1628143"/>
                </a:cubicBezTo>
                <a:cubicBezTo>
                  <a:pt x="96232" y="1619954"/>
                  <a:pt x="68845" y="1629422"/>
                  <a:pt x="29133" y="1626172"/>
                </a:cubicBezTo>
                <a:lnTo>
                  <a:pt x="0" y="16195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356FC2A-A7D5-3BA9-9D24-D1D2CD3FB4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8675" y="494414"/>
            <a:ext cx="10534650" cy="81740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69CC7744-B006-DCE9-CF5A-B038FB98775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191548" y="2354239"/>
            <a:ext cx="9808904" cy="3948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3428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AB93B68-6D89-62EA-DDB8-951E0C574A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F0DCC097-1DB8-4B6D-85D0-6FBA0E1CA4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E0B58608-23C8-4441-994D-C6823EEE1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1999" cy="2083506"/>
          </a:xfrm>
          <a:custGeom>
            <a:avLst/>
            <a:gdLst>
              <a:gd name="connsiteX0" fmla="*/ 0 w 12191999"/>
              <a:gd name="connsiteY0" fmla="*/ 0 h 2083506"/>
              <a:gd name="connsiteX1" fmla="*/ 9429748 w 12191999"/>
              <a:gd name="connsiteY1" fmla="*/ 0 h 2083506"/>
              <a:gd name="connsiteX2" fmla="*/ 9429748 w 12191999"/>
              <a:gd name="connsiteY2" fmla="*/ 1 h 2083506"/>
              <a:gd name="connsiteX3" fmla="*/ 12191999 w 12191999"/>
              <a:gd name="connsiteY3" fmla="*/ 1 h 2083506"/>
              <a:gd name="connsiteX4" fmla="*/ 12191999 w 12191999"/>
              <a:gd name="connsiteY4" fmla="*/ 1164372 h 2083506"/>
              <a:gd name="connsiteX5" fmla="*/ 12147852 w 12191999"/>
              <a:gd name="connsiteY5" fmla="*/ 1163783 h 2083506"/>
              <a:gd name="connsiteX6" fmla="*/ 11993604 w 12191999"/>
              <a:gd name="connsiteY6" fmla="*/ 1153496 h 2083506"/>
              <a:gd name="connsiteX7" fmla="*/ 11865319 w 12191999"/>
              <a:gd name="connsiteY7" fmla="*/ 1176624 h 2083506"/>
              <a:gd name="connsiteX8" fmla="*/ 11718353 w 12191999"/>
              <a:gd name="connsiteY8" fmla="*/ 1209136 h 2083506"/>
              <a:gd name="connsiteX9" fmla="*/ 11609067 w 12191999"/>
              <a:gd name="connsiteY9" fmla="*/ 1218512 h 2083506"/>
              <a:gd name="connsiteX10" fmla="*/ 11545958 w 12191999"/>
              <a:gd name="connsiteY10" fmla="*/ 1240430 h 2083506"/>
              <a:gd name="connsiteX11" fmla="*/ 11445770 w 12191999"/>
              <a:gd name="connsiteY11" fmla="*/ 1225780 h 2083506"/>
              <a:gd name="connsiteX12" fmla="*/ 11398842 w 12191999"/>
              <a:gd name="connsiteY12" fmla="*/ 1227250 h 2083506"/>
              <a:gd name="connsiteX13" fmla="*/ 11240093 w 12191999"/>
              <a:gd name="connsiteY13" fmla="*/ 1266797 h 2083506"/>
              <a:gd name="connsiteX14" fmla="*/ 11141364 w 12191999"/>
              <a:gd name="connsiteY14" fmla="*/ 1288059 h 2083506"/>
              <a:gd name="connsiteX15" fmla="*/ 11015396 w 12191999"/>
              <a:gd name="connsiteY15" fmla="*/ 1353104 h 2083506"/>
              <a:gd name="connsiteX16" fmla="*/ 10973905 w 12191999"/>
              <a:gd name="connsiteY16" fmla="*/ 1365109 h 2083506"/>
              <a:gd name="connsiteX17" fmla="*/ 10904858 w 12191999"/>
              <a:gd name="connsiteY17" fmla="*/ 1371966 h 2083506"/>
              <a:gd name="connsiteX18" fmla="*/ 10827883 w 12191999"/>
              <a:gd name="connsiteY18" fmla="*/ 1410270 h 2083506"/>
              <a:gd name="connsiteX19" fmla="*/ 10690996 w 12191999"/>
              <a:gd name="connsiteY19" fmla="*/ 1426394 h 2083506"/>
              <a:gd name="connsiteX20" fmla="*/ 10624461 w 12191999"/>
              <a:gd name="connsiteY20" fmla="*/ 1444283 h 2083506"/>
              <a:gd name="connsiteX21" fmla="*/ 10517208 w 12191999"/>
              <a:gd name="connsiteY21" fmla="*/ 1478947 h 2083506"/>
              <a:gd name="connsiteX22" fmla="*/ 10497937 w 12191999"/>
              <a:gd name="connsiteY22" fmla="*/ 1469831 h 2083506"/>
              <a:gd name="connsiteX23" fmla="*/ 10471201 w 12191999"/>
              <a:gd name="connsiteY23" fmla="*/ 1486037 h 2083506"/>
              <a:gd name="connsiteX24" fmla="*/ 10448263 w 12191999"/>
              <a:gd name="connsiteY24" fmla="*/ 1478223 h 2083506"/>
              <a:gd name="connsiteX25" fmla="*/ 10388089 w 12191999"/>
              <a:gd name="connsiteY25" fmla="*/ 1507175 h 2083506"/>
              <a:gd name="connsiteX26" fmla="*/ 10333720 w 12191999"/>
              <a:gd name="connsiteY26" fmla="*/ 1515848 h 2083506"/>
              <a:gd name="connsiteX27" fmla="*/ 10104338 w 12191999"/>
              <a:gd name="connsiteY27" fmla="*/ 1569424 h 2083506"/>
              <a:gd name="connsiteX28" fmla="*/ 9910445 w 12191999"/>
              <a:gd name="connsiteY28" fmla="*/ 1632275 h 2083506"/>
              <a:gd name="connsiteX29" fmla="*/ 9770872 w 12191999"/>
              <a:gd name="connsiteY29" fmla="*/ 1688088 h 2083506"/>
              <a:gd name="connsiteX30" fmla="*/ 9733849 w 12191999"/>
              <a:gd name="connsiteY30" fmla="*/ 1700034 h 2083506"/>
              <a:gd name="connsiteX31" fmla="*/ 9703714 w 12191999"/>
              <a:gd name="connsiteY31" fmla="*/ 1730093 h 2083506"/>
              <a:gd name="connsiteX32" fmla="*/ 9698351 w 12191999"/>
              <a:gd name="connsiteY32" fmla="*/ 1730377 h 2083506"/>
              <a:gd name="connsiteX33" fmla="*/ 9632895 w 12191999"/>
              <a:gd name="connsiteY33" fmla="*/ 1736363 h 2083506"/>
              <a:gd name="connsiteX34" fmla="*/ 9569107 w 12191999"/>
              <a:gd name="connsiteY34" fmla="*/ 1741010 h 2083506"/>
              <a:gd name="connsiteX35" fmla="*/ 9536451 w 12191999"/>
              <a:gd name="connsiteY35" fmla="*/ 1755120 h 2083506"/>
              <a:gd name="connsiteX36" fmla="*/ 9529385 w 12191999"/>
              <a:gd name="connsiteY36" fmla="*/ 1757515 h 2083506"/>
              <a:gd name="connsiteX37" fmla="*/ 9498527 w 12191999"/>
              <a:gd name="connsiteY37" fmla="*/ 1753117 h 2083506"/>
              <a:gd name="connsiteX38" fmla="*/ 9436642 w 12191999"/>
              <a:gd name="connsiteY38" fmla="*/ 1755478 h 2083506"/>
              <a:gd name="connsiteX39" fmla="*/ 9429748 w 12191999"/>
              <a:gd name="connsiteY39" fmla="*/ 1756317 h 2083506"/>
              <a:gd name="connsiteX40" fmla="*/ 9429748 w 12191999"/>
              <a:gd name="connsiteY40" fmla="*/ 1768745 h 2083506"/>
              <a:gd name="connsiteX41" fmla="*/ 9425802 w 12191999"/>
              <a:gd name="connsiteY41" fmla="*/ 1769273 h 2083506"/>
              <a:gd name="connsiteX42" fmla="*/ 9349763 w 12191999"/>
              <a:gd name="connsiteY42" fmla="*/ 1776107 h 2083506"/>
              <a:gd name="connsiteX43" fmla="*/ 9256503 w 12191999"/>
              <a:gd name="connsiteY43" fmla="*/ 1800699 h 2083506"/>
              <a:gd name="connsiteX44" fmla="*/ 9222873 w 12191999"/>
              <a:gd name="connsiteY44" fmla="*/ 1803003 h 2083506"/>
              <a:gd name="connsiteX45" fmla="*/ 9224095 w 12191999"/>
              <a:gd name="connsiteY45" fmla="*/ 1807355 h 2083506"/>
              <a:gd name="connsiteX46" fmla="*/ 9211603 w 12191999"/>
              <a:gd name="connsiteY46" fmla="*/ 1807675 h 2083506"/>
              <a:gd name="connsiteX47" fmla="*/ 9183719 w 12191999"/>
              <a:gd name="connsiteY47" fmla="*/ 1807781 h 2083506"/>
              <a:gd name="connsiteX48" fmla="*/ 9100221 w 12191999"/>
              <a:gd name="connsiteY48" fmla="*/ 1808989 h 2083506"/>
              <a:gd name="connsiteX49" fmla="*/ 9077439 w 12191999"/>
              <a:gd name="connsiteY49" fmla="*/ 1817333 h 2083506"/>
              <a:gd name="connsiteX50" fmla="*/ 9055889 w 12191999"/>
              <a:gd name="connsiteY50" fmla="*/ 1817464 h 2083506"/>
              <a:gd name="connsiteX51" fmla="*/ 8930912 w 12191999"/>
              <a:gd name="connsiteY51" fmla="*/ 1828648 h 2083506"/>
              <a:gd name="connsiteX52" fmla="*/ 8913729 w 12191999"/>
              <a:gd name="connsiteY52" fmla="*/ 1829483 h 2083506"/>
              <a:gd name="connsiteX53" fmla="*/ 8904423 w 12191999"/>
              <a:gd name="connsiteY53" fmla="*/ 1833234 h 2083506"/>
              <a:gd name="connsiteX54" fmla="*/ 8871099 w 12191999"/>
              <a:gd name="connsiteY54" fmla="*/ 1833979 h 2083506"/>
              <a:gd name="connsiteX55" fmla="*/ 8869557 w 12191999"/>
              <a:gd name="connsiteY55" fmla="*/ 1836113 h 2083506"/>
              <a:gd name="connsiteX56" fmla="*/ 8760021 w 12191999"/>
              <a:gd name="connsiteY56" fmla="*/ 1854442 h 2083506"/>
              <a:gd name="connsiteX57" fmla="*/ 8741254 w 12191999"/>
              <a:gd name="connsiteY57" fmla="*/ 1857469 h 2083506"/>
              <a:gd name="connsiteX58" fmla="*/ 8725039 w 12191999"/>
              <a:gd name="connsiteY58" fmla="*/ 1856552 h 2083506"/>
              <a:gd name="connsiteX59" fmla="*/ 8635265 w 12191999"/>
              <a:gd name="connsiteY59" fmla="*/ 1859168 h 2083506"/>
              <a:gd name="connsiteX60" fmla="*/ 8613911 w 12191999"/>
              <a:gd name="connsiteY60" fmla="*/ 1857561 h 2083506"/>
              <a:gd name="connsiteX61" fmla="*/ 8604931 w 12191999"/>
              <a:gd name="connsiteY61" fmla="*/ 1854170 h 2083506"/>
              <a:gd name="connsiteX62" fmla="*/ 8570171 w 12191999"/>
              <a:gd name="connsiteY62" fmla="*/ 1860579 h 2083506"/>
              <a:gd name="connsiteX63" fmla="*/ 8516537 w 12191999"/>
              <a:gd name="connsiteY63" fmla="*/ 1864971 h 2083506"/>
              <a:gd name="connsiteX64" fmla="*/ 8491046 w 12191999"/>
              <a:gd name="connsiteY64" fmla="*/ 1868141 h 2083506"/>
              <a:gd name="connsiteX65" fmla="*/ 8470478 w 12191999"/>
              <a:gd name="connsiteY65" fmla="*/ 1866216 h 2083506"/>
              <a:gd name="connsiteX66" fmla="*/ 8353433 w 12191999"/>
              <a:gd name="connsiteY66" fmla="*/ 1865729 h 2083506"/>
              <a:gd name="connsiteX67" fmla="*/ 8347675 w 12191999"/>
              <a:gd name="connsiteY67" fmla="*/ 1865075 h 2083506"/>
              <a:gd name="connsiteX68" fmla="*/ 8343939 w 12191999"/>
              <a:gd name="connsiteY68" fmla="*/ 1865677 h 2083506"/>
              <a:gd name="connsiteX69" fmla="*/ 8221566 w 12191999"/>
              <a:gd name="connsiteY69" fmla="*/ 1881148 h 2083506"/>
              <a:gd name="connsiteX70" fmla="*/ 8066095 w 12191999"/>
              <a:gd name="connsiteY70" fmla="*/ 1919902 h 2083506"/>
              <a:gd name="connsiteX71" fmla="*/ 8044849 w 12191999"/>
              <a:gd name="connsiteY71" fmla="*/ 1916308 h 2083506"/>
              <a:gd name="connsiteX72" fmla="*/ 8041142 w 12191999"/>
              <a:gd name="connsiteY72" fmla="*/ 1915506 h 2083506"/>
              <a:gd name="connsiteX73" fmla="*/ 8022159 w 12191999"/>
              <a:gd name="connsiteY73" fmla="*/ 1911521 h 2083506"/>
              <a:gd name="connsiteX74" fmla="*/ 7944932 w 12191999"/>
              <a:gd name="connsiteY74" fmla="*/ 1917265 h 2083506"/>
              <a:gd name="connsiteX75" fmla="*/ 7879011 w 12191999"/>
              <a:gd name="connsiteY75" fmla="*/ 1928570 h 2083506"/>
              <a:gd name="connsiteX76" fmla="*/ 7865529 w 12191999"/>
              <a:gd name="connsiteY76" fmla="*/ 1934399 h 2083506"/>
              <a:gd name="connsiteX77" fmla="*/ 7774801 w 12191999"/>
              <a:gd name="connsiteY77" fmla="*/ 1947969 h 2083506"/>
              <a:gd name="connsiteX78" fmla="*/ 7748398 w 12191999"/>
              <a:gd name="connsiteY78" fmla="*/ 1955982 h 2083506"/>
              <a:gd name="connsiteX79" fmla="*/ 7740684 w 12191999"/>
              <a:gd name="connsiteY79" fmla="*/ 1955717 h 2083506"/>
              <a:gd name="connsiteX80" fmla="*/ 7712976 w 12191999"/>
              <a:gd name="connsiteY80" fmla="*/ 1960442 h 2083506"/>
              <a:gd name="connsiteX81" fmla="*/ 7699956 w 12191999"/>
              <a:gd name="connsiteY81" fmla="*/ 1966104 h 2083506"/>
              <a:gd name="connsiteX82" fmla="*/ 7684158 w 12191999"/>
              <a:gd name="connsiteY82" fmla="*/ 1962927 h 2083506"/>
              <a:gd name="connsiteX83" fmla="*/ 7643109 w 12191999"/>
              <a:gd name="connsiteY83" fmla="*/ 1964400 h 2083506"/>
              <a:gd name="connsiteX84" fmla="*/ 7630180 w 12191999"/>
              <a:gd name="connsiteY84" fmla="*/ 1970266 h 2083506"/>
              <a:gd name="connsiteX85" fmla="*/ 7609131 w 12191999"/>
              <a:gd name="connsiteY85" fmla="*/ 1971774 h 2083506"/>
              <a:gd name="connsiteX86" fmla="*/ 7555555 w 12191999"/>
              <a:gd name="connsiteY86" fmla="*/ 1969491 h 2083506"/>
              <a:gd name="connsiteX87" fmla="*/ 7520919 w 12191999"/>
              <a:gd name="connsiteY87" fmla="*/ 1970177 h 2083506"/>
              <a:gd name="connsiteX88" fmla="*/ 7456258 w 12191999"/>
              <a:gd name="connsiteY88" fmla="*/ 1960468 h 2083506"/>
              <a:gd name="connsiteX89" fmla="*/ 7393047 w 12191999"/>
              <a:gd name="connsiteY89" fmla="*/ 1952408 h 2083506"/>
              <a:gd name="connsiteX90" fmla="*/ 7199912 w 12191999"/>
              <a:gd name="connsiteY90" fmla="*/ 1959913 h 2083506"/>
              <a:gd name="connsiteX91" fmla="*/ 7146774 w 12191999"/>
              <a:gd name="connsiteY91" fmla="*/ 1956641 h 2083506"/>
              <a:gd name="connsiteX92" fmla="*/ 7122244 w 12191999"/>
              <a:gd name="connsiteY92" fmla="*/ 1953891 h 2083506"/>
              <a:gd name="connsiteX93" fmla="*/ 7032241 w 12191999"/>
              <a:gd name="connsiteY93" fmla="*/ 1962723 h 2083506"/>
              <a:gd name="connsiteX94" fmla="*/ 6941492 w 12191999"/>
              <a:gd name="connsiteY94" fmla="*/ 1976868 h 2083506"/>
              <a:gd name="connsiteX95" fmla="*/ 6906514 w 12191999"/>
              <a:gd name="connsiteY95" fmla="*/ 1968589 h 2083506"/>
              <a:gd name="connsiteX96" fmla="*/ 6826395 w 12191999"/>
              <a:gd name="connsiteY96" fmla="*/ 1974141 h 2083506"/>
              <a:gd name="connsiteX97" fmla="*/ 6716431 w 12191999"/>
              <a:gd name="connsiteY97" fmla="*/ 2004297 h 2083506"/>
              <a:gd name="connsiteX98" fmla="*/ 6569607 w 12191999"/>
              <a:gd name="connsiteY98" fmla="*/ 2015496 h 2083506"/>
              <a:gd name="connsiteX99" fmla="*/ 6561430 w 12191999"/>
              <a:gd name="connsiteY99" fmla="*/ 2020996 h 2083506"/>
              <a:gd name="connsiteX100" fmla="*/ 6549371 w 12191999"/>
              <a:gd name="connsiteY100" fmla="*/ 2024747 h 2083506"/>
              <a:gd name="connsiteX101" fmla="*/ 6547040 w 12191999"/>
              <a:gd name="connsiteY101" fmla="*/ 2024474 h 2083506"/>
              <a:gd name="connsiteX102" fmla="*/ 6530482 w 12191999"/>
              <a:gd name="connsiteY102" fmla="*/ 2026659 h 2083506"/>
              <a:gd name="connsiteX103" fmla="*/ 6528565 w 12191999"/>
              <a:gd name="connsiteY103" fmla="*/ 2028600 h 2083506"/>
              <a:gd name="connsiteX104" fmla="*/ 6517741 w 12191999"/>
              <a:gd name="connsiteY104" fmla="*/ 2030558 h 2083506"/>
              <a:gd name="connsiteX105" fmla="*/ 6497855 w 12191999"/>
              <a:gd name="connsiteY105" fmla="*/ 2035650 h 2083506"/>
              <a:gd name="connsiteX106" fmla="*/ 6492785 w 12191999"/>
              <a:gd name="connsiteY106" fmla="*/ 2035444 h 2083506"/>
              <a:gd name="connsiteX107" fmla="*/ 6460692 w 12191999"/>
              <a:gd name="connsiteY107" fmla="*/ 2041321 h 2083506"/>
              <a:gd name="connsiteX108" fmla="*/ 6459609 w 12191999"/>
              <a:gd name="connsiteY108" fmla="*/ 2040851 h 2083506"/>
              <a:gd name="connsiteX109" fmla="*/ 6447765 w 12191999"/>
              <a:gd name="connsiteY109" fmla="*/ 2040102 h 2083506"/>
              <a:gd name="connsiteX110" fmla="*/ 6426590 w 12191999"/>
              <a:gd name="connsiteY110" fmla="*/ 2039928 h 2083506"/>
              <a:gd name="connsiteX111" fmla="*/ 6401693 w 12191999"/>
              <a:gd name="connsiteY111" fmla="*/ 2033537 h 2083506"/>
              <a:gd name="connsiteX112" fmla="*/ 6387141 w 12191999"/>
              <a:gd name="connsiteY112" fmla="*/ 2033161 h 2083506"/>
              <a:gd name="connsiteX113" fmla="*/ 6357846 w 12191999"/>
              <a:gd name="connsiteY113" fmla="*/ 2036782 h 2083506"/>
              <a:gd name="connsiteX114" fmla="*/ 6342914 w 12191999"/>
              <a:gd name="connsiteY114" fmla="*/ 2037585 h 2083506"/>
              <a:gd name="connsiteX115" fmla="*/ 6336300 w 12191999"/>
              <a:gd name="connsiteY115" fmla="*/ 2038781 h 2083506"/>
              <a:gd name="connsiteX116" fmla="*/ 6317178 w 12191999"/>
              <a:gd name="connsiteY116" fmla="*/ 2038968 h 2083506"/>
              <a:gd name="connsiteX117" fmla="*/ 6161427 w 12191999"/>
              <a:gd name="connsiteY117" fmla="*/ 2047338 h 2083506"/>
              <a:gd name="connsiteX118" fmla="*/ 6097339 w 12191999"/>
              <a:gd name="connsiteY118" fmla="*/ 2082438 h 2083506"/>
              <a:gd name="connsiteX119" fmla="*/ 6079059 w 12191999"/>
              <a:gd name="connsiteY119" fmla="*/ 2081299 h 2083506"/>
              <a:gd name="connsiteX120" fmla="*/ 5998439 w 12191999"/>
              <a:gd name="connsiteY120" fmla="*/ 2070958 h 2083506"/>
              <a:gd name="connsiteX121" fmla="*/ 5904290 w 12191999"/>
              <a:gd name="connsiteY121" fmla="*/ 2070255 h 2083506"/>
              <a:gd name="connsiteX122" fmla="*/ 5814867 w 12191999"/>
              <a:gd name="connsiteY122" fmla="*/ 2079032 h 2083506"/>
              <a:gd name="connsiteX123" fmla="*/ 5725743 w 12191999"/>
              <a:gd name="connsiteY123" fmla="*/ 2070558 h 2083506"/>
              <a:gd name="connsiteX124" fmla="*/ 5650546 w 12191999"/>
              <a:gd name="connsiteY124" fmla="*/ 2052412 h 2083506"/>
              <a:gd name="connsiteX125" fmla="*/ 5581284 w 12191999"/>
              <a:gd name="connsiteY125" fmla="*/ 2023175 h 2083506"/>
              <a:gd name="connsiteX126" fmla="*/ 5572593 w 12191999"/>
              <a:gd name="connsiteY126" fmla="*/ 2018391 h 2083506"/>
              <a:gd name="connsiteX127" fmla="*/ 5548580 w 12191999"/>
              <a:gd name="connsiteY127" fmla="*/ 2016951 h 2083506"/>
              <a:gd name="connsiteX128" fmla="*/ 5471173 w 12191999"/>
              <a:gd name="connsiteY128" fmla="*/ 2018786 h 2083506"/>
              <a:gd name="connsiteX129" fmla="*/ 5340320 w 12191999"/>
              <a:gd name="connsiteY129" fmla="*/ 2037611 h 2083506"/>
              <a:gd name="connsiteX130" fmla="*/ 5254376 w 12191999"/>
              <a:gd name="connsiteY130" fmla="*/ 2042928 h 2083506"/>
              <a:gd name="connsiteX131" fmla="*/ 5258035 w 12191999"/>
              <a:gd name="connsiteY131" fmla="*/ 2035649 h 2083506"/>
              <a:gd name="connsiteX132" fmla="*/ 5230622 w 12191999"/>
              <a:gd name="connsiteY132" fmla="*/ 2024576 h 2083506"/>
              <a:gd name="connsiteX133" fmla="*/ 5026203 w 12191999"/>
              <a:gd name="connsiteY133" fmla="*/ 2030162 h 2083506"/>
              <a:gd name="connsiteX134" fmla="*/ 4973988 w 12191999"/>
              <a:gd name="connsiteY134" fmla="*/ 2026668 h 2083506"/>
              <a:gd name="connsiteX135" fmla="*/ 4928030 w 12191999"/>
              <a:gd name="connsiteY135" fmla="*/ 2033642 h 2083506"/>
              <a:gd name="connsiteX136" fmla="*/ 4908970 w 12191999"/>
              <a:gd name="connsiteY136" fmla="*/ 2030033 h 2083506"/>
              <a:gd name="connsiteX137" fmla="*/ 4905679 w 12191999"/>
              <a:gd name="connsiteY137" fmla="*/ 2029300 h 2083506"/>
              <a:gd name="connsiteX138" fmla="*/ 4892525 w 12191999"/>
              <a:gd name="connsiteY138" fmla="*/ 2028768 h 2083506"/>
              <a:gd name="connsiteX139" fmla="*/ 4888818 w 12191999"/>
              <a:gd name="connsiteY139" fmla="*/ 2025619 h 2083506"/>
              <a:gd name="connsiteX140" fmla="*/ 4869018 w 12191999"/>
              <a:gd name="connsiteY140" fmla="*/ 2022668 h 2083506"/>
              <a:gd name="connsiteX141" fmla="*/ 4844804 w 12191999"/>
              <a:gd name="connsiteY141" fmla="*/ 2022527 h 2083506"/>
              <a:gd name="connsiteX142" fmla="*/ 4758778 w 12191999"/>
              <a:gd name="connsiteY142" fmla="*/ 2021694 h 2083506"/>
              <a:gd name="connsiteX143" fmla="*/ 4744748 w 12191999"/>
              <a:gd name="connsiteY143" fmla="*/ 2023396 h 2083506"/>
              <a:gd name="connsiteX144" fmla="*/ 4698956 w 12191999"/>
              <a:gd name="connsiteY144" fmla="*/ 2020558 h 2083506"/>
              <a:gd name="connsiteX145" fmla="*/ 4658147 w 12191999"/>
              <a:gd name="connsiteY145" fmla="*/ 2019920 h 2083506"/>
              <a:gd name="connsiteX146" fmla="*/ 4631706 w 12191999"/>
              <a:gd name="connsiteY146" fmla="*/ 2021274 h 2083506"/>
              <a:gd name="connsiteX147" fmla="*/ 4624776 w 12191999"/>
              <a:gd name="connsiteY147" fmla="*/ 2020152 h 2083506"/>
              <a:gd name="connsiteX148" fmla="*/ 4598150 w 12191999"/>
              <a:gd name="connsiteY148" fmla="*/ 2019429 h 2083506"/>
              <a:gd name="connsiteX149" fmla="*/ 4584588 w 12191999"/>
              <a:gd name="connsiteY149" fmla="*/ 2021092 h 2083506"/>
              <a:gd name="connsiteX150" fmla="*/ 4571203 w 12191999"/>
              <a:gd name="connsiteY150" fmla="*/ 2017263 h 2083506"/>
              <a:gd name="connsiteX151" fmla="*/ 4567930 w 12191999"/>
              <a:gd name="connsiteY151" fmla="*/ 2014458 h 2083506"/>
              <a:gd name="connsiteX152" fmla="*/ 4548984 w 12191999"/>
              <a:gd name="connsiteY152" fmla="*/ 2015717 h 2083506"/>
              <a:gd name="connsiteX153" fmla="*/ 4533451 w 12191999"/>
              <a:gd name="connsiteY153" fmla="*/ 2012976 h 2083506"/>
              <a:gd name="connsiteX154" fmla="*/ 4519910 w 12191999"/>
              <a:gd name="connsiteY154" fmla="*/ 2014768 h 2083506"/>
              <a:gd name="connsiteX155" fmla="*/ 4514290 w 12191999"/>
              <a:gd name="connsiteY155" fmla="*/ 2014364 h 2083506"/>
              <a:gd name="connsiteX156" fmla="*/ 4500320 w 12191999"/>
              <a:gd name="connsiteY156" fmla="*/ 2013007 h 2083506"/>
              <a:gd name="connsiteX157" fmla="*/ 4476219 w 12191999"/>
              <a:gd name="connsiteY157" fmla="*/ 2009993 h 2083506"/>
              <a:gd name="connsiteX158" fmla="*/ 4468701 w 12191999"/>
              <a:gd name="connsiteY158" fmla="*/ 2009574 h 2083506"/>
              <a:gd name="connsiteX159" fmla="*/ 4452333 w 12191999"/>
              <a:gd name="connsiteY159" fmla="*/ 2004964 h 2083506"/>
              <a:gd name="connsiteX160" fmla="*/ 4420644 w 12191999"/>
              <a:gd name="connsiteY160" fmla="*/ 2001021 h 2083506"/>
              <a:gd name="connsiteX161" fmla="*/ 4364856 w 12191999"/>
              <a:gd name="connsiteY161" fmla="*/ 1987267 h 2083506"/>
              <a:gd name="connsiteX162" fmla="*/ 4332062 w 12191999"/>
              <a:gd name="connsiteY162" fmla="*/ 1980703 h 2083506"/>
              <a:gd name="connsiteX163" fmla="*/ 4309876 w 12191999"/>
              <a:gd name="connsiteY163" fmla="*/ 1974653 h 2083506"/>
              <a:gd name="connsiteX164" fmla="*/ 4244391 w 12191999"/>
              <a:gd name="connsiteY164" fmla="*/ 1966109 h 2083506"/>
              <a:gd name="connsiteX165" fmla="*/ 4132071 w 12191999"/>
              <a:gd name="connsiteY165" fmla="*/ 1954813 h 2083506"/>
              <a:gd name="connsiteX166" fmla="*/ 4109069 w 12191999"/>
              <a:gd name="connsiteY166" fmla="*/ 1951778 h 2083506"/>
              <a:gd name="connsiteX167" fmla="*/ 4092908 w 12191999"/>
              <a:gd name="connsiteY167" fmla="*/ 1946662 h 2083506"/>
              <a:gd name="connsiteX168" fmla="*/ 4092306 w 12191999"/>
              <a:gd name="connsiteY168" fmla="*/ 1943291 h 2083506"/>
              <a:gd name="connsiteX169" fmla="*/ 4080234 w 12191999"/>
              <a:gd name="connsiteY169" fmla="*/ 1941219 h 2083506"/>
              <a:gd name="connsiteX170" fmla="*/ 4077778 w 12191999"/>
              <a:gd name="connsiteY170" fmla="*/ 1940145 h 2083506"/>
              <a:gd name="connsiteX171" fmla="*/ 4062936 w 12191999"/>
              <a:gd name="connsiteY171" fmla="*/ 1934506 h 2083506"/>
              <a:gd name="connsiteX172" fmla="*/ 4012506 w 12191999"/>
              <a:gd name="connsiteY172" fmla="*/ 1935475 h 2083506"/>
              <a:gd name="connsiteX173" fmla="*/ 3965880 w 12191999"/>
              <a:gd name="connsiteY173" fmla="*/ 1925968 h 2083506"/>
              <a:gd name="connsiteX174" fmla="*/ 3765338 w 12191999"/>
              <a:gd name="connsiteY174" fmla="*/ 1906649 h 2083506"/>
              <a:gd name="connsiteX175" fmla="*/ 3749493 w 12191999"/>
              <a:gd name="connsiteY175" fmla="*/ 1893071 h 2083506"/>
              <a:gd name="connsiteX176" fmla="*/ 3672704 w 12191999"/>
              <a:gd name="connsiteY176" fmla="*/ 1881383 h 2083506"/>
              <a:gd name="connsiteX177" fmla="*/ 3530082 w 12191999"/>
              <a:gd name="connsiteY177" fmla="*/ 1883187 h 2083506"/>
              <a:gd name="connsiteX178" fmla="*/ 3387664 w 12191999"/>
              <a:gd name="connsiteY178" fmla="*/ 1862579 h 2083506"/>
              <a:gd name="connsiteX179" fmla="*/ 3371681 w 12191999"/>
              <a:gd name="connsiteY179" fmla="*/ 1865293 h 2083506"/>
              <a:gd name="connsiteX180" fmla="*/ 3355305 w 12191999"/>
              <a:gd name="connsiteY180" fmla="*/ 1865842 h 2083506"/>
              <a:gd name="connsiteX181" fmla="*/ 3353790 w 12191999"/>
              <a:gd name="connsiteY181" fmla="*/ 1865158 h 2083506"/>
              <a:gd name="connsiteX182" fmla="*/ 3336210 w 12191999"/>
              <a:gd name="connsiteY182" fmla="*/ 1863564 h 2083506"/>
              <a:gd name="connsiteX183" fmla="*/ 3331381 w 12191999"/>
              <a:gd name="connsiteY183" fmla="*/ 1864716 h 2083506"/>
              <a:gd name="connsiteX184" fmla="*/ 3319012 w 12191999"/>
              <a:gd name="connsiteY184" fmla="*/ 1864093 h 2083506"/>
              <a:gd name="connsiteX185" fmla="*/ 3293818 w 12191999"/>
              <a:gd name="connsiteY185" fmla="*/ 1864135 h 2083506"/>
              <a:gd name="connsiteX186" fmla="*/ 3289881 w 12191999"/>
              <a:gd name="connsiteY186" fmla="*/ 1862954 h 2083506"/>
              <a:gd name="connsiteX187" fmla="*/ 3253090 w 12191999"/>
              <a:gd name="connsiteY187" fmla="*/ 1861164 h 2083506"/>
              <a:gd name="connsiteX188" fmla="*/ 3252949 w 12191999"/>
              <a:gd name="connsiteY188" fmla="*/ 1860574 h 2083506"/>
              <a:gd name="connsiteX189" fmla="*/ 3244187 w 12191999"/>
              <a:gd name="connsiteY189" fmla="*/ 1857604 h 2083506"/>
              <a:gd name="connsiteX190" fmla="*/ 3246570 w 12191999"/>
              <a:gd name="connsiteY190" fmla="*/ 1852946 h 2083506"/>
              <a:gd name="connsiteX191" fmla="*/ 3237810 w 12191999"/>
              <a:gd name="connsiteY191" fmla="*/ 1853064 h 2083506"/>
              <a:gd name="connsiteX192" fmla="*/ 3230822 w 12191999"/>
              <a:gd name="connsiteY192" fmla="*/ 1855474 h 2083506"/>
              <a:gd name="connsiteX193" fmla="*/ 3136549 w 12191999"/>
              <a:gd name="connsiteY193" fmla="*/ 1874037 h 2083506"/>
              <a:gd name="connsiteX194" fmla="*/ 2845754 w 12191999"/>
              <a:gd name="connsiteY194" fmla="*/ 1910932 h 2083506"/>
              <a:gd name="connsiteX195" fmla="*/ 2786878 w 12191999"/>
              <a:gd name="connsiteY195" fmla="*/ 1917162 h 2083506"/>
              <a:gd name="connsiteX196" fmla="*/ 2725298 w 12191999"/>
              <a:gd name="connsiteY196" fmla="*/ 1912340 h 2083506"/>
              <a:gd name="connsiteX197" fmla="*/ 2697754 w 12191999"/>
              <a:gd name="connsiteY197" fmla="*/ 1914863 h 2083506"/>
              <a:gd name="connsiteX198" fmla="*/ 2568063 w 12191999"/>
              <a:gd name="connsiteY198" fmla="*/ 1936283 h 2083506"/>
              <a:gd name="connsiteX199" fmla="*/ 2489784 w 12191999"/>
              <a:gd name="connsiteY199" fmla="*/ 1943720 h 2083506"/>
              <a:gd name="connsiteX200" fmla="*/ 2458978 w 12191999"/>
              <a:gd name="connsiteY200" fmla="*/ 1938095 h 2083506"/>
              <a:gd name="connsiteX201" fmla="*/ 2318712 w 12191999"/>
              <a:gd name="connsiteY201" fmla="*/ 1934474 h 2083506"/>
              <a:gd name="connsiteX202" fmla="*/ 2268709 w 12191999"/>
              <a:gd name="connsiteY202" fmla="*/ 1940521 h 2083506"/>
              <a:gd name="connsiteX203" fmla="*/ 2264080 w 12191999"/>
              <a:gd name="connsiteY203" fmla="*/ 1941232 h 2083506"/>
              <a:gd name="connsiteX204" fmla="*/ 2254684 w 12191999"/>
              <a:gd name="connsiteY204" fmla="*/ 1943524 h 2083506"/>
              <a:gd name="connsiteX205" fmla="*/ 2252523 w 12191999"/>
              <a:gd name="connsiteY205" fmla="*/ 1943004 h 2083506"/>
              <a:gd name="connsiteX206" fmla="*/ 2173350 w 12191999"/>
              <a:gd name="connsiteY206" fmla="*/ 1929202 h 2083506"/>
              <a:gd name="connsiteX207" fmla="*/ 2155266 w 12191999"/>
              <a:gd name="connsiteY207" fmla="*/ 1920267 h 2083506"/>
              <a:gd name="connsiteX208" fmla="*/ 2091013 w 12191999"/>
              <a:gd name="connsiteY208" fmla="*/ 1914631 h 2083506"/>
              <a:gd name="connsiteX209" fmla="*/ 2030712 w 12191999"/>
              <a:gd name="connsiteY209" fmla="*/ 1897690 h 2083506"/>
              <a:gd name="connsiteX210" fmla="*/ 1908838 w 12191999"/>
              <a:gd name="connsiteY210" fmla="*/ 1892222 h 2083506"/>
              <a:gd name="connsiteX211" fmla="*/ 1877796 w 12191999"/>
              <a:gd name="connsiteY211" fmla="*/ 1883887 h 2083506"/>
              <a:gd name="connsiteX212" fmla="*/ 1875824 w 12191999"/>
              <a:gd name="connsiteY212" fmla="*/ 1879265 h 2083506"/>
              <a:gd name="connsiteX213" fmla="*/ 1823048 w 12191999"/>
              <a:gd name="connsiteY213" fmla="*/ 1881064 h 2083506"/>
              <a:gd name="connsiteX214" fmla="*/ 1765736 w 12191999"/>
              <a:gd name="connsiteY214" fmla="*/ 1856578 h 2083506"/>
              <a:gd name="connsiteX215" fmla="*/ 1725669 w 12191999"/>
              <a:gd name="connsiteY215" fmla="*/ 1833744 h 2083506"/>
              <a:gd name="connsiteX216" fmla="*/ 1725216 w 12191999"/>
              <a:gd name="connsiteY216" fmla="*/ 1829447 h 2083506"/>
              <a:gd name="connsiteX217" fmla="*/ 1721485 w 12191999"/>
              <a:gd name="connsiteY217" fmla="*/ 1828960 h 2083506"/>
              <a:gd name="connsiteX218" fmla="*/ 1717786 w 12191999"/>
              <a:gd name="connsiteY218" fmla="*/ 1832224 h 2083506"/>
              <a:gd name="connsiteX219" fmla="*/ 1689907 w 12191999"/>
              <a:gd name="connsiteY219" fmla="*/ 1825425 h 2083506"/>
              <a:gd name="connsiteX220" fmla="*/ 1688093 w 12191999"/>
              <a:gd name="connsiteY220" fmla="*/ 1817391 h 2083506"/>
              <a:gd name="connsiteX221" fmla="*/ 1496789 w 12191999"/>
              <a:gd name="connsiteY221" fmla="*/ 1805297 h 2083506"/>
              <a:gd name="connsiteX222" fmla="*/ 1392839 w 12191999"/>
              <a:gd name="connsiteY222" fmla="*/ 1758649 h 2083506"/>
              <a:gd name="connsiteX223" fmla="*/ 1360872 w 12191999"/>
              <a:gd name="connsiteY223" fmla="*/ 1752441 h 2083506"/>
              <a:gd name="connsiteX224" fmla="*/ 1313885 w 12191999"/>
              <a:gd name="connsiteY224" fmla="*/ 1731785 h 2083506"/>
              <a:gd name="connsiteX225" fmla="*/ 1247665 w 12191999"/>
              <a:gd name="connsiteY225" fmla="*/ 1727765 h 2083506"/>
              <a:gd name="connsiteX226" fmla="*/ 1196850 w 12191999"/>
              <a:gd name="connsiteY226" fmla="*/ 1729622 h 2083506"/>
              <a:gd name="connsiteX227" fmla="*/ 1168728 w 12191999"/>
              <a:gd name="connsiteY227" fmla="*/ 1728550 h 2083506"/>
              <a:gd name="connsiteX228" fmla="*/ 1096918 w 12191999"/>
              <a:gd name="connsiteY228" fmla="*/ 1721485 h 2083506"/>
              <a:gd name="connsiteX229" fmla="*/ 1094082 w 12191999"/>
              <a:gd name="connsiteY229" fmla="*/ 1720113 h 2083506"/>
              <a:gd name="connsiteX230" fmla="*/ 1040782 w 12191999"/>
              <a:gd name="connsiteY230" fmla="*/ 1721762 h 2083506"/>
              <a:gd name="connsiteX231" fmla="*/ 955980 w 12191999"/>
              <a:gd name="connsiteY231" fmla="*/ 1719289 h 2083506"/>
              <a:gd name="connsiteX232" fmla="*/ 926108 w 12191999"/>
              <a:gd name="connsiteY232" fmla="*/ 1715917 h 2083506"/>
              <a:gd name="connsiteX233" fmla="*/ 876049 w 12191999"/>
              <a:gd name="connsiteY233" fmla="*/ 1710422 h 2083506"/>
              <a:gd name="connsiteX234" fmla="*/ 839194 w 12191999"/>
              <a:gd name="connsiteY234" fmla="*/ 1700176 h 2083506"/>
              <a:gd name="connsiteX235" fmla="*/ 797112 w 12191999"/>
              <a:gd name="connsiteY235" fmla="*/ 1698014 h 2083506"/>
              <a:gd name="connsiteX236" fmla="*/ 786610 w 12191999"/>
              <a:gd name="connsiteY236" fmla="*/ 1705455 h 2083506"/>
              <a:gd name="connsiteX237" fmla="*/ 741833 w 12191999"/>
              <a:gd name="connsiteY237" fmla="*/ 1700566 h 2083506"/>
              <a:gd name="connsiteX238" fmla="*/ 673985 w 12191999"/>
              <a:gd name="connsiteY238" fmla="*/ 1692278 h 2083506"/>
              <a:gd name="connsiteX239" fmla="*/ 634665 w 12191999"/>
              <a:gd name="connsiteY239" fmla="*/ 1689550 h 2083506"/>
              <a:gd name="connsiteX240" fmla="*/ 527471 w 12191999"/>
              <a:gd name="connsiteY240" fmla="*/ 1679869 h 2083506"/>
              <a:gd name="connsiteX241" fmla="*/ 420260 w 12191999"/>
              <a:gd name="connsiteY241" fmla="*/ 1668475 h 2083506"/>
              <a:gd name="connsiteX242" fmla="*/ 357630 w 12191999"/>
              <a:gd name="connsiteY242" fmla="*/ 1652142 h 2083506"/>
              <a:gd name="connsiteX243" fmla="*/ 269407 w 12191999"/>
              <a:gd name="connsiteY243" fmla="*/ 1643812 h 2083506"/>
              <a:gd name="connsiteX244" fmla="*/ 254769 w 12191999"/>
              <a:gd name="connsiteY244" fmla="*/ 1641013 h 2083506"/>
              <a:gd name="connsiteX245" fmla="*/ 150763 w 12191999"/>
              <a:gd name="connsiteY245" fmla="*/ 1628143 h 2083506"/>
              <a:gd name="connsiteX246" fmla="*/ 29133 w 12191999"/>
              <a:gd name="connsiteY246" fmla="*/ 1626172 h 2083506"/>
              <a:gd name="connsiteX247" fmla="*/ 0 w 12191999"/>
              <a:gd name="connsiteY247" fmla="*/ 1619589 h 208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</a:cxnLst>
            <a:rect l="l" t="t" r="r" b="b"/>
            <a:pathLst>
              <a:path w="12191999" h="2083506">
                <a:moveTo>
                  <a:pt x="0" y="0"/>
                </a:moveTo>
                <a:lnTo>
                  <a:pt x="9429748" y="0"/>
                </a:lnTo>
                <a:lnTo>
                  <a:pt x="9429748" y="1"/>
                </a:lnTo>
                <a:lnTo>
                  <a:pt x="12191999" y="1"/>
                </a:lnTo>
                <a:lnTo>
                  <a:pt x="12191999" y="1164372"/>
                </a:lnTo>
                <a:lnTo>
                  <a:pt x="12147852" y="1163783"/>
                </a:lnTo>
                <a:cubicBezTo>
                  <a:pt x="12063101" y="1189107"/>
                  <a:pt x="12045020" y="1156925"/>
                  <a:pt x="11993604" y="1153496"/>
                </a:cubicBezTo>
                <a:cubicBezTo>
                  <a:pt x="11954216" y="1165241"/>
                  <a:pt x="11911195" y="1167350"/>
                  <a:pt x="11865319" y="1176624"/>
                </a:cubicBezTo>
                <a:cubicBezTo>
                  <a:pt x="11822513" y="1184682"/>
                  <a:pt x="11766915" y="1201558"/>
                  <a:pt x="11718353" y="1209136"/>
                </a:cubicBezTo>
                <a:cubicBezTo>
                  <a:pt x="11675379" y="1217463"/>
                  <a:pt x="11638007" y="1216639"/>
                  <a:pt x="11609067" y="1218512"/>
                </a:cubicBezTo>
                <a:cubicBezTo>
                  <a:pt x="11597582" y="1221322"/>
                  <a:pt x="11554280" y="1243577"/>
                  <a:pt x="11545958" y="1240430"/>
                </a:cubicBezTo>
                <a:lnTo>
                  <a:pt x="11445770" y="1225780"/>
                </a:lnTo>
                <a:cubicBezTo>
                  <a:pt x="11425543" y="1230782"/>
                  <a:pt x="11413740" y="1222096"/>
                  <a:pt x="11398842" y="1227250"/>
                </a:cubicBezTo>
                <a:cubicBezTo>
                  <a:pt x="11367060" y="1233093"/>
                  <a:pt x="11269285" y="1263712"/>
                  <a:pt x="11240093" y="1266797"/>
                </a:cubicBezTo>
                <a:cubicBezTo>
                  <a:pt x="11197297" y="1273685"/>
                  <a:pt x="11181311" y="1272682"/>
                  <a:pt x="11141364" y="1288059"/>
                </a:cubicBezTo>
                <a:cubicBezTo>
                  <a:pt x="11099891" y="1305386"/>
                  <a:pt x="11051533" y="1319157"/>
                  <a:pt x="11015396" y="1353104"/>
                </a:cubicBezTo>
                <a:cubicBezTo>
                  <a:pt x="11009424" y="1362217"/>
                  <a:pt x="10992328" y="1361966"/>
                  <a:pt x="10973905" y="1365109"/>
                </a:cubicBezTo>
                <a:cubicBezTo>
                  <a:pt x="10955482" y="1368254"/>
                  <a:pt x="10907369" y="1372817"/>
                  <a:pt x="10904858" y="1371966"/>
                </a:cubicBezTo>
                <a:cubicBezTo>
                  <a:pt x="10880521" y="1379494"/>
                  <a:pt x="10873670" y="1399734"/>
                  <a:pt x="10827883" y="1410270"/>
                </a:cubicBezTo>
                <a:cubicBezTo>
                  <a:pt x="10790248" y="1415655"/>
                  <a:pt x="10724899" y="1420726"/>
                  <a:pt x="10690996" y="1426394"/>
                </a:cubicBezTo>
                <a:cubicBezTo>
                  <a:pt x="10676463" y="1423331"/>
                  <a:pt x="10634514" y="1436908"/>
                  <a:pt x="10624461" y="1444283"/>
                </a:cubicBezTo>
                <a:cubicBezTo>
                  <a:pt x="10601952" y="1468442"/>
                  <a:pt x="10536224" y="1460228"/>
                  <a:pt x="10517208" y="1478947"/>
                </a:cubicBezTo>
                <a:cubicBezTo>
                  <a:pt x="10509508" y="1482271"/>
                  <a:pt x="10505833" y="1468818"/>
                  <a:pt x="10497937" y="1469831"/>
                </a:cubicBezTo>
                <a:lnTo>
                  <a:pt x="10471201" y="1486037"/>
                </a:lnTo>
                <a:lnTo>
                  <a:pt x="10448263" y="1478223"/>
                </a:lnTo>
                <a:lnTo>
                  <a:pt x="10388089" y="1507175"/>
                </a:lnTo>
                <a:cubicBezTo>
                  <a:pt x="10350285" y="1513081"/>
                  <a:pt x="10383281" y="1526586"/>
                  <a:pt x="10333720" y="1515848"/>
                </a:cubicBezTo>
                <a:cubicBezTo>
                  <a:pt x="10286428" y="1526223"/>
                  <a:pt x="10174884" y="1550019"/>
                  <a:pt x="10104338" y="1569424"/>
                </a:cubicBezTo>
                <a:cubicBezTo>
                  <a:pt x="10066963" y="1581564"/>
                  <a:pt x="9967395" y="1605712"/>
                  <a:pt x="9910445" y="1632275"/>
                </a:cubicBezTo>
                <a:cubicBezTo>
                  <a:pt x="9856131" y="1644130"/>
                  <a:pt x="9831118" y="1689967"/>
                  <a:pt x="9770872" y="1688088"/>
                </a:cubicBezTo>
                <a:cubicBezTo>
                  <a:pt x="9769882" y="1691843"/>
                  <a:pt x="9737016" y="1697044"/>
                  <a:pt x="9733849" y="1700034"/>
                </a:cubicBezTo>
                <a:lnTo>
                  <a:pt x="9703714" y="1730093"/>
                </a:lnTo>
                <a:lnTo>
                  <a:pt x="9698351" y="1730377"/>
                </a:lnTo>
                <a:lnTo>
                  <a:pt x="9632895" y="1736363"/>
                </a:lnTo>
                <a:lnTo>
                  <a:pt x="9569107" y="1741010"/>
                </a:lnTo>
                <a:cubicBezTo>
                  <a:pt x="9558961" y="1745882"/>
                  <a:pt x="9548028" y="1750646"/>
                  <a:pt x="9536451" y="1755120"/>
                </a:cubicBezTo>
                <a:lnTo>
                  <a:pt x="9529385" y="1757515"/>
                </a:lnTo>
                <a:lnTo>
                  <a:pt x="9498527" y="1753117"/>
                </a:lnTo>
                <a:lnTo>
                  <a:pt x="9436642" y="1755478"/>
                </a:lnTo>
                <a:lnTo>
                  <a:pt x="9429748" y="1756317"/>
                </a:lnTo>
                <a:lnTo>
                  <a:pt x="9429748" y="1768745"/>
                </a:lnTo>
                <a:lnTo>
                  <a:pt x="9425802" y="1769273"/>
                </a:lnTo>
                <a:cubicBezTo>
                  <a:pt x="9390751" y="1773262"/>
                  <a:pt x="9371406" y="1773457"/>
                  <a:pt x="9349763" y="1776107"/>
                </a:cubicBezTo>
                <a:cubicBezTo>
                  <a:pt x="9314721" y="1782260"/>
                  <a:pt x="9277650" y="1796217"/>
                  <a:pt x="9256503" y="1800699"/>
                </a:cubicBezTo>
                <a:lnTo>
                  <a:pt x="9222873" y="1803003"/>
                </a:lnTo>
                <a:lnTo>
                  <a:pt x="9224095" y="1807355"/>
                </a:lnTo>
                <a:lnTo>
                  <a:pt x="9211603" y="1807675"/>
                </a:lnTo>
                <a:lnTo>
                  <a:pt x="9183719" y="1807781"/>
                </a:lnTo>
                <a:cubicBezTo>
                  <a:pt x="9166319" y="1808439"/>
                  <a:pt x="9117935" y="1807396"/>
                  <a:pt x="9100221" y="1808989"/>
                </a:cubicBezTo>
                <a:cubicBezTo>
                  <a:pt x="9095111" y="1813630"/>
                  <a:pt x="9087224" y="1816160"/>
                  <a:pt x="9077439" y="1817333"/>
                </a:cubicBezTo>
                <a:lnTo>
                  <a:pt x="9055889" y="1817464"/>
                </a:lnTo>
                <a:lnTo>
                  <a:pt x="8930912" y="1828648"/>
                </a:lnTo>
                <a:lnTo>
                  <a:pt x="8913729" y="1829483"/>
                </a:lnTo>
                <a:lnTo>
                  <a:pt x="8904423" y="1833234"/>
                </a:lnTo>
                <a:cubicBezTo>
                  <a:pt x="8897319" y="1833982"/>
                  <a:pt x="8876911" y="1833498"/>
                  <a:pt x="8871099" y="1833979"/>
                </a:cubicBezTo>
                <a:lnTo>
                  <a:pt x="8869557" y="1836113"/>
                </a:lnTo>
                <a:cubicBezTo>
                  <a:pt x="8851043" y="1839524"/>
                  <a:pt x="8781405" y="1850882"/>
                  <a:pt x="8760021" y="1854442"/>
                </a:cubicBezTo>
                <a:cubicBezTo>
                  <a:pt x="8755749" y="1851161"/>
                  <a:pt x="8746183" y="1856343"/>
                  <a:pt x="8741254" y="1857469"/>
                </a:cubicBezTo>
                <a:cubicBezTo>
                  <a:pt x="8740491" y="1855259"/>
                  <a:pt x="8728559" y="1854585"/>
                  <a:pt x="8725039" y="1856552"/>
                </a:cubicBezTo>
                <a:cubicBezTo>
                  <a:pt x="8641157" y="1867333"/>
                  <a:pt x="8683145" y="1845054"/>
                  <a:pt x="8635265" y="1859168"/>
                </a:cubicBezTo>
                <a:cubicBezTo>
                  <a:pt x="8626795" y="1860103"/>
                  <a:pt x="8619931" y="1859212"/>
                  <a:pt x="8613911" y="1857561"/>
                </a:cubicBezTo>
                <a:lnTo>
                  <a:pt x="8604931" y="1854170"/>
                </a:lnTo>
                <a:lnTo>
                  <a:pt x="8570171" y="1860579"/>
                </a:lnTo>
                <a:cubicBezTo>
                  <a:pt x="8553049" y="1862813"/>
                  <a:pt x="8535028" y="1864294"/>
                  <a:pt x="8516537" y="1864971"/>
                </a:cubicBezTo>
                <a:cubicBezTo>
                  <a:pt x="8512388" y="1860455"/>
                  <a:pt x="8497874" y="1866870"/>
                  <a:pt x="8491046" y="1868141"/>
                </a:cubicBezTo>
                <a:cubicBezTo>
                  <a:pt x="8490975" y="1865191"/>
                  <a:pt x="8475847" y="1863778"/>
                  <a:pt x="8470478" y="1866216"/>
                </a:cubicBezTo>
                <a:cubicBezTo>
                  <a:pt x="8357654" y="1876758"/>
                  <a:pt x="8421139" y="1849210"/>
                  <a:pt x="8353433" y="1865729"/>
                </a:cubicBezTo>
                <a:lnTo>
                  <a:pt x="8347675" y="1865075"/>
                </a:lnTo>
                <a:lnTo>
                  <a:pt x="8343939" y="1865677"/>
                </a:lnTo>
                <a:cubicBezTo>
                  <a:pt x="8309852" y="1870841"/>
                  <a:pt x="8272587" y="1875809"/>
                  <a:pt x="8221566" y="1881148"/>
                </a:cubicBezTo>
                <a:cubicBezTo>
                  <a:pt x="8158043" y="1892960"/>
                  <a:pt x="8095547" y="1914042"/>
                  <a:pt x="8066095" y="1919902"/>
                </a:cubicBezTo>
                <a:cubicBezTo>
                  <a:pt x="8058949" y="1919234"/>
                  <a:pt x="8051921" y="1917862"/>
                  <a:pt x="8044849" y="1916308"/>
                </a:cubicBezTo>
                <a:lnTo>
                  <a:pt x="8041142" y="1915506"/>
                </a:lnTo>
                <a:lnTo>
                  <a:pt x="8022159" y="1911521"/>
                </a:lnTo>
                <a:lnTo>
                  <a:pt x="7944932" y="1917265"/>
                </a:lnTo>
                <a:lnTo>
                  <a:pt x="7879011" y="1928570"/>
                </a:lnTo>
                <a:lnTo>
                  <a:pt x="7865529" y="1934399"/>
                </a:lnTo>
                <a:lnTo>
                  <a:pt x="7774801" y="1947969"/>
                </a:lnTo>
                <a:lnTo>
                  <a:pt x="7748398" y="1955982"/>
                </a:lnTo>
                <a:lnTo>
                  <a:pt x="7740684" y="1955717"/>
                </a:lnTo>
                <a:cubicBezTo>
                  <a:pt x="7728362" y="1958584"/>
                  <a:pt x="7714099" y="1968442"/>
                  <a:pt x="7712976" y="1960442"/>
                </a:cubicBezTo>
                <a:lnTo>
                  <a:pt x="7699956" y="1966104"/>
                </a:lnTo>
                <a:lnTo>
                  <a:pt x="7684158" y="1962927"/>
                </a:lnTo>
                <a:cubicBezTo>
                  <a:pt x="7674684" y="1962643"/>
                  <a:pt x="7652105" y="1963177"/>
                  <a:pt x="7643109" y="1964400"/>
                </a:cubicBezTo>
                <a:lnTo>
                  <a:pt x="7630180" y="1970266"/>
                </a:lnTo>
                <a:lnTo>
                  <a:pt x="7609131" y="1971774"/>
                </a:lnTo>
                <a:cubicBezTo>
                  <a:pt x="7596694" y="1971644"/>
                  <a:pt x="7570258" y="1969757"/>
                  <a:pt x="7555555" y="1969491"/>
                </a:cubicBezTo>
                <a:cubicBezTo>
                  <a:pt x="7541460" y="1966540"/>
                  <a:pt x="7530571" y="1964848"/>
                  <a:pt x="7520919" y="1970177"/>
                </a:cubicBezTo>
                <a:cubicBezTo>
                  <a:pt x="7500295" y="1966884"/>
                  <a:pt x="7480780" y="1949401"/>
                  <a:pt x="7456258" y="1960468"/>
                </a:cubicBezTo>
                <a:cubicBezTo>
                  <a:pt x="7434946" y="1957506"/>
                  <a:pt x="7435772" y="1952500"/>
                  <a:pt x="7393047" y="1952408"/>
                </a:cubicBezTo>
                <a:cubicBezTo>
                  <a:pt x="7356520" y="1952860"/>
                  <a:pt x="7236307" y="1958626"/>
                  <a:pt x="7199912" y="1959913"/>
                </a:cubicBezTo>
                <a:cubicBezTo>
                  <a:pt x="7176501" y="1959942"/>
                  <a:pt x="7160098" y="1958343"/>
                  <a:pt x="7146774" y="1956641"/>
                </a:cubicBezTo>
                <a:lnTo>
                  <a:pt x="7122244" y="1953891"/>
                </a:lnTo>
                <a:lnTo>
                  <a:pt x="7032241" y="1962723"/>
                </a:lnTo>
                <a:cubicBezTo>
                  <a:pt x="6997214" y="1965198"/>
                  <a:pt x="6963725" y="1968396"/>
                  <a:pt x="6941492" y="1976868"/>
                </a:cubicBezTo>
                <a:cubicBezTo>
                  <a:pt x="6947015" y="1970398"/>
                  <a:pt x="6923088" y="1965379"/>
                  <a:pt x="6906514" y="1968589"/>
                </a:cubicBezTo>
                <a:cubicBezTo>
                  <a:pt x="6925890" y="1943204"/>
                  <a:pt x="6840983" y="1991464"/>
                  <a:pt x="6826395" y="1974141"/>
                </a:cubicBezTo>
                <a:cubicBezTo>
                  <a:pt x="6825676" y="1990223"/>
                  <a:pt x="6751393" y="2017492"/>
                  <a:pt x="6716431" y="2004297"/>
                </a:cubicBezTo>
                <a:cubicBezTo>
                  <a:pt x="6663167" y="2007518"/>
                  <a:pt x="6625450" y="2020811"/>
                  <a:pt x="6569607" y="2015496"/>
                </a:cubicBezTo>
                <a:cubicBezTo>
                  <a:pt x="6567874" y="2017648"/>
                  <a:pt x="6565034" y="2019449"/>
                  <a:pt x="6561430" y="2020996"/>
                </a:cubicBezTo>
                <a:lnTo>
                  <a:pt x="6549371" y="2024747"/>
                </a:lnTo>
                <a:lnTo>
                  <a:pt x="6547040" y="2024474"/>
                </a:lnTo>
                <a:cubicBezTo>
                  <a:pt x="6537882" y="2024425"/>
                  <a:pt x="6533193" y="2025332"/>
                  <a:pt x="6530482" y="2026659"/>
                </a:cubicBezTo>
                <a:lnTo>
                  <a:pt x="6528565" y="2028600"/>
                </a:lnTo>
                <a:lnTo>
                  <a:pt x="6517741" y="2030558"/>
                </a:lnTo>
                <a:lnTo>
                  <a:pt x="6497855" y="2035650"/>
                </a:lnTo>
                <a:lnTo>
                  <a:pt x="6492785" y="2035444"/>
                </a:lnTo>
                <a:lnTo>
                  <a:pt x="6460692" y="2041321"/>
                </a:lnTo>
                <a:lnTo>
                  <a:pt x="6459609" y="2040851"/>
                </a:lnTo>
                <a:cubicBezTo>
                  <a:pt x="6456451" y="2039933"/>
                  <a:pt x="6452734" y="2039508"/>
                  <a:pt x="6447765" y="2040102"/>
                </a:cubicBezTo>
                <a:cubicBezTo>
                  <a:pt x="6446007" y="2031126"/>
                  <a:pt x="6441093" y="2037380"/>
                  <a:pt x="6426590" y="2039928"/>
                </a:cubicBezTo>
                <a:cubicBezTo>
                  <a:pt x="6423606" y="2033241"/>
                  <a:pt x="6413230" y="2032925"/>
                  <a:pt x="6401693" y="2033537"/>
                </a:cubicBezTo>
                <a:lnTo>
                  <a:pt x="6387141" y="2033161"/>
                </a:lnTo>
                <a:lnTo>
                  <a:pt x="6357846" y="2036782"/>
                </a:lnTo>
                <a:lnTo>
                  <a:pt x="6342914" y="2037585"/>
                </a:lnTo>
                <a:lnTo>
                  <a:pt x="6336300" y="2038781"/>
                </a:lnTo>
                <a:lnTo>
                  <a:pt x="6317178" y="2038968"/>
                </a:lnTo>
                <a:lnTo>
                  <a:pt x="6161427" y="2047338"/>
                </a:lnTo>
                <a:cubicBezTo>
                  <a:pt x="6147824" y="2057658"/>
                  <a:pt x="6118908" y="2077615"/>
                  <a:pt x="6097339" y="2082438"/>
                </a:cubicBezTo>
                <a:cubicBezTo>
                  <a:pt x="6090149" y="2084046"/>
                  <a:pt x="6083776" y="2083972"/>
                  <a:pt x="6079059" y="2081299"/>
                </a:cubicBezTo>
                <a:cubicBezTo>
                  <a:pt x="6063900" y="2082334"/>
                  <a:pt x="6011621" y="2084537"/>
                  <a:pt x="5998439" y="2070958"/>
                </a:cubicBezTo>
                <a:cubicBezTo>
                  <a:pt x="5976443" y="2071759"/>
                  <a:pt x="5925514" y="2069780"/>
                  <a:pt x="5904290" y="2070255"/>
                </a:cubicBezTo>
                <a:cubicBezTo>
                  <a:pt x="5871515" y="2066244"/>
                  <a:pt x="5843986" y="2088249"/>
                  <a:pt x="5814867" y="2079032"/>
                </a:cubicBezTo>
                <a:cubicBezTo>
                  <a:pt x="5792003" y="2070559"/>
                  <a:pt x="5750009" y="2076273"/>
                  <a:pt x="5725743" y="2070558"/>
                </a:cubicBezTo>
                <a:cubicBezTo>
                  <a:pt x="5716432" y="2058355"/>
                  <a:pt x="5667424" y="2047322"/>
                  <a:pt x="5650546" y="2052412"/>
                </a:cubicBezTo>
                <a:cubicBezTo>
                  <a:pt x="5614627" y="2046084"/>
                  <a:pt x="5608108" y="2028306"/>
                  <a:pt x="5581284" y="2023175"/>
                </a:cubicBezTo>
                <a:lnTo>
                  <a:pt x="5572593" y="2018391"/>
                </a:lnTo>
                <a:lnTo>
                  <a:pt x="5548580" y="2016951"/>
                </a:lnTo>
                <a:cubicBezTo>
                  <a:pt x="5523726" y="2017783"/>
                  <a:pt x="5498337" y="2019663"/>
                  <a:pt x="5471173" y="2018786"/>
                </a:cubicBezTo>
                <a:cubicBezTo>
                  <a:pt x="5447687" y="2003020"/>
                  <a:pt x="5353807" y="2022324"/>
                  <a:pt x="5340320" y="2037611"/>
                </a:cubicBezTo>
                <a:cubicBezTo>
                  <a:pt x="5340015" y="2024215"/>
                  <a:pt x="5271937" y="2042455"/>
                  <a:pt x="5254376" y="2042928"/>
                </a:cubicBezTo>
                <a:cubicBezTo>
                  <a:pt x="5248522" y="2043086"/>
                  <a:pt x="5248281" y="2041270"/>
                  <a:pt x="5258035" y="2035649"/>
                </a:cubicBezTo>
                <a:cubicBezTo>
                  <a:pt x="5239374" y="2037214"/>
                  <a:pt x="5220112" y="2030252"/>
                  <a:pt x="5230622" y="2024576"/>
                </a:cubicBezTo>
                <a:cubicBezTo>
                  <a:pt x="5173932" y="2036724"/>
                  <a:pt x="5090262" y="2024645"/>
                  <a:pt x="5026203" y="2030162"/>
                </a:cubicBezTo>
                <a:cubicBezTo>
                  <a:pt x="4991280" y="2016814"/>
                  <a:pt x="5010212" y="2029164"/>
                  <a:pt x="4973988" y="2026668"/>
                </a:cubicBezTo>
                <a:cubicBezTo>
                  <a:pt x="4983896" y="2038955"/>
                  <a:pt x="4930012" y="2019774"/>
                  <a:pt x="4928030" y="2033642"/>
                </a:cubicBezTo>
                <a:cubicBezTo>
                  <a:pt x="4921501" y="2032748"/>
                  <a:pt x="4915238" y="2031445"/>
                  <a:pt x="4908970" y="2030033"/>
                </a:cubicBezTo>
                <a:lnTo>
                  <a:pt x="4905679" y="2029300"/>
                </a:lnTo>
                <a:lnTo>
                  <a:pt x="4892525" y="2028768"/>
                </a:lnTo>
                <a:lnTo>
                  <a:pt x="4888818" y="2025619"/>
                </a:lnTo>
                <a:lnTo>
                  <a:pt x="4869018" y="2022668"/>
                </a:lnTo>
                <a:cubicBezTo>
                  <a:pt x="4861602" y="2022028"/>
                  <a:pt x="4853622" y="2021880"/>
                  <a:pt x="4844804" y="2022527"/>
                </a:cubicBezTo>
                <a:cubicBezTo>
                  <a:pt x="4823110" y="2028022"/>
                  <a:pt x="4789330" y="2021287"/>
                  <a:pt x="4758778" y="2021694"/>
                </a:cubicBezTo>
                <a:lnTo>
                  <a:pt x="4744748" y="2023396"/>
                </a:lnTo>
                <a:lnTo>
                  <a:pt x="4698956" y="2020558"/>
                </a:lnTo>
                <a:cubicBezTo>
                  <a:pt x="4685921" y="2020008"/>
                  <a:pt x="4672392" y="2019718"/>
                  <a:pt x="4658147" y="2019920"/>
                </a:cubicBezTo>
                <a:lnTo>
                  <a:pt x="4631706" y="2021274"/>
                </a:lnTo>
                <a:lnTo>
                  <a:pt x="4624776" y="2020152"/>
                </a:lnTo>
                <a:cubicBezTo>
                  <a:pt x="4612703" y="2020277"/>
                  <a:pt x="4596727" y="2024226"/>
                  <a:pt x="4598150" y="2019429"/>
                </a:cubicBezTo>
                <a:lnTo>
                  <a:pt x="4584588" y="2021092"/>
                </a:lnTo>
                <a:lnTo>
                  <a:pt x="4571203" y="2017263"/>
                </a:lnTo>
                <a:cubicBezTo>
                  <a:pt x="4569736" y="2016374"/>
                  <a:pt x="4568633" y="2015427"/>
                  <a:pt x="4567930" y="2014458"/>
                </a:cubicBezTo>
                <a:lnTo>
                  <a:pt x="4548984" y="2015717"/>
                </a:lnTo>
                <a:lnTo>
                  <a:pt x="4533451" y="2012976"/>
                </a:lnTo>
                <a:lnTo>
                  <a:pt x="4519910" y="2014768"/>
                </a:lnTo>
                <a:lnTo>
                  <a:pt x="4514290" y="2014364"/>
                </a:lnTo>
                <a:lnTo>
                  <a:pt x="4500320" y="2013007"/>
                </a:lnTo>
                <a:cubicBezTo>
                  <a:pt x="4493159" y="2012056"/>
                  <a:pt x="4485144" y="2010910"/>
                  <a:pt x="4476219" y="2009993"/>
                </a:cubicBezTo>
                <a:lnTo>
                  <a:pt x="4468701" y="2009574"/>
                </a:lnTo>
                <a:lnTo>
                  <a:pt x="4452333" y="2004964"/>
                </a:lnTo>
                <a:cubicBezTo>
                  <a:pt x="4440422" y="2001479"/>
                  <a:pt x="4431048" y="1999130"/>
                  <a:pt x="4420644" y="2001021"/>
                </a:cubicBezTo>
                <a:cubicBezTo>
                  <a:pt x="4402911" y="1996519"/>
                  <a:pt x="4390524" y="1983900"/>
                  <a:pt x="4364856" y="1987267"/>
                </a:cubicBezTo>
                <a:cubicBezTo>
                  <a:pt x="4372645" y="1981550"/>
                  <a:pt x="4336350" y="1986575"/>
                  <a:pt x="4332062" y="1980703"/>
                </a:cubicBezTo>
                <a:cubicBezTo>
                  <a:pt x="4330083" y="1975974"/>
                  <a:pt x="4318612" y="1976397"/>
                  <a:pt x="4309876" y="1974653"/>
                </a:cubicBezTo>
                <a:cubicBezTo>
                  <a:pt x="4303650" y="1969824"/>
                  <a:pt x="4259693" y="1965414"/>
                  <a:pt x="4244391" y="1966109"/>
                </a:cubicBezTo>
                <a:cubicBezTo>
                  <a:pt x="4201255" y="1970914"/>
                  <a:pt x="4166558" y="1951471"/>
                  <a:pt x="4132071" y="1954813"/>
                </a:cubicBezTo>
                <a:cubicBezTo>
                  <a:pt x="4123041" y="1954358"/>
                  <a:pt x="4115554" y="1953263"/>
                  <a:pt x="4109069" y="1951778"/>
                </a:cubicBezTo>
                <a:lnTo>
                  <a:pt x="4092908" y="1946662"/>
                </a:lnTo>
                <a:cubicBezTo>
                  <a:pt x="4092707" y="1945539"/>
                  <a:pt x="4092506" y="1944415"/>
                  <a:pt x="4092306" y="1943291"/>
                </a:cubicBezTo>
                <a:lnTo>
                  <a:pt x="4080234" y="1941219"/>
                </a:lnTo>
                <a:lnTo>
                  <a:pt x="4077778" y="1940145"/>
                </a:lnTo>
                <a:cubicBezTo>
                  <a:pt x="4073105" y="1938081"/>
                  <a:pt x="4068339" y="1936119"/>
                  <a:pt x="4062936" y="1934506"/>
                </a:cubicBezTo>
                <a:cubicBezTo>
                  <a:pt x="4048082" y="1947155"/>
                  <a:pt x="4014523" y="1922869"/>
                  <a:pt x="4012506" y="1935475"/>
                </a:cubicBezTo>
                <a:cubicBezTo>
                  <a:pt x="3980228" y="1928812"/>
                  <a:pt x="3986775" y="1942559"/>
                  <a:pt x="3965880" y="1925968"/>
                </a:cubicBezTo>
                <a:cubicBezTo>
                  <a:pt x="3899515" y="1923414"/>
                  <a:pt x="3830855" y="1902158"/>
                  <a:pt x="3765338" y="1906649"/>
                </a:cubicBezTo>
                <a:cubicBezTo>
                  <a:pt x="3780686" y="1902635"/>
                  <a:pt x="3768784" y="1893856"/>
                  <a:pt x="3749493" y="1893071"/>
                </a:cubicBezTo>
                <a:cubicBezTo>
                  <a:pt x="3807776" y="1876857"/>
                  <a:pt x="3656400" y="1898030"/>
                  <a:pt x="3672704" y="1881383"/>
                </a:cubicBezTo>
                <a:cubicBezTo>
                  <a:pt x="3645532" y="1893973"/>
                  <a:pt x="3537791" y="1900656"/>
                  <a:pt x="3530082" y="1883187"/>
                </a:cubicBezTo>
                <a:cubicBezTo>
                  <a:pt x="3479808" y="1875044"/>
                  <a:pt x="3426017" y="1877998"/>
                  <a:pt x="3387664" y="1862579"/>
                </a:cubicBezTo>
                <a:cubicBezTo>
                  <a:pt x="3382649" y="1863935"/>
                  <a:pt x="3377277" y="1864791"/>
                  <a:pt x="3371681" y="1865293"/>
                </a:cubicBezTo>
                <a:lnTo>
                  <a:pt x="3355305" y="1865842"/>
                </a:lnTo>
                <a:lnTo>
                  <a:pt x="3353790" y="1865158"/>
                </a:lnTo>
                <a:cubicBezTo>
                  <a:pt x="3346144" y="1863282"/>
                  <a:pt x="3340687" y="1863057"/>
                  <a:pt x="3336210" y="1863564"/>
                </a:cubicBezTo>
                <a:lnTo>
                  <a:pt x="3331381" y="1864716"/>
                </a:lnTo>
                <a:lnTo>
                  <a:pt x="3319012" y="1864093"/>
                </a:lnTo>
                <a:lnTo>
                  <a:pt x="3293818" y="1864135"/>
                </a:lnTo>
                <a:lnTo>
                  <a:pt x="3289881" y="1862954"/>
                </a:lnTo>
                <a:lnTo>
                  <a:pt x="3253090" y="1861164"/>
                </a:lnTo>
                <a:cubicBezTo>
                  <a:pt x="3253042" y="1860968"/>
                  <a:pt x="3252996" y="1860771"/>
                  <a:pt x="3252949" y="1860574"/>
                </a:cubicBezTo>
                <a:cubicBezTo>
                  <a:pt x="3251799" y="1859213"/>
                  <a:pt x="3249368" y="1858131"/>
                  <a:pt x="3244187" y="1857604"/>
                </a:cubicBezTo>
                <a:cubicBezTo>
                  <a:pt x="3250860" y="1853873"/>
                  <a:pt x="3250577" y="1852999"/>
                  <a:pt x="3246570" y="1852946"/>
                </a:cubicBezTo>
                <a:lnTo>
                  <a:pt x="3237810" y="1853064"/>
                </a:lnTo>
                <a:lnTo>
                  <a:pt x="3230822" y="1855474"/>
                </a:lnTo>
                <a:cubicBezTo>
                  <a:pt x="3206812" y="1862286"/>
                  <a:pt x="3176733" y="1868865"/>
                  <a:pt x="3136549" y="1874037"/>
                </a:cubicBezTo>
                <a:cubicBezTo>
                  <a:pt x="3081163" y="1880168"/>
                  <a:pt x="2902557" y="1900580"/>
                  <a:pt x="2845754" y="1910932"/>
                </a:cubicBezTo>
                <a:cubicBezTo>
                  <a:pt x="2860822" y="1944376"/>
                  <a:pt x="2813389" y="1905358"/>
                  <a:pt x="2786878" y="1917162"/>
                </a:cubicBezTo>
                <a:cubicBezTo>
                  <a:pt x="2766803" y="1917398"/>
                  <a:pt x="2741628" y="1915886"/>
                  <a:pt x="2725298" y="1912340"/>
                </a:cubicBezTo>
                <a:cubicBezTo>
                  <a:pt x="2716680" y="1911427"/>
                  <a:pt x="2707572" y="1911972"/>
                  <a:pt x="2697754" y="1914863"/>
                </a:cubicBezTo>
                <a:cubicBezTo>
                  <a:pt x="2667185" y="1939014"/>
                  <a:pt x="2622149" y="1926211"/>
                  <a:pt x="2568063" y="1936283"/>
                </a:cubicBezTo>
                <a:cubicBezTo>
                  <a:pt x="2552625" y="1932001"/>
                  <a:pt x="2502682" y="1953378"/>
                  <a:pt x="2489784" y="1943720"/>
                </a:cubicBezTo>
                <a:cubicBezTo>
                  <a:pt x="2478524" y="1943155"/>
                  <a:pt x="2467418" y="1949411"/>
                  <a:pt x="2458978" y="1938095"/>
                </a:cubicBezTo>
                <a:cubicBezTo>
                  <a:pt x="2417552" y="1934639"/>
                  <a:pt x="2366376" y="1931293"/>
                  <a:pt x="2318712" y="1934474"/>
                </a:cubicBezTo>
                <a:cubicBezTo>
                  <a:pt x="2296029" y="1936526"/>
                  <a:pt x="2282069" y="1938434"/>
                  <a:pt x="2268709" y="1940521"/>
                </a:cubicBezTo>
                <a:lnTo>
                  <a:pt x="2264080" y="1941232"/>
                </a:lnTo>
                <a:lnTo>
                  <a:pt x="2254684" y="1943524"/>
                </a:lnTo>
                <a:lnTo>
                  <a:pt x="2252523" y="1943004"/>
                </a:lnTo>
                <a:lnTo>
                  <a:pt x="2173350" y="1929202"/>
                </a:lnTo>
                <a:lnTo>
                  <a:pt x="2155266" y="1920267"/>
                </a:lnTo>
                <a:lnTo>
                  <a:pt x="2091013" y="1914631"/>
                </a:lnTo>
                <a:cubicBezTo>
                  <a:pt x="2033357" y="1920614"/>
                  <a:pt x="2070513" y="1905065"/>
                  <a:pt x="2030712" y="1897690"/>
                </a:cubicBezTo>
                <a:cubicBezTo>
                  <a:pt x="1994539" y="1893055"/>
                  <a:pt x="1958569" y="1883188"/>
                  <a:pt x="1908838" y="1892222"/>
                </a:cubicBezTo>
                <a:cubicBezTo>
                  <a:pt x="1897236" y="1896147"/>
                  <a:pt x="1883338" y="1892415"/>
                  <a:pt x="1877796" y="1883887"/>
                </a:cubicBezTo>
                <a:cubicBezTo>
                  <a:pt x="1876842" y="1882419"/>
                  <a:pt x="1876177" y="1880863"/>
                  <a:pt x="1875824" y="1879265"/>
                </a:cubicBezTo>
                <a:cubicBezTo>
                  <a:pt x="1843474" y="1887199"/>
                  <a:pt x="1841511" y="1873818"/>
                  <a:pt x="1823048" y="1881064"/>
                </a:cubicBezTo>
                <a:cubicBezTo>
                  <a:pt x="1792640" y="1872164"/>
                  <a:pt x="1782358" y="1850450"/>
                  <a:pt x="1765736" y="1856578"/>
                </a:cubicBezTo>
                <a:cubicBezTo>
                  <a:pt x="1753024" y="1849107"/>
                  <a:pt x="1745932" y="1828316"/>
                  <a:pt x="1725669" y="1833744"/>
                </a:cubicBezTo>
                <a:cubicBezTo>
                  <a:pt x="1727428" y="1831405"/>
                  <a:pt x="1726953" y="1830157"/>
                  <a:pt x="1725216" y="1829447"/>
                </a:cubicBezTo>
                <a:lnTo>
                  <a:pt x="1721485" y="1828960"/>
                </a:lnTo>
                <a:lnTo>
                  <a:pt x="1717786" y="1832224"/>
                </a:lnTo>
                <a:cubicBezTo>
                  <a:pt x="1703445" y="1843277"/>
                  <a:pt x="1706547" y="1827935"/>
                  <a:pt x="1689907" y="1825425"/>
                </a:cubicBezTo>
                <a:cubicBezTo>
                  <a:pt x="1682338" y="1823445"/>
                  <a:pt x="1685181" y="1820226"/>
                  <a:pt x="1688093" y="1817391"/>
                </a:cubicBezTo>
                <a:lnTo>
                  <a:pt x="1496789" y="1805297"/>
                </a:lnTo>
                <a:cubicBezTo>
                  <a:pt x="1463551" y="1793913"/>
                  <a:pt x="1426345" y="1786892"/>
                  <a:pt x="1392839" y="1758649"/>
                </a:cubicBezTo>
                <a:cubicBezTo>
                  <a:pt x="1386461" y="1750573"/>
                  <a:pt x="1374031" y="1756918"/>
                  <a:pt x="1360872" y="1752441"/>
                </a:cubicBezTo>
                <a:cubicBezTo>
                  <a:pt x="1347711" y="1747963"/>
                  <a:pt x="1332751" y="1735898"/>
                  <a:pt x="1313885" y="1731785"/>
                </a:cubicBezTo>
                <a:cubicBezTo>
                  <a:pt x="1281989" y="1726305"/>
                  <a:pt x="1256405" y="1739744"/>
                  <a:pt x="1247665" y="1727765"/>
                </a:cubicBezTo>
                <a:cubicBezTo>
                  <a:pt x="1231363" y="1728538"/>
                  <a:pt x="1209120" y="1742556"/>
                  <a:pt x="1196850" y="1729622"/>
                </a:cubicBezTo>
                <a:cubicBezTo>
                  <a:pt x="1195195" y="1740224"/>
                  <a:pt x="1178147" y="1721561"/>
                  <a:pt x="1168728" y="1728550"/>
                </a:cubicBezTo>
                <a:cubicBezTo>
                  <a:pt x="1152073" y="1727193"/>
                  <a:pt x="1122804" y="1725926"/>
                  <a:pt x="1096918" y="1721485"/>
                </a:cubicBezTo>
                <a:lnTo>
                  <a:pt x="1094082" y="1720113"/>
                </a:lnTo>
                <a:lnTo>
                  <a:pt x="1040782" y="1721762"/>
                </a:lnTo>
                <a:cubicBezTo>
                  <a:pt x="987172" y="1722352"/>
                  <a:pt x="1023272" y="1708707"/>
                  <a:pt x="955980" y="1719289"/>
                </a:cubicBezTo>
                <a:cubicBezTo>
                  <a:pt x="948995" y="1714208"/>
                  <a:pt x="940521" y="1713816"/>
                  <a:pt x="926108" y="1715917"/>
                </a:cubicBezTo>
                <a:cubicBezTo>
                  <a:pt x="900077" y="1715834"/>
                  <a:pt x="902688" y="1703436"/>
                  <a:pt x="876049" y="1710422"/>
                </a:cubicBezTo>
                <a:cubicBezTo>
                  <a:pt x="881084" y="1703830"/>
                  <a:pt x="826830" y="1706893"/>
                  <a:pt x="839194" y="1700176"/>
                </a:cubicBezTo>
                <a:cubicBezTo>
                  <a:pt x="822548" y="1693764"/>
                  <a:pt x="813674" y="1703628"/>
                  <a:pt x="797112" y="1698014"/>
                </a:cubicBezTo>
                <a:cubicBezTo>
                  <a:pt x="778195" y="1696418"/>
                  <a:pt x="807647" y="1705364"/>
                  <a:pt x="786610" y="1705455"/>
                </a:cubicBezTo>
                <a:cubicBezTo>
                  <a:pt x="761170" y="1704357"/>
                  <a:pt x="760599" y="1716610"/>
                  <a:pt x="741833" y="1700566"/>
                </a:cubicBezTo>
                <a:lnTo>
                  <a:pt x="673985" y="1692278"/>
                </a:lnTo>
                <a:cubicBezTo>
                  <a:pt x="658515" y="1695829"/>
                  <a:pt x="646395" y="1693620"/>
                  <a:pt x="634665" y="1689550"/>
                </a:cubicBezTo>
                <a:cubicBezTo>
                  <a:pt x="599149" y="1689690"/>
                  <a:pt x="567176" y="1683160"/>
                  <a:pt x="527471" y="1679869"/>
                </a:cubicBezTo>
                <a:cubicBezTo>
                  <a:pt x="484099" y="1683240"/>
                  <a:pt x="462693" y="1671949"/>
                  <a:pt x="420260" y="1668475"/>
                </a:cubicBezTo>
                <a:cubicBezTo>
                  <a:pt x="377482" y="1677390"/>
                  <a:pt x="393500" y="1652730"/>
                  <a:pt x="357630" y="1652142"/>
                </a:cubicBezTo>
                <a:cubicBezTo>
                  <a:pt x="298692" y="1659518"/>
                  <a:pt x="359631" y="1643849"/>
                  <a:pt x="269407" y="1643812"/>
                </a:cubicBezTo>
                <a:cubicBezTo>
                  <a:pt x="264204" y="1645215"/>
                  <a:pt x="253436" y="1643159"/>
                  <a:pt x="254769" y="1641013"/>
                </a:cubicBezTo>
                <a:cubicBezTo>
                  <a:pt x="234996" y="1641090"/>
                  <a:pt x="179093" y="1626583"/>
                  <a:pt x="150763" y="1628143"/>
                </a:cubicBezTo>
                <a:cubicBezTo>
                  <a:pt x="96232" y="1619954"/>
                  <a:pt x="68845" y="1629422"/>
                  <a:pt x="29133" y="1626172"/>
                </a:cubicBezTo>
                <a:lnTo>
                  <a:pt x="0" y="16195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DE80573-C8BE-B85C-2285-3CAB648EC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8675" y="494414"/>
            <a:ext cx="10534650" cy="81740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6FCC5D6-8E4E-C207-FA47-E084A4A70294}"/>
              </a:ext>
            </a:extLst>
          </p:cNvPr>
          <p:cNvSpPr txBox="1"/>
          <p:nvPr/>
        </p:nvSpPr>
        <p:spPr>
          <a:xfrm>
            <a:off x="-877546" y="6460433"/>
            <a:ext cx="8426823" cy="39756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ctr" defTabSz="914400">
              <a:lnSpc>
                <a:spcPct val="90000"/>
              </a:lnSpc>
              <a:spcBef>
                <a:spcPts val="1000"/>
              </a:spcBef>
            </a:pPr>
            <a:r>
              <a: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*Requires "Manage CA" privileges…</a:t>
            </a:r>
          </a:p>
        </p:txBody>
      </p:sp>
      <p:graphicFrame>
        <p:nvGraphicFramePr>
          <p:cNvPr id="8" name="Content Placeholder 7">
            <a:extLst>
              <a:ext uri="{FF2B5EF4-FFF2-40B4-BE49-F238E27FC236}">
                <a16:creationId xmlns:a16="http://schemas.microsoft.com/office/drawing/2014/main" id="{43413BC7-5BD4-46A6-4B7D-A301C6CB207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74713074"/>
              </p:ext>
            </p:extLst>
          </p:nvPr>
        </p:nvGraphicFramePr>
        <p:xfrm>
          <a:off x="1738364" y="2354239"/>
          <a:ext cx="8715273" cy="3948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71219">
                  <a:extLst>
                    <a:ext uri="{9D8B030D-6E8A-4147-A177-3AD203B41FA5}">
                      <a16:colId xmlns:a16="http://schemas.microsoft.com/office/drawing/2014/main" val="1106580050"/>
                    </a:ext>
                  </a:extLst>
                </a:gridCol>
                <a:gridCol w="3544054">
                  <a:extLst>
                    <a:ext uri="{9D8B030D-6E8A-4147-A177-3AD203B41FA5}">
                      <a16:colId xmlns:a16="http://schemas.microsoft.com/office/drawing/2014/main" val="1951009210"/>
                    </a:ext>
                  </a:extLst>
                </a:gridCol>
              </a:tblGrid>
              <a:tr h="386608">
                <a:tc>
                  <a:txBody>
                    <a:bodyPr/>
                    <a:lstStyle/>
                    <a:p>
                      <a:pPr algn="ctr"/>
                      <a:r>
                        <a:rPr lang="en-US" sz="17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Object Type</a:t>
                      </a:r>
                    </a:p>
                  </a:txBody>
                  <a:tcPr marL="87865" marR="87865" marT="43933" marB="43933" anchor="ctr">
                    <a:solidFill>
                      <a:srgbClr val="2E6D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7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Enable / Disable</a:t>
                      </a:r>
                    </a:p>
                  </a:txBody>
                  <a:tcPr marL="87865" marR="87865" marT="43933" marB="43933" anchor="ctr">
                    <a:solidFill>
                      <a:srgbClr val="2E6D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7804125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User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2ECC40"/>
                          </a:solidFill>
                          <a:latin typeface="Consolas"/>
                          <a:cs typeface="Consolas"/>
                        </a:rPr>
                        <a:t>✓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782327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Computer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2ECC40"/>
                          </a:solidFill>
                          <a:latin typeface="Consolas"/>
                          <a:cs typeface="Consolas"/>
                        </a:rPr>
                        <a:t>✓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450082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gMSA / MSA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2ECC40"/>
                          </a:solidFill>
                          <a:latin typeface="Consolas"/>
                          <a:cs typeface="Consolas"/>
                        </a:rPr>
                        <a:t>✓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163559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Group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FF3B3B"/>
                          </a:solidFill>
                          <a:latin typeface="Consolas"/>
                          <a:cs typeface="Consolas"/>
                        </a:rPr>
                        <a:t>✗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0711204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OU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FF3B3B"/>
                          </a:solidFill>
                          <a:latin typeface="Consolas"/>
                          <a:cs typeface="Consolas"/>
                        </a:rPr>
                        <a:t>✗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6638272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GPO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FF3B3B"/>
                          </a:solidFill>
                          <a:latin typeface="Consolas"/>
                          <a:cs typeface="Consolas"/>
                        </a:rPr>
                        <a:t>✗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1534048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Container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FF3B3B"/>
                          </a:solidFill>
                          <a:latin typeface="Consolas"/>
                          <a:cs typeface="Consolas"/>
                        </a:rPr>
                        <a:t>✗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5728446"/>
                  </a:ext>
                </a:extLst>
              </a:tr>
              <a:tr h="445185">
                <a:tc>
                  <a:txBody>
                    <a:bodyPr/>
                    <a:lstStyle/>
                    <a:p>
                      <a:pPr algn="ctr"/>
                      <a:r>
                        <a:rPr lang="en-US" sz="1500" b="1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Certificate Templates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100" b="1">
                          <a:solidFill>
                            <a:srgbClr val="2ECC40"/>
                          </a:solidFill>
                          <a:latin typeface="+mn-lt"/>
                          <a:cs typeface="Consolas"/>
                        </a:rPr>
                        <a:t>✓</a:t>
                      </a:r>
                      <a:r>
                        <a:rPr lang="en-US" sz="2100" b="1">
                          <a:solidFill>
                            <a:schemeClr val="bg1">
                              <a:lumMod val="10000"/>
                              <a:lumOff val="90000"/>
                            </a:schemeClr>
                          </a:solidFill>
                          <a:latin typeface="+mn-lt"/>
                          <a:cs typeface="Consolas"/>
                        </a:rPr>
                        <a:t>*</a:t>
                      </a:r>
                    </a:p>
                  </a:txBody>
                  <a:tcPr marL="87865" marR="87865" marT="43933" marB="43933" anchor="ctr">
                    <a:solidFill>
                      <a:srgbClr val="16243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54327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09271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9751C5D-A298-95E8-D86E-B04D4FEF88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78BA5F19-D5E1-4ECC-BEC2-DF7AEDFD7C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0CC88A9-A661-4C48-866E-8734E51140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EC327A-8193-7E5B-DC27-3A03F400C6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7973" y="393380"/>
            <a:ext cx="7655427" cy="739881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3600"/>
              <a:t>Fast Forward So Far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F82EA4E-8FC3-8E4B-29FA-16A6638A0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83268" y="2337519"/>
            <a:ext cx="3654758" cy="417686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A82658BB-3A8B-72FA-072B-2C9BBAB5AE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04155" y="2669457"/>
            <a:ext cx="5153211" cy="3104809"/>
          </a:xfrm>
          <a:prstGeom prst="rect">
            <a:avLst/>
          </a:prstGeom>
        </p:spPr>
      </p:pic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FDF195F-784B-4D00-8C92-6FC1B0499EA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94358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1E1D277-4452-C224-3358-FD8653FD47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EF8A6F67-40AD-5ECF-A329-F5BF068EAA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28DCD69-B167-FE3B-B29F-D939BC8177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dirty="0"/>
              <a:t>The Dead Are Still Walking</a:t>
            </a:r>
            <a:endParaRPr lang="en-US" sz="8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5B50C04-DDAE-CAB2-A501-94FB48B587D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5314B49-EBD6-AA17-365A-634D1137E8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8103896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0FD1CDD-6732-D8C5-0044-40157555A1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3C54F4CE-85F0-46ED-80DA-9518C9251A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ADD1FCA-8ACB-4958-81DD-4CDD6D3E19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0"/>
            <a:ext cx="5802086" cy="6858000"/>
          </a:xfrm>
          <a:custGeom>
            <a:avLst/>
            <a:gdLst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6695 w 5734864"/>
              <a:gd name="connsiteY13" fmla="*/ 1035077 h 6858000"/>
              <a:gd name="connsiteX14" fmla="*/ 847865 w 5734864"/>
              <a:gd name="connsiteY14" fmla="*/ 1070795 h 6858000"/>
              <a:gd name="connsiteX15" fmla="*/ 862786 w 5734864"/>
              <a:gd name="connsiteY15" fmla="*/ 1238994 h 6858000"/>
              <a:gd name="connsiteX16" fmla="*/ 859345 w 5734864"/>
              <a:gd name="connsiteY16" fmla="*/ 1380427 h 6858000"/>
              <a:gd name="connsiteX17" fmla="*/ 855172 w 5734864"/>
              <a:gd name="connsiteY17" fmla="*/ 1435262 h 6858000"/>
              <a:gd name="connsiteX18" fmla="*/ 860494 w 5734864"/>
              <a:gd name="connsiteY18" fmla="*/ 1453861 h 6858000"/>
              <a:gd name="connsiteX19" fmla="*/ 853731 w 5734864"/>
              <a:gd name="connsiteY19" fmla="*/ 1467047 h 6858000"/>
              <a:gd name="connsiteX20" fmla="*/ 845847 w 5734864"/>
              <a:gd name="connsiteY20" fmla="*/ 1502307 h 6858000"/>
              <a:gd name="connsiteX21" fmla="*/ 817613 w 5734864"/>
              <a:gd name="connsiteY21" fmla="*/ 1565166 h 6858000"/>
              <a:gd name="connsiteX22" fmla="*/ 804223 w 5734864"/>
              <a:gd name="connsiteY22" fmla="*/ 1601941 h 6858000"/>
              <a:gd name="connsiteX23" fmla="*/ 791773 w 5734864"/>
              <a:gd name="connsiteY23" fmla="*/ 1627005 h 6858000"/>
              <a:gd name="connsiteX24" fmla="*/ 774645 w 5734864"/>
              <a:gd name="connsiteY24" fmla="*/ 1699922 h 6858000"/>
              <a:gd name="connsiteX25" fmla="*/ 752343 w 5734864"/>
              <a:gd name="connsiteY25" fmla="*/ 1824604 h 6858000"/>
              <a:gd name="connsiteX26" fmla="*/ 746254 w 5734864"/>
              <a:gd name="connsiteY26" fmla="*/ 1850222 h 6858000"/>
              <a:gd name="connsiteX27" fmla="*/ 728600 w 5734864"/>
              <a:gd name="connsiteY27" fmla="*/ 1869603 h 6858000"/>
              <a:gd name="connsiteX28" fmla="*/ 724396 w 5734864"/>
              <a:gd name="connsiteY28" fmla="*/ 1883104 h 6858000"/>
              <a:gd name="connsiteX29" fmla="*/ 722165 w 5734864"/>
              <a:gd name="connsiteY29" fmla="*/ 1885924 h 6858000"/>
              <a:gd name="connsiteX30" fmla="*/ 721338 w 5734864"/>
              <a:gd name="connsiteY30" fmla="*/ 1887123 h 6858000"/>
              <a:gd name="connsiteX31" fmla="*/ 714840 w 5734864"/>
              <a:gd name="connsiteY31" fmla="*/ 1902274 h 6858000"/>
              <a:gd name="connsiteX32" fmla="*/ 722847 w 5734864"/>
              <a:gd name="connsiteY32" fmla="*/ 1929891 h 6858000"/>
              <a:gd name="connsiteX33" fmla="*/ 719647 w 5734864"/>
              <a:gd name="connsiteY33" fmla="*/ 1936120 h 6858000"/>
              <a:gd name="connsiteX34" fmla="*/ 714660 w 5734864"/>
              <a:gd name="connsiteY34" fmla="*/ 1982709 h 6858000"/>
              <a:gd name="connsiteX35" fmla="*/ 710759 w 5734864"/>
              <a:gd name="connsiteY35" fmla="*/ 2013010 h 6858000"/>
              <a:gd name="connsiteX36" fmla="*/ 697927 w 5734864"/>
              <a:gd name="connsiteY36" fmla="*/ 2069833 h 6858000"/>
              <a:gd name="connsiteX37" fmla="*/ 693594 w 5734864"/>
              <a:gd name="connsiteY37" fmla="*/ 2103731 h 6858000"/>
              <a:gd name="connsiteX38" fmla="*/ 691109 w 5734864"/>
              <a:gd name="connsiteY38" fmla="*/ 2124027 h 6858000"/>
              <a:gd name="connsiteX39" fmla="*/ 676593 w 5734864"/>
              <a:gd name="connsiteY39" fmla="*/ 2176182 h 6858000"/>
              <a:gd name="connsiteX40" fmla="*/ 633227 w 5734864"/>
              <a:gd name="connsiteY40" fmla="*/ 2258036 h 6858000"/>
              <a:gd name="connsiteX41" fmla="*/ 625564 w 5734864"/>
              <a:gd name="connsiteY41" fmla="*/ 2284567 h 6858000"/>
              <a:gd name="connsiteX42" fmla="*/ 627074 w 5734864"/>
              <a:gd name="connsiteY42" fmla="*/ 2289605 h 6858000"/>
              <a:gd name="connsiteX43" fmla="*/ 614574 w 5734864"/>
              <a:gd name="connsiteY43" fmla="*/ 2308717 h 6858000"/>
              <a:gd name="connsiteX44" fmla="*/ 606890 w 5734864"/>
              <a:gd name="connsiteY44" fmla="*/ 2320662 h 6858000"/>
              <a:gd name="connsiteX45" fmla="*/ 605558 w 5734864"/>
              <a:gd name="connsiteY45" fmla="*/ 2327897 h 6858000"/>
              <a:gd name="connsiteX46" fmla="*/ 602202 w 5734864"/>
              <a:gd name="connsiteY46" fmla="*/ 2357749 h 6858000"/>
              <a:gd name="connsiteX47" fmla="*/ 600213 w 5734864"/>
              <a:gd name="connsiteY47" fmla="*/ 2364905 h 6858000"/>
              <a:gd name="connsiteX48" fmla="*/ 597160 w 5734864"/>
              <a:gd name="connsiteY48" fmla="*/ 2388351 h 6858000"/>
              <a:gd name="connsiteX49" fmla="*/ 597982 w 5734864"/>
              <a:gd name="connsiteY49" fmla="*/ 2402296 h 6858000"/>
              <a:gd name="connsiteX50" fmla="*/ 593150 w 5734864"/>
              <a:gd name="connsiteY50" fmla="*/ 2420015 h 6858000"/>
              <a:gd name="connsiteX51" fmla="*/ 592833 w 5734864"/>
              <a:gd name="connsiteY51" fmla="*/ 2422749 h 6858000"/>
              <a:gd name="connsiteX52" fmla="*/ 594479 w 5734864"/>
              <a:gd name="connsiteY52" fmla="*/ 2426002 h 6858000"/>
              <a:gd name="connsiteX53" fmla="*/ 591963 w 5734864"/>
              <a:gd name="connsiteY53" fmla="*/ 2431950 h 6858000"/>
              <a:gd name="connsiteX54" fmla="*/ 591544 w 5734864"/>
              <a:gd name="connsiteY54" fmla="*/ 2433897 h 6858000"/>
              <a:gd name="connsiteX55" fmla="*/ 589519 w 5734864"/>
              <a:gd name="connsiteY55" fmla="*/ 2451398 h 6858000"/>
              <a:gd name="connsiteX56" fmla="*/ 590037 w 5734864"/>
              <a:gd name="connsiteY56" fmla="*/ 2455536 h 6858000"/>
              <a:gd name="connsiteX57" fmla="*/ 588179 w 5734864"/>
              <a:gd name="connsiteY57" fmla="*/ 2462981 h 6858000"/>
              <a:gd name="connsiteX58" fmla="*/ 583434 w 5734864"/>
              <a:gd name="connsiteY58" fmla="*/ 2503991 h 6858000"/>
              <a:gd name="connsiteX59" fmla="*/ 567942 w 5734864"/>
              <a:gd name="connsiteY59" fmla="*/ 2652936 h 6858000"/>
              <a:gd name="connsiteX60" fmla="*/ 573869 w 5734864"/>
              <a:gd name="connsiteY60" fmla="*/ 2670188 h 6858000"/>
              <a:gd name="connsiteX61" fmla="*/ 575243 w 5734864"/>
              <a:gd name="connsiteY61" fmla="*/ 2688114 h 6858000"/>
              <a:gd name="connsiteX62" fmla="*/ 573824 w 5734864"/>
              <a:gd name="connsiteY62" fmla="*/ 2689856 h 6858000"/>
              <a:gd name="connsiteX63" fmla="*/ 570699 w 5734864"/>
              <a:gd name="connsiteY63" fmla="*/ 2709353 h 6858000"/>
              <a:gd name="connsiteX64" fmla="*/ 573192 w 5734864"/>
              <a:gd name="connsiteY64" fmla="*/ 2714527 h 6858000"/>
              <a:gd name="connsiteX65" fmla="*/ 572044 w 5734864"/>
              <a:gd name="connsiteY65" fmla="*/ 2728187 h 6858000"/>
              <a:gd name="connsiteX66" fmla="*/ 572465 w 5734864"/>
              <a:gd name="connsiteY66" fmla="*/ 2755863 h 6858000"/>
              <a:gd name="connsiteX67" fmla="*/ 570028 w 5734864"/>
              <a:gd name="connsiteY67" fmla="*/ 2760324 h 6858000"/>
              <a:gd name="connsiteX68" fmla="*/ 566748 w 5734864"/>
              <a:gd name="connsiteY68" fmla="*/ 2800948 h 6858000"/>
              <a:gd name="connsiteX69" fmla="*/ 565509 w 5734864"/>
              <a:gd name="connsiteY69" fmla="*/ 2801167 h 6858000"/>
              <a:gd name="connsiteX70" fmla="*/ 559367 w 5734864"/>
              <a:gd name="connsiteY70" fmla="*/ 2811129 h 6858000"/>
              <a:gd name="connsiteX71" fmla="*/ 550354 w 5734864"/>
              <a:gd name="connsiteY71" fmla="*/ 2830949 h 6858000"/>
              <a:gd name="connsiteX72" fmla="*/ 514795 w 5734864"/>
              <a:gd name="connsiteY72" fmla="*/ 2872433 h 6858000"/>
              <a:gd name="connsiteX73" fmla="*/ 509875 w 5734864"/>
              <a:gd name="connsiteY73" fmla="*/ 2923099 h 6858000"/>
              <a:gd name="connsiteX74" fmla="*/ 509577 w 5734864"/>
              <a:gd name="connsiteY74" fmla="*/ 2923197 h 6858000"/>
              <a:gd name="connsiteX75" fmla="*/ 507597 w 5734864"/>
              <a:gd name="connsiteY75" fmla="*/ 2931868 h 6858000"/>
              <a:gd name="connsiteX76" fmla="*/ 507379 w 5734864"/>
              <a:gd name="connsiteY76" fmla="*/ 2938322 h 6858000"/>
              <a:gd name="connsiteX77" fmla="*/ 504725 w 5734864"/>
              <a:gd name="connsiteY77" fmla="*/ 2954519 h 6858000"/>
              <a:gd name="connsiteX78" fmla="*/ 502018 w 5734864"/>
              <a:gd name="connsiteY78" fmla="*/ 2959643 h 6858000"/>
              <a:gd name="connsiteX79" fmla="*/ 498360 w 5734864"/>
              <a:gd name="connsiteY79" fmla="*/ 2961019 h 6858000"/>
              <a:gd name="connsiteX80" fmla="*/ 498483 w 5734864"/>
              <a:gd name="connsiteY80" fmla="*/ 2962590 h 6858000"/>
              <a:gd name="connsiteX81" fmla="*/ 484403 w 5734864"/>
              <a:gd name="connsiteY81" fmla="*/ 2990538 h 6858000"/>
              <a:gd name="connsiteX82" fmla="*/ 463075 w 5734864"/>
              <a:gd name="connsiteY82" fmla="*/ 3055956 h 6858000"/>
              <a:gd name="connsiteX83" fmla="*/ 455013 w 5734864"/>
              <a:gd name="connsiteY83" fmla="*/ 3094482 h 6858000"/>
              <a:gd name="connsiteX84" fmla="*/ 428391 w 5734864"/>
              <a:gd name="connsiteY84" fmla="*/ 3198850 h 6858000"/>
              <a:gd name="connsiteX85" fmla="*/ 401440 w 5734864"/>
              <a:gd name="connsiteY85" fmla="*/ 3307560 h 6858000"/>
              <a:gd name="connsiteX86" fmla="*/ 386076 w 5734864"/>
              <a:gd name="connsiteY86" fmla="*/ 3373943 h 6858000"/>
              <a:gd name="connsiteX87" fmla="*/ 374726 w 5734864"/>
              <a:gd name="connsiteY87" fmla="*/ 3381364 h 6858000"/>
              <a:gd name="connsiteX88" fmla="*/ 369145 w 5734864"/>
              <a:gd name="connsiteY88" fmla="*/ 3383729 h 6858000"/>
              <a:gd name="connsiteX89" fmla="*/ 364294 w 5734864"/>
              <a:gd name="connsiteY89" fmla="*/ 3414159 h 6858000"/>
              <a:gd name="connsiteX90" fmla="*/ 366450 w 5734864"/>
              <a:gd name="connsiteY90" fmla="*/ 3436925 h 6858000"/>
              <a:gd name="connsiteX91" fmla="*/ 351743 w 5734864"/>
              <a:gd name="connsiteY91" fmla="*/ 3521619 h 6858000"/>
              <a:gd name="connsiteX92" fmla="*/ 345784 w 5734864"/>
              <a:gd name="connsiteY92" fmla="*/ 3603757 h 6858000"/>
              <a:gd name="connsiteX93" fmla="*/ 344198 w 5734864"/>
              <a:gd name="connsiteY93" fmla="*/ 3652424 h 6858000"/>
              <a:gd name="connsiteX94" fmla="*/ 352450 w 5734864"/>
              <a:gd name="connsiteY94" fmla="*/ 3665222 h 6858000"/>
              <a:gd name="connsiteX95" fmla="*/ 342621 w 5734864"/>
              <a:gd name="connsiteY95" fmla="*/ 3700804 h 6858000"/>
              <a:gd name="connsiteX96" fmla="*/ 341514 w 5734864"/>
              <a:gd name="connsiteY96" fmla="*/ 3734774 h 6858000"/>
              <a:gd name="connsiteX97" fmla="*/ 340607 w 5734864"/>
              <a:gd name="connsiteY97" fmla="*/ 3785153 h 6858000"/>
              <a:gd name="connsiteX98" fmla="*/ 340707 w 5734864"/>
              <a:gd name="connsiteY98" fmla="*/ 3788177 h 6858000"/>
              <a:gd name="connsiteX99" fmla="*/ 340361 w 5734864"/>
              <a:gd name="connsiteY99" fmla="*/ 3798803 h 6858000"/>
              <a:gd name="connsiteX100" fmla="*/ 339642 w 5734864"/>
              <a:gd name="connsiteY100" fmla="*/ 3838750 h 6858000"/>
              <a:gd name="connsiteX101" fmla="*/ 360295 w 5734864"/>
              <a:gd name="connsiteY101" fmla="*/ 4015196 h 6858000"/>
              <a:gd name="connsiteX102" fmla="*/ 339043 w 5734864"/>
              <a:gd name="connsiteY102" fmla="*/ 4052778 h 6858000"/>
              <a:gd name="connsiteX103" fmla="*/ 339343 w 5734864"/>
              <a:gd name="connsiteY103" fmla="*/ 4096257 h 6858000"/>
              <a:gd name="connsiteX104" fmla="*/ 340786 w 5734864"/>
              <a:gd name="connsiteY104" fmla="*/ 4321136 h 6858000"/>
              <a:gd name="connsiteX105" fmla="*/ 343158 w 5734864"/>
              <a:gd name="connsiteY105" fmla="*/ 4429174 h 6858000"/>
              <a:gd name="connsiteX106" fmla="*/ 334599 w 5734864"/>
              <a:gd name="connsiteY106" fmla="*/ 4449938 h 6858000"/>
              <a:gd name="connsiteX107" fmla="*/ 332890 w 5734864"/>
              <a:gd name="connsiteY107" fmla="*/ 4453515 h 6858000"/>
              <a:gd name="connsiteX108" fmla="*/ 331105 w 5734864"/>
              <a:gd name="connsiteY108" fmla="*/ 4467941 h 6858000"/>
              <a:gd name="connsiteX109" fmla="*/ 324289 w 5734864"/>
              <a:gd name="connsiteY109" fmla="*/ 4471861 h 6858000"/>
              <a:gd name="connsiteX110" fmla="*/ 317079 w 5734864"/>
              <a:gd name="connsiteY110" fmla="*/ 4493468 h 6858000"/>
              <a:gd name="connsiteX111" fmla="*/ 315557 w 5734864"/>
              <a:gd name="connsiteY111" fmla="*/ 4520067 h 6858000"/>
              <a:gd name="connsiteX112" fmla="*/ 315240 w 5734864"/>
              <a:gd name="connsiteY112" fmla="*/ 4536872 h 6858000"/>
              <a:gd name="connsiteX113" fmla="*/ 316200 w 5734864"/>
              <a:gd name="connsiteY113" fmla="*/ 4538297 h 6858000"/>
              <a:gd name="connsiteX114" fmla="*/ 317507 w 5734864"/>
              <a:gd name="connsiteY114" fmla="*/ 4547582 h 6858000"/>
              <a:gd name="connsiteX115" fmla="*/ 323078 w 5734864"/>
              <a:gd name="connsiteY115" fmla="*/ 4592102 h 6858000"/>
              <a:gd name="connsiteX116" fmla="*/ 328722 w 5734864"/>
              <a:gd name="connsiteY116" fmla="*/ 4667914 h 6858000"/>
              <a:gd name="connsiteX117" fmla="*/ 335597 w 5734864"/>
              <a:gd name="connsiteY117" fmla="*/ 4695035 h 6858000"/>
              <a:gd name="connsiteX118" fmla="*/ 339485 w 5734864"/>
              <a:gd name="connsiteY118" fmla="*/ 4695979 h 6858000"/>
              <a:gd name="connsiteX119" fmla="*/ 341089 w 5734864"/>
              <a:gd name="connsiteY119" fmla="*/ 4704268 h 6858000"/>
              <a:gd name="connsiteX120" fmla="*/ 342177 w 5734864"/>
              <a:gd name="connsiteY120" fmla="*/ 4706060 h 6858000"/>
              <a:gd name="connsiteX121" fmla="*/ 347751 w 5734864"/>
              <a:gd name="connsiteY121" fmla="*/ 4716754 h 6858000"/>
              <a:gd name="connsiteX122" fmla="*/ 344125 w 5734864"/>
              <a:gd name="connsiteY122" fmla="*/ 4764669 h 6858000"/>
              <a:gd name="connsiteX123" fmla="*/ 340188 w 5734864"/>
              <a:gd name="connsiteY123" fmla="*/ 4779386 h 6858000"/>
              <a:gd name="connsiteX124" fmla="*/ 335146 w 5734864"/>
              <a:gd name="connsiteY124" fmla="*/ 4787491 h 6858000"/>
              <a:gd name="connsiteX125" fmla="*/ 319124 w 5734864"/>
              <a:gd name="connsiteY125" fmla="*/ 4843514 h 6858000"/>
              <a:gd name="connsiteX126" fmla="*/ 305956 w 5734864"/>
              <a:gd name="connsiteY126" fmla="*/ 4881505 h 6858000"/>
              <a:gd name="connsiteX127" fmla="*/ 301062 w 5734864"/>
              <a:gd name="connsiteY127" fmla="*/ 4889332 h 6858000"/>
              <a:gd name="connsiteX128" fmla="*/ 302141 w 5734864"/>
              <a:gd name="connsiteY128" fmla="*/ 4899400 h 6858000"/>
              <a:gd name="connsiteX129" fmla="*/ 304424 w 5734864"/>
              <a:gd name="connsiteY129" fmla="*/ 4902664 h 6858000"/>
              <a:gd name="connsiteX130" fmla="*/ 293123 w 5734864"/>
              <a:gd name="connsiteY130" fmla="*/ 4932769 h 6858000"/>
              <a:gd name="connsiteX131" fmla="*/ 292275 w 5734864"/>
              <a:gd name="connsiteY131" fmla="*/ 4936482 h 6858000"/>
              <a:gd name="connsiteX132" fmla="*/ 288304 w 5734864"/>
              <a:gd name="connsiteY132" fmla="*/ 4962325 h 6858000"/>
              <a:gd name="connsiteX133" fmla="*/ 287420 w 5734864"/>
              <a:gd name="connsiteY133" fmla="*/ 5042193 h 6858000"/>
              <a:gd name="connsiteX134" fmla="*/ 287020 w 5734864"/>
              <a:gd name="connsiteY134" fmla="*/ 5065655 h 6858000"/>
              <a:gd name="connsiteX135" fmla="*/ 288488 w 5734864"/>
              <a:gd name="connsiteY135" fmla="*/ 5082216 h 6858000"/>
              <a:gd name="connsiteX136" fmla="*/ 282763 w 5734864"/>
              <a:gd name="connsiteY136" fmla="*/ 5127114 h 6858000"/>
              <a:gd name="connsiteX137" fmla="*/ 269316 w 5734864"/>
              <a:gd name="connsiteY137" fmla="*/ 5202682 h 6858000"/>
              <a:gd name="connsiteX138" fmla="*/ 269174 w 5734864"/>
              <a:gd name="connsiteY138" fmla="*/ 5230835 h 6858000"/>
              <a:gd name="connsiteX139" fmla="*/ 272679 w 5734864"/>
              <a:gd name="connsiteY139" fmla="*/ 5232660 h 6858000"/>
              <a:gd name="connsiteX140" fmla="*/ 272160 w 5734864"/>
              <a:gd name="connsiteY140" fmla="*/ 5241150 h 6858000"/>
              <a:gd name="connsiteX141" fmla="*/ 272760 w 5734864"/>
              <a:gd name="connsiteY141" fmla="*/ 5243156 h 6858000"/>
              <a:gd name="connsiteX142" fmla="*/ 275462 w 5734864"/>
              <a:gd name="connsiteY142" fmla="*/ 5254919 h 6858000"/>
              <a:gd name="connsiteX143" fmla="*/ 262897 w 5734864"/>
              <a:gd name="connsiteY143" fmla="*/ 5286259 h 6858000"/>
              <a:gd name="connsiteX144" fmla="*/ 252761 w 5734864"/>
              <a:gd name="connsiteY144" fmla="*/ 5357801 h 6858000"/>
              <a:gd name="connsiteX145" fmla="*/ 242360 w 5734864"/>
              <a:gd name="connsiteY145" fmla="*/ 5460080 h 6858000"/>
              <a:gd name="connsiteX146" fmla="*/ 229880 w 5734864"/>
              <a:gd name="connsiteY146" fmla="*/ 5539714 h 6858000"/>
              <a:gd name="connsiteX147" fmla="*/ 204283 w 5734864"/>
              <a:gd name="connsiteY147" fmla="*/ 5639080 h 6858000"/>
              <a:gd name="connsiteX148" fmla="*/ 198948 w 5734864"/>
              <a:gd name="connsiteY148" fmla="*/ 5710958 h 6858000"/>
              <a:gd name="connsiteX149" fmla="*/ 192367 w 5734864"/>
              <a:gd name="connsiteY149" fmla="*/ 5719859 h 6858000"/>
              <a:gd name="connsiteX150" fmla="*/ 188035 w 5734864"/>
              <a:gd name="connsiteY150" fmla="*/ 5729935 h 6858000"/>
              <a:gd name="connsiteX151" fmla="*/ 188428 w 5734864"/>
              <a:gd name="connsiteY151" fmla="*/ 5731182 h 6858000"/>
              <a:gd name="connsiteX152" fmla="*/ 181635 w 5734864"/>
              <a:gd name="connsiteY152" fmla="*/ 5753538 h 6858000"/>
              <a:gd name="connsiteX153" fmla="*/ 169744 w 5734864"/>
              <a:gd name="connsiteY153" fmla="*/ 5796307 h 6858000"/>
              <a:gd name="connsiteX154" fmla="*/ 170351 w 5734864"/>
              <a:gd name="connsiteY154" fmla="*/ 5796644 h 6858000"/>
              <a:gd name="connsiteX155" fmla="*/ 171559 w 5734864"/>
              <a:gd name="connsiteY155" fmla="*/ 5803435 h 6858000"/>
              <a:gd name="connsiteX156" fmla="*/ 172284 w 5734864"/>
              <a:gd name="connsiteY156" fmla="*/ 5816391 h 6858000"/>
              <a:gd name="connsiteX157" fmla="*/ 182542 w 5734864"/>
              <a:gd name="connsiteY157" fmla="*/ 5846382 h 6858000"/>
              <a:gd name="connsiteX158" fmla="*/ 175877 w 5734864"/>
              <a:gd name="connsiteY158" fmla="*/ 5871336 h 6858000"/>
              <a:gd name="connsiteX159" fmla="*/ 174910 w 5734864"/>
              <a:gd name="connsiteY159" fmla="*/ 5876376 h 6858000"/>
              <a:gd name="connsiteX160" fmla="*/ 175047 w 5734864"/>
              <a:gd name="connsiteY160" fmla="*/ 5876483 h 6858000"/>
              <a:gd name="connsiteX161" fmla="*/ 174335 w 5734864"/>
              <a:gd name="connsiteY161" fmla="*/ 5881814 h 6858000"/>
              <a:gd name="connsiteX162" fmla="*/ 171273 w 5734864"/>
              <a:gd name="connsiteY162" fmla="*/ 5895339 h 6858000"/>
              <a:gd name="connsiteX163" fmla="*/ 171658 w 5734864"/>
              <a:gd name="connsiteY163" fmla="*/ 5898749 h 6858000"/>
              <a:gd name="connsiteX164" fmla="*/ 174658 w 5734864"/>
              <a:gd name="connsiteY164" fmla="*/ 5919558 h 6858000"/>
              <a:gd name="connsiteX165" fmla="*/ 169099 w 5734864"/>
              <a:gd name="connsiteY165" fmla="*/ 5984417 h 6858000"/>
              <a:gd name="connsiteX166" fmla="*/ 162007 w 5734864"/>
              <a:gd name="connsiteY166" fmla="*/ 6049043 h 6858000"/>
              <a:gd name="connsiteX167" fmla="*/ 156875 w 5734864"/>
              <a:gd name="connsiteY167" fmla="*/ 6114000 h 6858000"/>
              <a:gd name="connsiteX168" fmla="*/ 165441 w 5734864"/>
              <a:gd name="connsiteY168" fmla="*/ 6146938 h 6858000"/>
              <a:gd name="connsiteX169" fmla="*/ 165177 w 5734864"/>
              <a:gd name="connsiteY169" fmla="*/ 6150658 h 6858000"/>
              <a:gd name="connsiteX170" fmla="*/ 161772 w 5734864"/>
              <a:gd name="connsiteY170" fmla="*/ 6160011 h 6858000"/>
              <a:gd name="connsiteX171" fmla="*/ 160051 w 5734864"/>
              <a:gd name="connsiteY171" fmla="*/ 6163393 h 6858000"/>
              <a:gd name="connsiteX172" fmla="*/ 158473 w 5734864"/>
              <a:gd name="connsiteY172" fmla="*/ 6168628 h 6858000"/>
              <a:gd name="connsiteX173" fmla="*/ 158573 w 5734864"/>
              <a:gd name="connsiteY173" fmla="*/ 6168799 h 6858000"/>
              <a:gd name="connsiteX174" fmla="*/ 146463 w 5734864"/>
              <a:gd name="connsiteY174" fmla="*/ 6196671 h 6858000"/>
              <a:gd name="connsiteX175" fmla="*/ 150209 w 5734864"/>
              <a:gd name="connsiteY175" fmla="*/ 6232365 h 6858000"/>
              <a:gd name="connsiteX176" fmla="*/ 148544 w 5734864"/>
              <a:gd name="connsiteY176" fmla="*/ 6246162 h 6858000"/>
              <a:gd name="connsiteX177" fmla="*/ 148403 w 5734864"/>
              <a:gd name="connsiteY177" fmla="*/ 6253754 h 6858000"/>
              <a:gd name="connsiteX178" fmla="*/ 138880 w 5734864"/>
              <a:gd name="connsiteY178" fmla="*/ 6276449 h 6858000"/>
              <a:gd name="connsiteX179" fmla="*/ 138683 w 5734864"/>
              <a:gd name="connsiteY179" fmla="*/ 6279721 h 6858000"/>
              <a:gd name="connsiteX180" fmla="*/ 130721 w 5734864"/>
              <a:gd name="connsiteY180" fmla="*/ 6293675 h 6858000"/>
              <a:gd name="connsiteX181" fmla="*/ 120717 w 5734864"/>
              <a:gd name="connsiteY181" fmla="*/ 6313967 h 6858000"/>
              <a:gd name="connsiteX182" fmla="*/ 120841 w 5734864"/>
              <a:gd name="connsiteY182" fmla="*/ 6315437 h 6858000"/>
              <a:gd name="connsiteX183" fmla="*/ 115208 w 5734864"/>
              <a:gd name="connsiteY183" fmla="*/ 6324024 h 6858000"/>
              <a:gd name="connsiteX184" fmla="*/ 101217 w 5734864"/>
              <a:gd name="connsiteY184" fmla="*/ 6365923 h 6858000"/>
              <a:gd name="connsiteX185" fmla="*/ 74946 w 5734864"/>
              <a:gd name="connsiteY185" fmla="*/ 6556817 h 6858000"/>
              <a:gd name="connsiteX186" fmla="*/ 16001 w 5734864"/>
              <a:gd name="connsiteY186" fmla="*/ 6808678 h 6858000"/>
              <a:gd name="connsiteX187" fmla="*/ 0 w 5734864"/>
              <a:gd name="connsiteY187" fmla="*/ 6858000 h 6858000"/>
              <a:gd name="connsiteX188" fmla="*/ 5734864 w 5734864"/>
              <a:gd name="connsiteY188" fmla="*/ 6858000 h 6858000"/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6695 w 5734864"/>
              <a:gd name="connsiteY13" fmla="*/ 1035077 h 6858000"/>
              <a:gd name="connsiteX14" fmla="*/ 847865 w 5734864"/>
              <a:gd name="connsiteY14" fmla="*/ 1070795 h 6858000"/>
              <a:gd name="connsiteX15" fmla="*/ 862786 w 5734864"/>
              <a:gd name="connsiteY15" fmla="*/ 1238994 h 6858000"/>
              <a:gd name="connsiteX16" fmla="*/ 859345 w 5734864"/>
              <a:gd name="connsiteY16" fmla="*/ 1380427 h 6858000"/>
              <a:gd name="connsiteX17" fmla="*/ 855172 w 5734864"/>
              <a:gd name="connsiteY17" fmla="*/ 1435262 h 6858000"/>
              <a:gd name="connsiteX18" fmla="*/ 860494 w 5734864"/>
              <a:gd name="connsiteY18" fmla="*/ 1453861 h 6858000"/>
              <a:gd name="connsiteX19" fmla="*/ 853731 w 5734864"/>
              <a:gd name="connsiteY19" fmla="*/ 1467047 h 6858000"/>
              <a:gd name="connsiteX20" fmla="*/ 845847 w 5734864"/>
              <a:gd name="connsiteY20" fmla="*/ 1502307 h 6858000"/>
              <a:gd name="connsiteX21" fmla="*/ 817613 w 5734864"/>
              <a:gd name="connsiteY21" fmla="*/ 1565166 h 6858000"/>
              <a:gd name="connsiteX22" fmla="*/ 804223 w 5734864"/>
              <a:gd name="connsiteY22" fmla="*/ 1601941 h 6858000"/>
              <a:gd name="connsiteX23" fmla="*/ 791773 w 5734864"/>
              <a:gd name="connsiteY23" fmla="*/ 1627005 h 6858000"/>
              <a:gd name="connsiteX24" fmla="*/ 774645 w 5734864"/>
              <a:gd name="connsiteY24" fmla="*/ 1699922 h 6858000"/>
              <a:gd name="connsiteX25" fmla="*/ 752343 w 5734864"/>
              <a:gd name="connsiteY25" fmla="*/ 1824604 h 6858000"/>
              <a:gd name="connsiteX26" fmla="*/ 746254 w 5734864"/>
              <a:gd name="connsiteY26" fmla="*/ 1850222 h 6858000"/>
              <a:gd name="connsiteX27" fmla="*/ 728600 w 5734864"/>
              <a:gd name="connsiteY27" fmla="*/ 1869603 h 6858000"/>
              <a:gd name="connsiteX28" fmla="*/ 724396 w 5734864"/>
              <a:gd name="connsiteY28" fmla="*/ 1883104 h 6858000"/>
              <a:gd name="connsiteX29" fmla="*/ 722165 w 5734864"/>
              <a:gd name="connsiteY29" fmla="*/ 1885924 h 6858000"/>
              <a:gd name="connsiteX30" fmla="*/ 721338 w 5734864"/>
              <a:gd name="connsiteY30" fmla="*/ 1887123 h 6858000"/>
              <a:gd name="connsiteX31" fmla="*/ 714840 w 5734864"/>
              <a:gd name="connsiteY31" fmla="*/ 1902274 h 6858000"/>
              <a:gd name="connsiteX32" fmla="*/ 722847 w 5734864"/>
              <a:gd name="connsiteY32" fmla="*/ 1929891 h 6858000"/>
              <a:gd name="connsiteX33" fmla="*/ 714660 w 5734864"/>
              <a:gd name="connsiteY33" fmla="*/ 1982709 h 6858000"/>
              <a:gd name="connsiteX34" fmla="*/ 710759 w 5734864"/>
              <a:gd name="connsiteY34" fmla="*/ 2013010 h 6858000"/>
              <a:gd name="connsiteX35" fmla="*/ 697927 w 5734864"/>
              <a:gd name="connsiteY35" fmla="*/ 2069833 h 6858000"/>
              <a:gd name="connsiteX36" fmla="*/ 693594 w 5734864"/>
              <a:gd name="connsiteY36" fmla="*/ 2103731 h 6858000"/>
              <a:gd name="connsiteX37" fmla="*/ 691109 w 5734864"/>
              <a:gd name="connsiteY37" fmla="*/ 2124027 h 6858000"/>
              <a:gd name="connsiteX38" fmla="*/ 676593 w 5734864"/>
              <a:gd name="connsiteY38" fmla="*/ 2176182 h 6858000"/>
              <a:gd name="connsiteX39" fmla="*/ 633227 w 5734864"/>
              <a:gd name="connsiteY39" fmla="*/ 2258036 h 6858000"/>
              <a:gd name="connsiteX40" fmla="*/ 625564 w 5734864"/>
              <a:gd name="connsiteY40" fmla="*/ 2284567 h 6858000"/>
              <a:gd name="connsiteX41" fmla="*/ 627074 w 5734864"/>
              <a:gd name="connsiteY41" fmla="*/ 2289605 h 6858000"/>
              <a:gd name="connsiteX42" fmla="*/ 614574 w 5734864"/>
              <a:gd name="connsiteY42" fmla="*/ 2308717 h 6858000"/>
              <a:gd name="connsiteX43" fmla="*/ 606890 w 5734864"/>
              <a:gd name="connsiteY43" fmla="*/ 2320662 h 6858000"/>
              <a:gd name="connsiteX44" fmla="*/ 605558 w 5734864"/>
              <a:gd name="connsiteY44" fmla="*/ 2327897 h 6858000"/>
              <a:gd name="connsiteX45" fmla="*/ 602202 w 5734864"/>
              <a:gd name="connsiteY45" fmla="*/ 2357749 h 6858000"/>
              <a:gd name="connsiteX46" fmla="*/ 600213 w 5734864"/>
              <a:gd name="connsiteY46" fmla="*/ 2364905 h 6858000"/>
              <a:gd name="connsiteX47" fmla="*/ 597160 w 5734864"/>
              <a:gd name="connsiteY47" fmla="*/ 2388351 h 6858000"/>
              <a:gd name="connsiteX48" fmla="*/ 597982 w 5734864"/>
              <a:gd name="connsiteY48" fmla="*/ 2402296 h 6858000"/>
              <a:gd name="connsiteX49" fmla="*/ 593150 w 5734864"/>
              <a:gd name="connsiteY49" fmla="*/ 2420015 h 6858000"/>
              <a:gd name="connsiteX50" fmla="*/ 592833 w 5734864"/>
              <a:gd name="connsiteY50" fmla="*/ 2422749 h 6858000"/>
              <a:gd name="connsiteX51" fmla="*/ 594479 w 5734864"/>
              <a:gd name="connsiteY51" fmla="*/ 2426002 h 6858000"/>
              <a:gd name="connsiteX52" fmla="*/ 591963 w 5734864"/>
              <a:gd name="connsiteY52" fmla="*/ 2431950 h 6858000"/>
              <a:gd name="connsiteX53" fmla="*/ 591544 w 5734864"/>
              <a:gd name="connsiteY53" fmla="*/ 2433897 h 6858000"/>
              <a:gd name="connsiteX54" fmla="*/ 589519 w 5734864"/>
              <a:gd name="connsiteY54" fmla="*/ 2451398 h 6858000"/>
              <a:gd name="connsiteX55" fmla="*/ 590037 w 5734864"/>
              <a:gd name="connsiteY55" fmla="*/ 2455536 h 6858000"/>
              <a:gd name="connsiteX56" fmla="*/ 588179 w 5734864"/>
              <a:gd name="connsiteY56" fmla="*/ 2462981 h 6858000"/>
              <a:gd name="connsiteX57" fmla="*/ 583434 w 5734864"/>
              <a:gd name="connsiteY57" fmla="*/ 2503991 h 6858000"/>
              <a:gd name="connsiteX58" fmla="*/ 567942 w 5734864"/>
              <a:gd name="connsiteY58" fmla="*/ 2652936 h 6858000"/>
              <a:gd name="connsiteX59" fmla="*/ 573869 w 5734864"/>
              <a:gd name="connsiteY59" fmla="*/ 2670188 h 6858000"/>
              <a:gd name="connsiteX60" fmla="*/ 575243 w 5734864"/>
              <a:gd name="connsiteY60" fmla="*/ 2688114 h 6858000"/>
              <a:gd name="connsiteX61" fmla="*/ 573824 w 5734864"/>
              <a:gd name="connsiteY61" fmla="*/ 2689856 h 6858000"/>
              <a:gd name="connsiteX62" fmla="*/ 570699 w 5734864"/>
              <a:gd name="connsiteY62" fmla="*/ 2709353 h 6858000"/>
              <a:gd name="connsiteX63" fmla="*/ 573192 w 5734864"/>
              <a:gd name="connsiteY63" fmla="*/ 2714527 h 6858000"/>
              <a:gd name="connsiteX64" fmla="*/ 572044 w 5734864"/>
              <a:gd name="connsiteY64" fmla="*/ 2728187 h 6858000"/>
              <a:gd name="connsiteX65" fmla="*/ 572465 w 5734864"/>
              <a:gd name="connsiteY65" fmla="*/ 2755863 h 6858000"/>
              <a:gd name="connsiteX66" fmla="*/ 570028 w 5734864"/>
              <a:gd name="connsiteY66" fmla="*/ 2760324 h 6858000"/>
              <a:gd name="connsiteX67" fmla="*/ 566748 w 5734864"/>
              <a:gd name="connsiteY67" fmla="*/ 2800948 h 6858000"/>
              <a:gd name="connsiteX68" fmla="*/ 565509 w 5734864"/>
              <a:gd name="connsiteY68" fmla="*/ 2801167 h 6858000"/>
              <a:gd name="connsiteX69" fmla="*/ 559367 w 5734864"/>
              <a:gd name="connsiteY69" fmla="*/ 2811129 h 6858000"/>
              <a:gd name="connsiteX70" fmla="*/ 550354 w 5734864"/>
              <a:gd name="connsiteY70" fmla="*/ 2830949 h 6858000"/>
              <a:gd name="connsiteX71" fmla="*/ 514795 w 5734864"/>
              <a:gd name="connsiteY71" fmla="*/ 2872433 h 6858000"/>
              <a:gd name="connsiteX72" fmla="*/ 509875 w 5734864"/>
              <a:gd name="connsiteY72" fmla="*/ 2923099 h 6858000"/>
              <a:gd name="connsiteX73" fmla="*/ 509577 w 5734864"/>
              <a:gd name="connsiteY73" fmla="*/ 2923197 h 6858000"/>
              <a:gd name="connsiteX74" fmla="*/ 507597 w 5734864"/>
              <a:gd name="connsiteY74" fmla="*/ 2931868 h 6858000"/>
              <a:gd name="connsiteX75" fmla="*/ 507379 w 5734864"/>
              <a:gd name="connsiteY75" fmla="*/ 2938322 h 6858000"/>
              <a:gd name="connsiteX76" fmla="*/ 504725 w 5734864"/>
              <a:gd name="connsiteY76" fmla="*/ 2954519 h 6858000"/>
              <a:gd name="connsiteX77" fmla="*/ 502018 w 5734864"/>
              <a:gd name="connsiteY77" fmla="*/ 2959643 h 6858000"/>
              <a:gd name="connsiteX78" fmla="*/ 498360 w 5734864"/>
              <a:gd name="connsiteY78" fmla="*/ 2961019 h 6858000"/>
              <a:gd name="connsiteX79" fmla="*/ 498483 w 5734864"/>
              <a:gd name="connsiteY79" fmla="*/ 2962590 h 6858000"/>
              <a:gd name="connsiteX80" fmla="*/ 484403 w 5734864"/>
              <a:gd name="connsiteY80" fmla="*/ 2990538 h 6858000"/>
              <a:gd name="connsiteX81" fmla="*/ 463075 w 5734864"/>
              <a:gd name="connsiteY81" fmla="*/ 3055956 h 6858000"/>
              <a:gd name="connsiteX82" fmla="*/ 455013 w 5734864"/>
              <a:gd name="connsiteY82" fmla="*/ 3094482 h 6858000"/>
              <a:gd name="connsiteX83" fmla="*/ 428391 w 5734864"/>
              <a:gd name="connsiteY83" fmla="*/ 3198850 h 6858000"/>
              <a:gd name="connsiteX84" fmla="*/ 401440 w 5734864"/>
              <a:gd name="connsiteY84" fmla="*/ 3307560 h 6858000"/>
              <a:gd name="connsiteX85" fmla="*/ 386076 w 5734864"/>
              <a:gd name="connsiteY85" fmla="*/ 3373943 h 6858000"/>
              <a:gd name="connsiteX86" fmla="*/ 374726 w 5734864"/>
              <a:gd name="connsiteY86" fmla="*/ 3381364 h 6858000"/>
              <a:gd name="connsiteX87" fmla="*/ 369145 w 5734864"/>
              <a:gd name="connsiteY87" fmla="*/ 3383729 h 6858000"/>
              <a:gd name="connsiteX88" fmla="*/ 364294 w 5734864"/>
              <a:gd name="connsiteY88" fmla="*/ 3414159 h 6858000"/>
              <a:gd name="connsiteX89" fmla="*/ 366450 w 5734864"/>
              <a:gd name="connsiteY89" fmla="*/ 3436925 h 6858000"/>
              <a:gd name="connsiteX90" fmla="*/ 351743 w 5734864"/>
              <a:gd name="connsiteY90" fmla="*/ 3521619 h 6858000"/>
              <a:gd name="connsiteX91" fmla="*/ 345784 w 5734864"/>
              <a:gd name="connsiteY91" fmla="*/ 3603757 h 6858000"/>
              <a:gd name="connsiteX92" fmla="*/ 344198 w 5734864"/>
              <a:gd name="connsiteY92" fmla="*/ 3652424 h 6858000"/>
              <a:gd name="connsiteX93" fmla="*/ 352450 w 5734864"/>
              <a:gd name="connsiteY93" fmla="*/ 3665222 h 6858000"/>
              <a:gd name="connsiteX94" fmla="*/ 342621 w 5734864"/>
              <a:gd name="connsiteY94" fmla="*/ 3700804 h 6858000"/>
              <a:gd name="connsiteX95" fmla="*/ 341514 w 5734864"/>
              <a:gd name="connsiteY95" fmla="*/ 3734774 h 6858000"/>
              <a:gd name="connsiteX96" fmla="*/ 340607 w 5734864"/>
              <a:gd name="connsiteY96" fmla="*/ 3785153 h 6858000"/>
              <a:gd name="connsiteX97" fmla="*/ 340707 w 5734864"/>
              <a:gd name="connsiteY97" fmla="*/ 3788177 h 6858000"/>
              <a:gd name="connsiteX98" fmla="*/ 340361 w 5734864"/>
              <a:gd name="connsiteY98" fmla="*/ 3798803 h 6858000"/>
              <a:gd name="connsiteX99" fmla="*/ 339642 w 5734864"/>
              <a:gd name="connsiteY99" fmla="*/ 3838750 h 6858000"/>
              <a:gd name="connsiteX100" fmla="*/ 360295 w 5734864"/>
              <a:gd name="connsiteY100" fmla="*/ 4015196 h 6858000"/>
              <a:gd name="connsiteX101" fmla="*/ 339043 w 5734864"/>
              <a:gd name="connsiteY101" fmla="*/ 4052778 h 6858000"/>
              <a:gd name="connsiteX102" fmla="*/ 339343 w 5734864"/>
              <a:gd name="connsiteY102" fmla="*/ 4096257 h 6858000"/>
              <a:gd name="connsiteX103" fmla="*/ 340786 w 5734864"/>
              <a:gd name="connsiteY103" fmla="*/ 4321136 h 6858000"/>
              <a:gd name="connsiteX104" fmla="*/ 343158 w 5734864"/>
              <a:gd name="connsiteY104" fmla="*/ 4429174 h 6858000"/>
              <a:gd name="connsiteX105" fmla="*/ 334599 w 5734864"/>
              <a:gd name="connsiteY105" fmla="*/ 4449938 h 6858000"/>
              <a:gd name="connsiteX106" fmla="*/ 332890 w 5734864"/>
              <a:gd name="connsiteY106" fmla="*/ 4453515 h 6858000"/>
              <a:gd name="connsiteX107" fmla="*/ 331105 w 5734864"/>
              <a:gd name="connsiteY107" fmla="*/ 4467941 h 6858000"/>
              <a:gd name="connsiteX108" fmla="*/ 324289 w 5734864"/>
              <a:gd name="connsiteY108" fmla="*/ 4471861 h 6858000"/>
              <a:gd name="connsiteX109" fmla="*/ 317079 w 5734864"/>
              <a:gd name="connsiteY109" fmla="*/ 4493468 h 6858000"/>
              <a:gd name="connsiteX110" fmla="*/ 315557 w 5734864"/>
              <a:gd name="connsiteY110" fmla="*/ 4520067 h 6858000"/>
              <a:gd name="connsiteX111" fmla="*/ 315240 w 5734864"/>
              <a:gd name="connsiteY111" fmla="*/ 4536872 h 6858000"/>
              <a:gd name="connsiteX112" fmla="*/ 316200 w 5734864"/>
              <a:gd name="connsiteY112" fmla="*/ 4538297 h 6858000"/>
              <a:gd name="connsiteX113" fmla="*/ 317507 w 5734864"/>
              <a:gd name="connsiteY113" fmla="*/ 4547582 h 6858000"/>
              <a:gd name="connsiteX114" fmla="*/ 323078 w 5734864"/>
              <a:gd name="connsiteY114" fmla="*/ 4592102 h 6858000"/>
              <a:gd name="connsiteX115" fmla="*/ 328722 w 5734864"/>
              <a:gd name="connsiteY115" fmla="*/ 4667914 h 6858000"/>
              <a:gd name="connsiteX116" fmla="*/ 335597 w 5734864"/>
              <a:gd name="connsiteY116" fmla="*/ 4695035 h 6858000"/>
              <a:gd name="connsiteX117" fmla="*/ 339485 w 5734864"/>
              <a:gd name="connsiteY117" fmla="*/ 4695979 h 6858000"/>
              <a:gd name="connsiteX118" fmla="*/ 341089 w 5734864"/>
              <a:gd name="connsiteY118" fmla="*/ 4704268 h 6858000"/>
              <a:gd name="connsiteX119" fmla="*/ 342177 w 5734864"/>
              <a:gd name="connsiteY119" fmla="*/ 4706060 h 6858000"/>
              <a:gd name="connsiteX120" fmla="*/ 347751 w 5734864"/>
              <a:gd name="connsiteY120" fmla="*/ 4716754 h 6858000"/>
              <a:gd name="connsiteX121" fmla="*/ 344125 w 5734864"/>
              <a:gd name="connsiteY121" fmla="*/ 4764669 h 6858000"/>
              <a:gd name="connsiteX122" fmla="*/ 340188 w 5734864"/>
              <a:gd name="connsiteY122" fmla="*/ 4779386 h 6858000"/>
              <a:gd name="connsiteX123" fmla="*/ 335146 w 5734864"/>
              <a:gd name="connsiteY123" fmla="*/ 4787491 h 6858000"/>
              <a:gd name="connsiteX124" fmla="*/ 319124 w 5734864"/>
              <a:gd name="connsiteY124" fmla="*/ 4843514 h 6858000"/>
              <a:gd name="connsiteX125" fmla="*/ 305956 w 5734864"/>
              <a:gd name="connsiteY125" fmla="*/ 4881505 h 6858000"/>
              <a:gd name="connsiteX126" fmla="*/ 301062 w 5734864"/>
              <a:gd name="connsiteY126" fmla="*/ 4889332 h 6858000"/>
              <a:gd name="connsiteX127" fmla="*/ 302141 w 5734864"/>
              <a:gd name="connsiteY127" fmla="*/ 4899400 h 6858000"/>
              <a:gd name="connsiteX128" fmla="*/ 304424 w 5734864"/>
              <a:gd name="connsiteY128" fmla="*/ 4902664 h 6858000"/>
              <a:gd name="connsiteX129" fmla="*/ 293123 w 5734864"/>
              <a:gd name="connsiteY129" fmla="*/ 4932769 h 6858000"/>
              <a:gd name="connsiteX130" fmla="*/ 292275 w 5734864"/>
              <a:gd name="connsiteY130" fmla="*/ 4936482 h 6858000"/>
              <a:gd name="connsiteX131" fmla="*/ 288304 w 5734864"/>
              <a:gd name="connsiteY131" fmla="*/ 4962325 h 6858000"/>
              <a:gd name="connsiteX132" fmla="*/ 287420 w 5734864"/>
              <a:gd name="connsiteY132" fmla="*/ 5042193 h 6858000"/>
              <a:gd name="connsiteX133" fmla="*/ 287020 w 5734864"/>
              <a:gd name="connsiteY133" fmla="*/ 5065655 h 6858000"/>
              <a:gd name="connsiteX134" fmla="*/ 288488 w 5734864"/>
              <a:gd name="connsiteY134" fmla="*/ 5082216 h 6858000"/>
              <a:gd name="connsiteX135" fmla="*/ 282763 w 5734864"/>
              <a:gd name="connsiteY135" fmla="*/ 5127114 h 6858000"/>
              <a:gd name="connsiteX136" fmla="*/ 269316 w 5734864"/>
              <a:gd name="connsiteY136" fmla="*/ 5202682 h 6858000"/>
              <a:gd name="connsiteX137" fmla="*/ 269174 w 5734864"/>
              <a:gd name="connsiteY137" fmla="*/ 5230835 h 6858000"/>
              <a:gd name="connsiteX138" fmla="*/ 272679 w 5734864"/>
              <a:gd name="connsiteY138" fmla="*/ 5232660 h 6858000"/>
              <a:gd name="connsiteX139" fmla="*/ 272160 w 5734864"/>
              <a:gd name="connsiteY139" fmla="*/ 5241150 h 6858000"/>
              <a:gd name="connsiteX140" fmla="*/ 272760 w 5734864"/>
              <a:gd name="connsiteY140" fmla="*/ 5243156 h 6858000"/>
              <a:gd name="connsiteX141" fmla="*/ 275462 w 5734864"/>
              <a:gd name="connsiteY141" fmla="*/ 5254919 h 6858000"/>
              <a:gd name="connsiteX142" fmla="*/ 262897 w 5734864"/>
              <a:gd name="connsiteY142" fmla="*/ 5286259 h 6858000"/>
              <a:gd name="connsiteX143" fmla="*/ 252761 w 5734864"/>
              <a:gd name="connsiteY143" fmla="*/ 5357801 h 6858000"/>
              <a:gd name="connsiteX144" fmla="*/ 242360 w 5734864"/>
              <a:gd name="connsiteY144" fmla="*/ 5460080 h 6858000"/>
              <a:gd name="connsiteX145" fmla="*/ 229880 w 5734864"/>
              <a:gd name="connsiteY145" fmla="*/ 5539714 h 6858000"/>
              <a:gd name="connsiteX146" fmla="*/ 204283 w 5734864"/>
              <a:gd name="connsiteY146" fmla="*/ 5639080 h 6858000"/>
              <a:gd name="connsiteX147" fmla="*/ 198948 w 5734864"/>
              <a:gd name="connsiteY147" fmla="*/ 5710958 h 6858000"/>
              <a:gd name="connsiteX148" fmla="*/ 192367 w 5734864"/>
              <a:gd name="connsiteY148" fmla="*/ 5719859 h 6858000"/>
              <a:gd name="connsiteX149" fmla="*/ 188035 w 5734864"/>
              <a:gd name="connsiteY149" fmla="*/ 5729935 h 6858000"/>
              <a:gd name="connsiteX150" fmla="*/ 188428 w 5734864"/>
              <a:gd name="connsiteY150" fmla="*/ 5731182 h 6858000"/>
              <a:gd name="connsiteX151" fmla="*/ 181635 w 5734864"/>
              <a:gd name="connsiteY151" fmla="*/ 5753538 h 6858000"/>
              <a:gd name="connsiteX152" fmla="*/ 169744 w 5734864"/>
              <a:gd name="connsiteY152" fmla="*/ 5796307 h 6858000"/>
              <a:gd name="connsiteX153" fmla="*/ 170351 w 5734864"/>
              <a:gd name="connsiteY153" fmla="*/ 5796644 h 6858000"/>
              <a:gd name="connsiteX154" fmla="*/ 171559 w 5734864"/>
              <a:gd name="connsiteY154" fmla="*/ 5803435 h 6858000"/>
              <a:gd name="connsiteX155" fmla="*/ 172284 w 5734864"/>
              <a:gd name="connsiteY155" fmla="*/ 5816391 h 6858000"/>
              <a:gd name="connsiteX156" fmla="*/ 182542 w 5734864"/>
              <a:gd name="connsiteY156" fmla="*/ 5846382 h 6858000"/>
              <a:gd name="connsiteX157" fmla="*/ 175877 w 5734864"/>
              <a:gd name="connsiteY157" fmla="*/ 5871336 h 6858000"/>
              <a:gd name="connsiteX158" fmla="*/ 174910 w 5734864"/>
              <a:gd name="connsiteY158" fmla="*/ 5876376 h 6858000"/>
              <a:gd name="connsiteX159" fmla="*/ 175047 w 5734864"/>
              <a:gd name="connsiteY159" fmla="*/ 5876483 h 6858000"/>
              <a:gd name="connsiteX160" fmla="*/ 174335 w 5734864"/>
              <a:gd name="connsiteY160" fmla="*/ 5881814 h 6858000"/>
              <a:gd name="connsiteX161" fmla="*/ 171273 w 5734864"/>
              <a:gd name="connsiteY161" fmla="*/ 5895339 h 6858000"/>
              <a:gd name="connsiteX162" fmla="*/ 171658 w 5734864"/>
              <a:gd name="connsiteY162" fmla="*/ 5898749 h 6858000"/>
              <a:gd name="connsiteX163" fmla="*/ 174658 w 5734864"/>
              <a:gd name="connsiteY163" fmla="*/ 5919558 h 6858000"/>
              <a:gd name="connsiteX164" fmla="*/ 169099 w 5734864"/>
              <a:gd name="connsiteY164" fmla="*/ 5984417 h 6858000"/>
              <a:gd name="connsiteX165" fmla="*/ 162007 w 5734864"/>
              <a:gd name="connsiteY165" fmla="*/ 6049043 h 6858000"/>
              <a:gd name="connsiteX166" fmla="*/ 156875 w 5734864"/>
              <a:gd name="connsiteY166" fmla="*/ 6114000 h 6858000"/>
              <a:gd name="connsiteX167" fmla="*/ 165441 w 5734864"/>
              <a:gd name="connsiteY167" fmla="*/ 6146938 h 6858000"/>
              <a:gd name="connsiteX168" fmla="*/ 165177 w 5734864"/>
              <a:gd name="connsiteY168" fmla="*/ 6150658 h 6858000"/>
              <a:gd name="connsiteX169" fmla="*/ 161772 w 5734864"/>
              <a:gd name="connsiteY169" fmla="*/ 6160011 h 6858000"/>
              <a:gd name="connsiteX170" fmla="*/ 160051 w 5734864"/>
              <a:gd name="connsiteY170" fmla="*/ 6163393 h 6858000"/>
              <a:gd name="connsiteX171" fmla="*/ 158473 w 5734864"/>
              <a:gd name="connsiteY171" fmla="*/ 6168628 h 6858000"/>
              <a:gd name="connsiteX172" fmla="*/ 158573 w 5734864"/>
              <a:gd name="connsiteY172" fmla="*/ 6168799 h 6858000"/>
              <a:gd name="connsiteX173" fmla="*/ 146463 w 5734864"/>
              <a:gd name="connsiteY173" fmla="*/ 6196671 h 6858000"/>
              <a:gd name="connsiteX174" fmla="*/ 150209 w 5734864"/>
              <a:gd name="connsiteY174" fmla="*/ 6232365 h 6858000"/>
              <a:gd name="connsiteX175" fmla="*/ 148544 w 5734864"/>
              <a:gd name="connsiteY175" fmla="*/ 6246162 h 6858000"/>
              <a:gd name="connsiteX176" fmla="*/ 148403 w 5734864"/>
              <a:gd name="connsiteY176" fmla="*/ 6253754 h 6858000"/>
              <a:gd name="connsiteX177" fmla="*/ 138880 w 5734864"/>
              <a:gd name="connsiteY177" fmla="*/ 6276449 h 6858000"/>
              <a:gd name="connsiteX178" fmla="*/ 138683 w 5734864"/>
              <a:gd name="connsiteY178" fmla="*/ 6279721 h 6858000"/>
              <a:gd name="connsiteX179" fmla="*/ 130721 w 5734864"/>
              <a:gd name="connsiteY179" fmla="*/ 6293675 h 6858000"/>
              <a:gd name="connsiteX180" fmla="*/ 120717 w 5734864"/>
              <a:gd name="connsiteY180" fmla="*/ 6313967 h 6858000"/>
              <a:gd name="connsiteX181" fmla="*/ 120841 w 5734864"/>
              <a:gd name="connsiteY181" fmla="*/ 6315437 h 6858000"/>
              <a:gd name="connsiteX182" fmla="*/ 115208 w 5734864"/>
              <a:gd name="connsiteY182" fmla="*/ 6324024 h 6858000"/>
              <a:gd name="connsiteX183" fmla="*/ 101217 w 5734864"/>
              <a:gd name="connsiteY183" fmla="*/ 6365923 h 6858000"/>
              <a:gd name="connsiteX184" fmla="*/ 74946 w 5734864"/>
              <a:gd name="connsiteY184" fmla="*/ 6556817 h 6858000"/>
              <a:gd name="connsiteX185" fmla="*/ 16001 w 5734864"/>
              <a:gd name="connsiteY185" fmla="*/ 6808678 h 6858000"/>
              <a:gd name="connsiteX186" fmla="*/ 0 w 5734864"/>
              <a:gd name="connsiteY186" fmla="*/ 6858000 h 6858000"/>
              <a:gd name="connsiteX187" fmla="*/ 5734864 w 5734864"/>
              <a:gd name="connsiteY187" fmla="*/ 6858000 h 6858000"/>
              <a:gd name="connsiteX188" fmla="*/ 5734864 w 5734864"/>
              <a:gd name="connsiteY188" fmla="*/ 0 h 6858000"/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7865 w 5734864"/>
              <a:gd name="connsiteY13" fmla="*/ 1070795 h 6858000"/>
              <a:gd name="connsiteX14" fmla="*/ 862786 w 5734864"/>
              <a:gd name="connsiteY14" fmla="*/ 1238994 h 6858000"/>
              <a:gd name="connsiteX15" fmla="*/ 859345 w 5734864"/>
              <a:gd name="connsiteY15" fmla="*/ 1380427 h 6858000"/>
              <a:gd name="connsiteX16" fmla="*/ 855172 w 5734864"/>
              <a:gd name="connsiteY16" fmla="*/ 1435262 h 6858000"/>
              <a:gd name="connsiteX17" fmla="*/ 860494 w 5734864"/>
              <a:gd name="connsiteY17" fmla="*/ 1453861 h 6858000"/>
              <a:gd name="connsiteX18" fmla="*/ 853731 w 5734864"/>
              <a:gd name="connsiteY18" fmla="*/ 1467047 h 6858000"/>
              <a:gd name="connsiteX19" fmla="*/ 845847 w 5734864"/>
              <a:gd name="connsiteY19" fmla="*/ 1502307 h 6858000"/>
              <a:gd name="connsiteX20" fmla="*/ 817613 w 5734864"/>
              <a:gd name="connsiteY20" fmla="*/ 1565166 h 6858000"/>
              <a:gd name="connsiteX21" fmla="*/ 804223 w 5734864"/>
              <a:gd name="connsiteY21" fmla="*/ 1601941 h 6858000"/>
              <a:gd name="connsiteX22" fmla="*/ 791773 w 5734864"/>
              <a:gd name="connsiteY22" fmla="*/ 1627005 h 6858000"/>
              <a:gd name="connsiteX23" fmla="*/ 774645 w 5734864"/>
              <a:gd name="connsiteY23" fmla="*/ 1699922 h 6858000"/>
              <a:gd name="connsiteX24" fmla="*/ 752343 w 5734864"/>
              <a:gd name="connsiteY24" fmla="*/ 1824604 h 6858000"/>
              <a:gd name="connsiteX25" fmla="*/ 746254 w 5734864"/>
              <a:gd name="connsiteY25" fmla="*/ 1850222 h 6858000"/>
              <a:gd name="connsiteX26" fmla="*/ 728600 w 5734864"/>
              <a:gd name="connsiteY26" fmla="*/ 1869603 h 6858000"/>
              <a:gd name="connsiteX27" fmla="*/ 724396 w 5734864"/>
              <a:gd name="connsiteY27" fmla="*/ 1883104 h 6858000"/>
              <a:gd name="connsiteX28" fmla="*/ 722165 w 5734864"/>
              <a:gd name="connsiteY28" fmla="*/ 1885924 h 6858000"/>
              <a:gd name="connsiteX29" fmla="*/ 721338 w 5734864"/>
              <a:gd name="connsiteY29" fmla="*/ 1887123 h 6858000"/>
              <a:gd name="connsiteX30" fmla="*/ 714840 w 5734864"/>
              <a:gd name="connsiteY30" fmla="*/ 1902274 h 6858000"/>
              <a:gd name="connsiteX31" fmla="*/ 722847 w 5734864"/>
              <a:gd name="connsiteY31" fmla="*/ 1929891 h 6858000"/>
              <a:gd name="connsiteX32" fmla="*/ 714660 w 5734864"/>
              <a:gd name="connsiteY32" fmla="*/ 1982709 h 6858000"/>
              <a:gd name="connsiteX33" fmla="*/ 710759 w 5734864"/>
              <a:gd name="connsiteY33" fmla="*/ 2013010 h 6858000"/>
              <a:gd name="connsiteX34" fmla="*/ 697927 w 5734864"/>
              <a:gd name="connsiteY34" fmla="*/ 2069833 h 6858000"/>
              <a:gd name="connsiteX35" fmla="*/ 693594 w 5734864"/>
              <a:gd name="connsiteY35" fmla="*/ 2103731 h 6858000"/>
              <a:gd name="connsiteX36" fmla="*/ 691109 w 5734864"/>
              <a:gd name="connsiteY36" fmla="*/ 2124027 h 6858000"/>
              <a:gd name="connsiteX37" fmla="*/ 676593 w 5734864"/>
              <a:gd name="connsiteY37" fmla="*/ 2176182 h 6858000"/>
              <a:gd name="connsiteX38" fmla="*/ 633227 w 5734864"/>
              <a:gd name="connsiteY38" fmla="*/ 2258036 h 6858000"/>
              <a:gd name="connsiteX39" fmla="*/ 625564 w 5734864"/>
              <a:gd name="connsiteY39" fmla="*/ 2284567 h 6858000"/>
              <a:gd name="connsiteX40" fmla="*/ 627074 w 5734864"/>
              <a:gd name="connsiteY40" fmla="*/ 2289605 h 6858000"/>
              <a:gd name="connsiteX41" fmla="*/ 614574 w 5734864"/>
              <a:gd name="connsiteY41" fmla="*/ 2308717 h 6858000"/>
              <a:gd name="connsiteX42" fmla="*/ 606890 w 5734864"/>
              <a:gd name="connsiteY42" fmla="*/ 2320662 h 6858000"/>
              <a:gd name="connsiteX43" fmla="*/ 605558 w 5734864"/>
              <a:gd name="connsiteY43" fmla="*/ 2327897 h 6858000"/>
              <a:gd name="connsiteX44" fmla="*/ 602202 w 5734864"/>
              <a:gd name="connsiteY44" fmla="*/ 2357749 h 6858000"/>
              <a:gd name="connsiteX45" fmla="*/ 600213 w 5734864"/>
              <a:gd name="connsiteY45" fmla="*/ 2364905 h 6858000"/>
              <a:gd name="connsiteX46" fmla="*/ 597160 w 5734864"/>
              <a:gd name="connsiteY46" fmla="*/ 2388351 h 6858000"/>
              <a:gd name="connsiteX47" fmla="*/ 597982 w 5734864"/>
              <a:gd name="connsiteY47" fmla="*/ 2402296 h 6858000"/>
              <a:gd name="connsiteX48" fmla="*/ 593150 w 5734864"/>
              <a:gd name="connsiteY48" fmla="*/ 2420015 h 6858000"/>
              <a:gd name="connsiteX49" fmla="*/ 592833 w 5734864"/>
              <a:gd name="connsiteY49" fmla="*/ 2422749 h 6858000"/>
              <a:gd name="connsiteX50" fmla="*/ 594479 w 5734864"/>
              <a:gd name="connsiteY50" fmla="*/ 2426002 h 6858000"/>
              <a:gd name="connsiteX51" fmla="*/ 591963 w 5734864"/>
              <a:gd name="connsiteY51" fmla="*/ 2431950 h 6858000"/>
              <a:gd name="connsiteX52" fmla="*/ 591544 w 5734864"/>
              <a:gd name="connsiteY52" fmla="*/ 2433897 h 6858000"/>
              <a:gd name="connsiteX53" fmla="*/ 589519 w 5734864"/>
              <a:gd name="connsiteY53" fmla="*/ 2451398 h 6858000"/>
              <a:gd name="connsiteX54" fmla="*/ 590037 w 5734864"/>
              <a:gd name="connsiteY54" fmla="*/ 2455536 h 6858000"/>
              <a:gd name="connsiteX55" fmla="*/ 588179 w 5734864"/>
              <a:gd name="connsiteY55" fmla="*/ 2462981 h 6858000"/>
              <a:gd name="connsiteX56" fmla="*/ 583434 w 5734864"/>
              <a:gd name="connsiteY56" fmla="*/ 2503991 h 6858000"/>
              <a:gd name="connsiteX57" fmla="*/ 567942 w 5734864"/>
              <a:gd name="connsiteY57" fmla="*/ 2652936 h 6858000"/>
              <a:gd name="connsiteX58" fmla="*/ 573869 w 5734864"/>
              <a:gd name="connsiteY58" fmla="*/ 2670188 h 6858000"/>
              <a:gd name="connsiteX59" fmla="*/ 575243 w 5734864"/>
              <a:gd name="connsiteY59" fmla="*/ 2688114 h 6858000"/>
              <a:gd name="connsiteX60" fmla="*/ 573824 w 5734864"/>
              <a:gd name="connsiteY60" fmla="*/ 2689856 h 6858000"/>
              <a:gd name="connsiteX61" fmla="*/ 570699 w 5734864"/>
              <a:gd name="connsiteY61" fmla="*/ 2709353 h 6858000"/>
              <a:gd name="connsiteX62" fmla="*/ 573192 w 5734864"/>
              <a:gd name="connsiteY62" fmla="*/ 2714527 h 6858000"/>
              <a:gd name="connsiteX63" fmla="*/ 572044 w 5734864"/>
              <a:gd name="connsiteY63" fmla="*/ 2728187 h 6858000"/>
              <a:gd name="connsiteX64" fmla="*/ 572465 w 5734864"/>
              <a:gd name="connsiteY64" fmla="*/ 2755863 h 6858000"/>
              <a:gd name="connsiteX65" fmla="*/ 570028 w 5734864"/>
              <a:gd name="connsiteY65" fmla="*/ 2760324 h 6858000"/>
              <a:gd name="connsiteX66" fmla="*/ 566748 w 5734864"/>
              <a:gd name="connsiteY66" fmla="*/ 2800948 h 6858000"/>
              <a:gd name="connsiteX67" fmla="*/ 565509 w 5734864"/>
              <a:gd name="connsiteY67" fmla="*/ 2801167 h 6858000"/>
              <a:gd name="connsiteX68" fmla="*/ 559367 w 5734864"/>
              <a:gd name="connsiteY68" fmla="*/ 2811129 h 6858000"/>
              <a:gd name="connsiteX69" fmla="*/ 550354 w 5734864"/>
              <a:gd name="connsiteY69" fmla="*/ 2830949 h 6858000"/>
              <a:gd name="connsiteX70" fmla="*/ 514795 w 5734864"/>
              <a:gd name="connsiteY70" fmla="*/ 2872433 h 6858000"/>
              <a:gd name="connsiteX71" fmla="*/ 509875 w 5734864"/>
              <a:gd name="connsiteY71" fmla="*/ 2923099 h 6858000"/>
              <a:gd name="connsiteX72" fmla="*/ 509577 w 5734864"/>
              <a:gd name="connsiteY72" fmla="*/ 2923197 h 6858000"/>
              <a:gd name="connsiteX73" fmla="*/ 507597 w 5734864"/>
              <a:gd name="connsiteY73" fmla="*/ 2931868 h 6858000"/>
              <a:gd name="connsiteX74" fmla="*/ 507379 w 5734864"/>
              <a:gd name="connsiteY74" fmla="*/ 2938322 h 6858000"/>
              <a:gd name="connsiteX75" fmla="*/ 504725 w 5734864"/>
              <a:gd name="connsiteY75" fmla="*/ 2954519 h 6858000"/>
              <a:gd name="connsiteX76" fmla="*/ 502018 w 5734864"/>
              <a:gd name="connsiteY76" fmla="*/ 2959643 h 6858000"/>
              <a:gd name="connsiteX77" fmla="*/ 498360 w 5734864"/>
              <a:gd name="connsiteY77" fmla="*/ 2961019 h 6858000"/>
              <a:gd name="connsiteX78" fmla="*/ 498483 w 5734864"/>
              <a:gd name="connsiteY78" fmla="*/ 2962590 h 6858000"/>
              <a:gd name="connsiteX79" fmla="*/ 484403 w 5734864"/>
              <a:gd name="connsiteY79" fmla="*/ 2990538 h 6858000"/>
              <a:gd name="connsiteX80" fmla="*/ 463075 w 5734864"/>
              <a:gd name="connsiteY80" fmla="*/ 3055956 h 6858000"/>
              <a:gd name="connsiteX81" fmla="*/ 455013 w 5734864"/>
              <a:gd name="connsiteY81" fmla="*/ 3094482 h 6858000"/>
              <a:gd name="connsiteX82" fmla="*/ 428391 w 5734864"/>
              <a:gd name="connsiteY82" fmla="*/ 3198850 h 6858000"/>
              <a:gd name="connsiteX83" fmla="*/ 401440 w 5734864"/>
              <a:gd name="connsiteY83" fmla="*/ 3307560 h 6858000"/>
              <a:gd name="connsiteX84" fmla="*/ 386076 w 5734864"/>
              <a:gd name="connsiteY84" fmla="*/ 3373943 h 6858000"/>
              <a:gd name="connsiteX85" fmla="*/ 374726 w 5734864"/>
              <a:gd name="connsiteY85" fmla="*/ 3381364 h 6858000"/>
              <a:gd name="connsiteX86" fmla="*/ 369145 w 5734864"/>
              <a:gd name="connsiteY86" fmla="*/ 3383729 h 6858000"/>
              <a:gd name="connsiteX87" fmla="*/ 364294 w 5734864"/>
              <a:gd name="connsiteY87" fmla="*/ 3414159 h 6858000"/>
              <a:gd name="connsiteX88" fmla="*/ 366450 w 5734864"/>
              <a:gd name="connsiteY88" fmla="*/ 3436925 h 6858000"/>
              <a:gd name="connsiteX89" fmla="*/ 351743 w 5734864"/>
              <a:gd name="connsiteY89" fmla="*/ 3521619 h 6858000"/>
              <a:gd name="connsiteX90" fmla="*/ 345784 w 5734864"/>
              <a:gd name="connsiteY90" fmla="*/ 3603757 h 6858000"/>
              <a:gd name="connsiteX91" fmla="*/ 344198 w 5734864"/>
              <a:gd name="connsiteY91" fmla="*/ 3652424 h 6858000"/>
              <a:gd name="connsiteX92" fmla="*/ 352450 w 5734864"/>
              <a:gd name="connsiteY92" fmla="*/ 3665222 h 6858000"/>
              <a:gd name="connsiteX93" fmla="*/ 342621 w 5734864"/>
              <a:gd name="connsiteY93" fmla="*/ 3700804 h 6858000"/>
              <a:gd name="connsiteX94" fmla="*/ 341514 w 5734864"/>
              <a:gd name="connsiteY94" fmla="*/ 3734774 h 6858000"/>
              <a:gd name="connsiteX95" fmla="*/ 340607 w 5734864"/>
              <a:gd name="connsiteY95" fmla="*/ 3785153 h 6858000"/>
              <a:gd name="connsiteX96" fmla="*/ 340707 w 5734864"/>
              <a:gd name="connsiteY96" fmla="*/ 3788177 h 6858000"/>
              <a:gd name="connsiteX97" fmla="*/ 340361 w 5734864"/>
              <a:gd name="connsiteY97" fmla="*/ 3798803 h 6858000"/>
              <a:gd name="connsiteX98" fmla="*/ 339642 w 5734864"/>
              <a:gd name="connsiteY98" fmla="*/ 3838750 h 6858000"/>
              <a:gd name="connsiteX99" fmla="*/ 360295 w 5734864"/>
              <a:gd name="connsiteY99" fmla="*/ 4015196 h 6858000"/>
              <a:gd name="connsiteX100" fmla="*/ 339043 w 5734864"/>
              <a:gd name="connsiteY100" fmla="*/ 4052778 h 6858000"/>
              <a:gd name="connsiteX101" fmla="*/ 339343 w 5734864"/>
              <a:gd name="connsiteY101" fmla="*/ 4096257 h 6858000"/>
              <a:gd name="connsiteX102" fmla="*/ 340786 w 5734864"/>
              <a:gd name="connsiteY102" fmla="*/ 4321136 h 6858000"/>
              <a:gd name="connsiteX103" fmla="*/ 343158 w 5734864"/>
              <a:gd name="connsiteY103" fmla="*/ 4429174 h 6858000"/>
              <a:gd name="connsiteX104" fmla="*/ 334599 w 5734864"/>
              <a:gd name="connsiteY104" fmla="*/ 4449938 h 6858000"/>
              <a:gd name="connsiteX105" fmla="*/ 332890 w 5734864"/>
              <a:gd name="connsiteY105" fmla="*/ 4453515 h 6858000"/>
              <a:gd name="connsiteX106" fmla="*/ 331105 w 5734864"/>
              <a:gd name="connsiteY106" fmla="*/ 4467941 h 6858000"/>
              <a:gd name="connsiteX107" fmla="*/ 324289 w 5734864"/>
              <a:gd name="connsiteY107" fmla="*/ 4471861 h 6858000"/>
              <a:gd name="connsiteX108" fmla="*/ 317079 w 5734864"/>
              <a:gd name="connsiteY108" fmla="*/ 4493468 h 6858000"/>
              <a:gd name="connsiteX109" fmla="*/ 315557 w 5734864"/>
              <a:gd name="connsiteY109" fmla="*/ 4520067 h 6858000"/>
              <a:gd name="connsiteX110" fmla="*/ 315240 w 5734864"/>
              <a:gd name="connsiteY110" fmla="*/ 4536872 h 6858000"/>
              <a:gd name="connsiteX111" fmla="*/ 316200 w 5734864"/>
              <a:gd name="connsiteY111" fmla="*/ 4538297 h 6858000"/>
              <a:gd name="connsiteX112" fmla="*/ 317507 w 5734864"/>
              <a:gd name="connsiteY112" fmla="*/ 4547582 h 6858000"/>
              <a:gd name="connsiteX113" fmla="*/ 323078 w 5734864"/>
              <a:gd name="connsiteY113" fmla="*/ 4592102 h 6858000"/>
              <a:gd name="connsiteX114" fmla="*/ 328722 w 5734864"/>
              <a:gd name="connsiteY114" fmla="*/ 4667914 h 6858000"/>
              <a:gd name="connsiteX115" fmla="*/ 335597 w 5734864"/>
              <a:gd name="connsiteY115" fmla="*/ 4695035 h 6858000"/>
              <a:gd name="connsiteX116" fmla="*/ 339485 w 5734864"/>
              <a:gd name="connsiteY116" fmla="*/ 4695979 h 6858000"/>
              <a:gd name="connsiteX117" fmla="*/ 341089 w 5734864"/>
              <a:gd name="connsiteY117" fmla="*/ 4704268 h 6858000"/>
              <a:gd name="connsiteX118" fmla="*/ 342177 w 5734864"/>
              <a:gd name="connsiteY118" fmla="*/ 4706060 h 6858000"/>
              <a:gd name="connsiteX119" fmla="*/ 347751 w 5734864"/>
              <a:gd name="connsiteY119" fmla="*/ 4716754 h 6858000"/>
              <a:gd name="connsiteX120" fmla="*/ 344125 w 5734864"/>
              <a:gd name="connsiteY120" fmla="*/ 4764669 h 6858000"/>
              <a:gd name="connsiteX121" fmla="*/ 340188 w 5734864"/>
              <a:gd name="connsiteY121" fmla="*/ 4779386 h 6858000"/>
              <a:gd name="connsiteX122" fmla="*/ 335146 w 5734864"/>
              <a:gd name="connsiteY122" fmla="*/ 4787491 h 6858000"/>
              <a:gd name="connsiteX123" fmla="*/ 319124 w 5734864"/>
              <a:gd name="connsiteY123" fmla="*/ 4843514 h 6858000"/>
              <a:gd name="connsiteX124" fmla="*/ 305956 w 5734864"/>
              <a:gd name="connsiteY124" fmla="*/ 4881505 h 6858000"/>
              <a:gd name="connsiteX125" fmla="*/ 301062 w 5734864"/>
              <a:gd name="connsiteY125" fmla="*/ 4889332 h 6858000"/>
              <a:gd name="connsiteX126" fmla="*/ 302141 w 5734864"/>
              <a:gd name="connsiteY126" fmla="*/ 4899400 h 6858000"/>
              <a:gd name="connsiteX127" fmla="*/ 304424 w 5734864"/>
              <a:gd name="connsiteY127" fmla="*/ 4902664 h 6858000"/>
              <a:gd name="connsiteX128" fmla="*/ 293123 w 5734864"/>
              <a:gd name="connsiteY128" fmla="*/ 4932769 h 6858000"/>
              <a:gd name="connsiteX129" fmla="*/ 292275 w 5734864"/>
              <a:gd name="connsiteY129" fmla="*/ 4936482 h 6858000"/>
              <a:gd name="connsiteX130" fmla="*/ 288304 w 5734864"/>
              <a:gd name="connsiteY130" fmla="*/ 4962325 h 6858000"/>
              <a:gd name="connsiteX131" fmla="*/ 287420 w 5734864"/>
              <a:gd name="connsiteY131" fmla="*/ 5042193 h 6858000"/>
              <a:gd name="connsiteX132" fmla="*/ 287020 w 5734864"/>
              <a:gd name="connsiteY132" fmla="*/ 5065655 h 6858000"/>
              <a:gd name="connsiteX133" fmla="*/ 288488 w 5734864"/>
              <a:gd name="connsiteY133" fmla="*/ 5082216 h 6858000"/>
              <a:gd name="connsiteX134" fmla="*/ 282763 w 5734864"/>
              <a:gd name="connsiteY134" fmla="*/ 5127114 h 6858000"/>
              <a:gd name="connsiteX135" fmla="*/ 269316 w 5734864"/>
              <a:gd name="connsiteY135" fmla="*/ 5202682 h 6858000"/>
              <a:gd name="connsiteX136" fmla="*/ 269174 w 5734864"/>
              <a:gd name="connsiteY136" fmla="*/ 5230835 h 6858000"/>
              <a:gd name="connsiteX137" fmla="*/ 272679 w 5734864"/>
              <a:gd name="connsiteY137" fmla="*/ 5232660 h 6858000"/>
              <a:gd name="connsiteX138" fmla="*/ 272160 w 5734864"/>
              <a:gd name="connsiteY138" fmla="*/ 5241150 h 6858000"/>
              <a:gd name="connsiteX139" fmla="*/ 272760 w 5734864"/>
              <a:gd name="connsiteY139" fmla="*/ 5243156 h 6858000"/>
              <a:gd name="connsiteX140" fmla="*/ 275462 w 5734864"/>
              <a:gd name="connsiteY140" fmla="*/ 5254919 h 6858000"/>
              <a:gd name="connsiteX141" fmla="*/ 262897 w 5734864"/>
              <a:gd name="connsiteY141" fmla="*/ 5286259 h 6858000"/>
              <a:gd name="connsiteX142" fmla="*/ 252761 w 5734864"/>
              <a:gd name="connsiteY142" fmla="*/ 5357801 h 6858000"/>
              <a:gd name="connsiteX143" fmla="*/ 242360 w 5734864"/>
              <a:gd name="connsiteY143" fmla="*/ 5460080 h 6858000"/>
              <a:gd name="connsiteX144" fmla="*/ 229880 w 5734864"/>
              <a:gd name="connsiteY144" fmla="*/ 5539714 h 6858000"/>
              <a:gd name="connsiteX145" fmla="*/ 204283 w 5734864"/>
              <a:gd name="connsiteY145" fmla="*/ 5639080 h 6858000"/>
              <a:gd name="connsiteX146" fmla="*/ 198948 w 5734864"/>
              <a:gd name="connsiteY146" fmla="*/ 5710958 h 6858000"/>
              <a:gd name="connsiteX147" fmla="*/ 192367 w 5734864"/>
              <a:gd name="connsiteY147" fmla="*/ 5719859 h 6858000"/>
              <a:gd name="connsiteX148" fmla="*/ 188035 w 5734864"/>
              <a:gd name="connsiteY148" fmla="*/ 5729935 h 6858000"/>
              <a:gd name="connsiteX149" fmla="*/ 188428 w 5734864"/>
              <a:gd name="connsiteY149" fmla="*/ 5731182 h 6858000"/>
              <a:gd name="connsiteX150" fmla="*/ 181635 w 5734864"/>
              <a:gd name="connsiteY150" fmla="*/ 5753538 h 6858000"/>
              <a:gd name="connsiteX151" fmla="*/ 169744 w 5734864"/>
              <a:gd name="connsiteY151" fmla="*/ 5796307 h 6858000"/>
              <a:gd name="connsiteX152" fmla="*/ 170351 w 5734864"/>
              <a:gd name="connsiteY152" fmla="*/ 5796644 h 6858000"/>
              <a:gd name="connsiteX153" fmla="*/ 171559 w 5734864"/>
              <a:gd name="connsiteY153" fmla="*/ 5803435 h 6858000"/>
              <a:gd name="connsiteX154" fmla="*/ 172284 w 5734864"/>
              <a:gd name="connsiteY154" fmla="*/ 5816391 h 6858000"/>
              <a:gd name="connsiteX155" fmla="*/ 182542 w 5734864"/>
              <a:gd name="connsiteY155" fmla="*/ 5846382 h 6858000"/>
              <a:gd name="connsiteX156" fmla="*/ 175877 w 5734864"/>
              <a:gd name="connsiteY156" fmla="*/ 5871336 h 6858000"/>
              <a:gd name="connsiteX157" fmla="*/ 174910 w 5734864"/>
              <a:gd name="connsiteY157" fmla="*/ 5876376 h 6858000"/>
              <a:gd name="connsiteX158" fmla="*/ 175047 w 5734864"/>
              <a:gd name="connsiteY158" fmla="*/ 5876483 h 6858000"/>
              <a:gd name="connsiteX159" fmla="*/ 174335 w 5734864"/>
              <a:gd name="connsiteY159" fmla="*/ 5881814 h 6858000"/>
              <a:gd name="connsiteX160" fmla="*/ 171273 w 5734864"/>
              <a:gd name="connsiteY160" fmla="*/ 5895339 h 6858000"/>
              <a:gd name="connsiteX161" fmla="*/ 171658 w 5734864"/>
              <a:gd name="connsiteY161" fmla="*/ 5898749 h 6858000"/>
              <a:gd name="connsiteX162" fmla="*/ 174658 w 5734864"/>
              <a:gd name="connsiteY162" fmla="*/ 5919558 h 6858000"/>
              <a:gd name="connsiteX163" fmla="*/ 169099 w 5734864"/>
              <a:gd name="connsiteY163" fmla="*/ 5984417 h 6858000"/>
              <a:gd name="connsiteX164" fmla="*/ 162007 w 5734864"/>
              <a:gd name="connsiteY164" fmla="*/ 6049043 h 6858000"/>
              <a:gd name="connsiteX165" fmla="*/ 156875 w 5734864"/>
              <a:gd name="connsiteY165" fmla="*/ 6114000 h 6858000"/>
              <a:gd name="connsiteX166" fmla="*/ 165441 w 5734864"/>
              <a:gd name="connsiteY166" fmla="*/ 6146938 h 6858000"/>
              <a:gd name="connsiteX167" fmla="*/ 165177 w 5734864"/>
              <a:gd name="connsiteY167" fmla="*/ 6150658 h 6858000"/>
              <a:gd name="connsiteX168" fmla="*/ 161772 w 5734864"/>
              <a:gd name="connsiteY168" fmla="*/ 6160011 h 6858000"/>
              <a:gd name="connsiteX169" fmla="*/ 160051 w 5734864"/>
              <a:gd name="connsiteY169" fmla="*/ 6163393 h 6858000"/>
              <a:gd name="connsiteX170" fmla="*/ 158473 w 5734864"/>
              <a:gd name="connsiteY170" fmla="*/ 6168628 h 6858000"/>
              <a:gd name="connsiteX171" fmla="*/ 158573 w 5734864"/>
              <a:gd name="connsiteY171" fmla="*/ 6168799 h 6858000"/>
              <a:gd name="connsiteX172" fmla="*/ 146463 w 5734864"/>
              <a:gd name="connsiteY172" fmla="*/ 6196671 h 6858000"/>
              <a:gd name="connsiteX173" fmla="*/ 150209 w 5734864"/>
              <a:gd name="connsiteY173" fmla="*/ 6232365 h 6858000"/>
              <a:gd name="connsiteX174" fmla="*/ 148544 w 5734864"/>
              <a:gd name="connsiteY174" fmla="*/ 6246162 h 6858000"/>
              <a:gd name="connsiteX175" fmla="*/ 148403 w 5734864"/>
              <a:gd name="connsiteY175" fmla="*/ 6253754 h 6858000"/>
              <a:gd name="connsiteX176" fmla="*/ 138880 w 5734864"/>
              <a:gd name="connsiteY176" fmla="*/ 6276449 h 6858000"/>
              <a:gd name="connsiteX177" fmla="*/ 138683 w 5734864"/>
              <a:gd name="connsiteY177" fmla="*/ 6279721 h 6858000"/>
              <a:gd name="connsiteX178" fmla="*/ 130721 w 5734864"/>
              <a:gd name="connsiteY178" fmla="*/ 6293675 h 6858000"/>
              <a:gd name="connsiteX179" fmla="*/ 120717 w 5734864"/>
              <a:gd name="connsiteY179" fmla="*/ 6313967 h 6858000"/>
              <a:gd name="connsiteX180" fmla="*/ 120841 w 5734864"/>
              <a:gd name="connsiteY180" fmla="*/ 6315437 h 6858000"/>
              <a:gd name="connsiteX181" fmla="*/ 115208 w 5734864"/>
              <a:gd name="connsiteY181" fmla="*/ 6324024 h 6858000"/>
              <a:gd name="connsiteX182" fmla="*/ 101217 w 5734864"/>
              <a:gd name="connsiteY182" fmla="*/ 6365923 h 6858000"/>
              <a:gd name="connsiteX183" fmla="*/ 74946 w 5734864"/>
              <a:gd name="connsiteY183" fmla="*/ 6556817 h 6858000"/>
              <a:gd name="connsiteX184" fmla="*/ 16001 w 5734864"/>
              <a:gd name="connsiteY184" fmla="*/ 6808678 h 6858000"/>
              <a:gd name="connsiteX185" fmla="*/ 0 w 5734864"/>
              <a:gd name="connsiteY185" fmla="*/ 6858000 h 6858000"/>
              <a:gd name="connsiteX186" fmla="*/ 5734864 w 5734864"/>
              <a:gd name="connsiteY186" fmla="*/ 6858000 h 6858000"/>
              <a:gd name="connsiteX187" fmla="*/ 5734864 w 5734864"/>
              <a:gd name="connsiteY18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</a:cxnLst>
            <a:rect l="l" t="t" r="r" b="b"/>
            <a:pathLst>
              <a:path w="5734864" h="6858000">
                <a:moveTo>
                  <a:pt x="5734864" y="0"/>
                </a:moveTo>
                <a:lnTo>
                  <a:pt x="771611" y="0"/>
                </a:lnTo>
                <a:cubicBezTo>
                  <a:pt x="771634" y="16369"/>
                  <a:pt x="771656" y="32739"/>
                  <a:pt x="771679" y="49108"/>
                </a:cubicBezTo>
                <a:cubicBezTo>
                  <a:pt x="775201" y="55622"/>
                  <a:pt x="788724" y="196721"/>
                  <a:pt x="794248" y="200968"/>
                </a:cubicBezTo>
                <a:lnTo>
                  <a:pt x="801749" y="414071"/>
                </a:lnTo>
                <a:cubicBezTo>
                  <a:pt x="807329" y="440933"/>
                  <a:pt x="835107" y="598697"/>
                  <a:pt x="818548" y="585467"/>
                </a:cubicBezTo>
                <a:cubicBezTo>
                  <a:pt x="856197" y="664140"/>
                  <a:pt x="837895" y="708473"/>
                  <a:pt x="857476" y="800623"/>
                </a:cubicBezTo>
                <a:cubicBezTo>
                  <a:pt x="822401" y="857344"/>
                  <a:pt x="855723" y="824571"/>
                  <a:pt x="851083" y="878903"/>
                </a:cubicBezTo>
                <a:cubicBezTo>
                  <a:pt x="884811" y="859448"/>
                  <a:pt x="834648" y="946397"/>
                  <a:pt x="873564" y="943826"/>
                </a:cubicBezTo>
                <a:cubicBezTo>
                  <a:pt x="871487" y="953795"/>
                  <a:pt x="868248" y="963533"/>
                  <a:pt x="864705" y="973328"/>
                </a:cubicBezTo>
                <a:lnTo>
                  <a:pt x="862869" y="978457"/>
                </a:lnTo>
                <a:lnTo>
                  <a:pt x="862233" y="998041"/>
                </a:lnTo>
                <a:lnTo>
                  <a:pt x="853665" y="1004750"/>
                </a:lnTo>
                <a:lnTo>
                  <a:pt x="847865" y="1070795"/>
                </a:lnTo>
                <a:cubicBezTo>
                  <a:pt x="870234" y="1110486"/>
                  <a:pt x="833172" y="1190441"/>
                  <a:pt x="862786" y="1238994"/>
                </a:cubicBezTo>
                <a:cubicBezTo>
                  <a:pt x="864699" y="1290599"/>
                  <a:pt x="860615" y="1347716"/>
                  <a:pt x="859345" y="1380427"/>
                </a:cubicBezTo>
                <a:cubicBezTo>
                  <a:pt x="845703" y="1396391"/>
                  <a:pt x="873184" y="1435525"/>
                  <a:pt x="855172" y="1435262"/>
                </a:cubicBezTo>
                <a:lnTo>
                  <a:pt x="860494" y="1453861"/>
                </a:lnTo>
                <a:lnTo>
                  <a:pt x="853731" y="1467047"/>
                </a:lnTo>
                <a:cubicBezTo>
                  <a:pt x="846549" y="1480528"/>
                  <a:pt x="841728" y="1491093"/>
                  <a:pt x="845847" y="1502307"/>
                </a:cubicBezTo>
                <a:lnTo>
                  <a:pt x="817613" y="1565166"/>
                </a:lnTo>
                <a:cubicBezTo>
                  <a:pt x="805468" y="1557258"/>
                  <a:pt x="816534" y="1596564"/>
                  <a:pt x="804223" y="1601941"/>
                </a:cubicBezTo>
                <a:cubicBezTo>
                  <a:pt x="794287" y="1604654"/>
                  <a:pt x="795328" y="1617209"/>
                  <a:pt x="791773" y="1627005"/>
                </a:cubicBezTo>
                <a:cubicBezTo>
                  <a:pt x="781684" y="1634393"/>
                  <a:pt x="772978" y="1683187"/>
                  <a:pt x="774645" y="1699922"/>
                </a:cubicBezTo>
                <a:cubicBezTo>
                  <a:pt x="785341" y="1746767"/>
                  <a:pt x="744845" y="1787099"/>
                  <a:pt x="752343" y="1824604"/>
                </a:cubicBezTo>
                <a:cubicBezTo>
                  <a:pt x="751502" y="1834578"/>
                  <a:pt x="749297" y="1842929"/>
                  <a:pt x="746254" y="1850222"/>
                </a:cubicBezTo>
                <a:lnTo>
                  <a:pt x="728600" y="1869603"/>
                </a:lnTo>
                <a:lnTo>
                  <a:pt x="724396" y="1883104"/>
                </a:lnTo>
                <a:lnTo>
                  <a:pt x="722165" y="1885924"/>
                </a:lnTo>
                <a:lnTo>
                  <a:pt x="721338" y="1887123"/>
                </a:lnTo>
                <a:lnTo>
                  <a:pt x="714840" y="1902274"/>
                </a:lnTo>
                <a:lnTo>
                  <a:pt x="722847" y="1929891"/>
                </a:lnTo>
                <a:lnTo>
                  <a:pt x="714660" y="1982709"/>
                </a:lnTo>
                <a:cubicBezTo>
                  <a:pt x="727725" y="2006201"/>
                  <a:pt x="714739" y="1997091"/>
                  <a:pt x="710759" y="2013010"/>
                </a:cubicBezTo>
                <a:cubicBezTo>
                  <a:pt x="707970" y="2027531"/>
                  <a:pt x="700788" y="2054714"/>
                  <a:pt x="697927" y="2069833"/>
                </a:cubicBezTo>
                <a:cubicBezTo>
                  <a:pt x="685211" y="2080229"/>
                  <a:pt x="698762" y="2088241"/>
                  <a:pt x="693594" y="2103731"/>
                </a:cubicBezTo>
                <a:cubicBezTo>
                  <a:pt x="688481" y="2110649"/>
                  <a:pt x="687183" y="2115973"/>
                  <a:pt x="691109" y="2124027"/>
                </a:cubicBezTo>
                <a:cubicBezTo>
                  <a:pt x="666413" y="2155740"/>
                  <a:pt x="688031" y="2144874"/>
                  <a:pt x="676593" y="2176182"/>
                </a:cubicBezTo>
                <a:cubicBezTo>
                  <a:pt x="665190" y="2202944"/>
                  <a:pt x="656416" y="2233857"/>
                  <a:pt x="633227" y="2258036"/>
                </a:cubicBezTo>
                <a:cubicBezTo>
                  <a:pt x="626930" y="2262191"/>
                  <a:pt x="623498" y="2274069"/>
                  <a:pt x="625564" y="2284567"/>
                </a:cubicBezTo>
                <a:cubicBezTo>
                  <a:pt x="625918" y="2286374"/>
                  <a:pt x="626427" y="2288071"/>
                  <a:pt x="627074" y="2289605"/>
                </a:cubicBezTo>
                <a:cubicBezTo>
                  <a:pt x="619029" y="2296628"/>
                  <a:pt x="616453" y="2303188"/>
                  <a:pt x="614574" y="2308717"/>
                </a:cubicBezTo>
                <a:lnTo>
                  <a:pt x="606890" y="2320662"/>
                </a:lnTo>
                <a:lnTo>
                  <a:pt x="605558" y="2327897"/>
                </a:lnTo>
                <a:lnTo>
                  <a:pt x="602202" y="2357749"/>
                </a:lnTo>
                <a:lnTo>
                  <a:pt x="600213" y="2364905"/>
                </a:lnTo>
                <a:lnTo>
                  <a:pt x="597160" y="2388351"/>
                </a:lnTo>
                <a:lnTo>
                  <a:pt x="597982" y="2402296"/>
                </a:lnTo>
                <a:lnTo>
                  <a:pt x="593150" y="2420015"/>
                </a:lnTo>
                <a:cubicBezTo>
                  <a:pt x="593044" y="2420926"/>
                  <a:pt x="592939" y="2421838"/>
                  <a:pt x="592833" y="2422749"/>
                </a:cubicBezTo>
                <a:lnTo>
                  <a:pt x="594479" y="2426002"/>
                </a:lnTo>
                <a:cubicBezTo>
                  <a:pt x="594168" y="2427683"/>
                  <a:pt x="593118" y="2429721"/>
                  <a:pt x="591963" y="2431950"/>
                </a:cubicBezTo>
                <a:cubicBezTo>
                  <a:pt x="591823" y="2432599"/>
                  <a:pt x="591684" y="2433248"/>
                  <a:pt x="591544" y="2433897"/>
                </a:cubicBezTo>
                <a:lnTo>
                  <a:pt x="589519" y="2451398"/>
                </a:lnTo>
                <a:cubicBezTo>
                  <a:pt x="589692" y="2452777"/>
                  <a:pt x="589864" y="2454157"/>
                  <a:pt x="590037" y="2455536"/>
                </a:cubicBezTo>
                <a:lnTo>
                  <a:pt x="588179" y="2462981"/>
                </a:lnTo>
                <a:lnTo>
                  <a:pt x="583434" y="2503991"/>
                </a:lnTo>
                <a:cubicBezTo>
                  <a:pt x="576530" y="2566058"/>
                  <a:pt x="570433" y="2625224"/>
                  <a:pt x="567942" y="2652936"/>
                </a:cubicBezTo>
                <a:cubicBezTo>
                  <a:pt x="570864" y="2658290"/>
                  <a:pt x="572739" y="2664095"/>
                  <a:pt x="573869" y="2670188"/>
                </a:cubicBezTo>
                <a:lnTo>
                  <a:pt x="575243" y="2688114"/>
                </a:lnTo>
                <a:lnTo>
                  <a:pt x="573824" y="2689856"/>
                </a:lnTo>
                <a:cubicBezTo>
                  <a:pt x="569972" y="2698471"/>
                  <a:pt x="569572" y="2704494"/>
                  <a:pt x="570699" y="2709353"/>
                </a:cubicBezTo>
                <a:lnTo>
                  <a:pt x="573192" y="2714527"/>
                </a:lnTo>
                <a:cubicBezTo>
                  <a:pt x="572809" y="2719080"/>
                  <a:pt x="572427" y="2723634"/>
                  <a:pt x="572044" y="2728187"/>
                </a:cubicBezTo>
                <a:cubicBezTo>
                  <a:pt x="572184" y="2737412"/>
                  <a:pt x="572325" y="2746638"/>
                  <a:pt x="572465" y="2755863"/>
                </a:cubicBezTo>
                <a:lnTo>
                  <a:pt x="570028" y="2760324"/>
                </a:lnTo>
                <a:lnTo>
                  <a:pt x="566748" y="2800948"/>
                </a:lnTo>
                <a:lnTo>
                  <a:pt x="565509" y="2801167"/>
                </a:lnTo>
                <a:cubicBezTo>
                  <a:pt x="562655" y="2802587"/>
                  <a:pt x="560408" y="2805381"/>
                  <a:pt x="559367" y="2811129"/>
                </a:cubicBezTo>
                <a:cubicBezTo>
                  <a:pt x="543471" y="2797318"/>
                  <a:pt x="552020" y="2812773"/>
                  <a:pt x="550354" y="2830949"/>
                </a:cubicBezTo>
                <a:cubicBezTo>
                  <a:pt x="525292" y="2813553"/>
                  <a:pt x="531129" y="2868192"/>
                  <a:pt x="514795" y="2872433"/>
                </a:cubicBezTo>
                <a:lnTo>
                  <a:pt x="509875" y="2923099"/>
                </a:lnTo>
                <a:lnTo>
                  <a:pt x="509577" y="2923197"/>
                </a:lnTo>
                <a:cubicBezTo>
                  <a:pt x="508704" y="2924865"/>
                  <a:pt x="508038" y="2927556"/>
                  <a:pt x="507597" y="2931868"/>
                </a:cubicBezTo>
                <a:cubicBezTo>
                  <a:pt x="507524" y="2934019"/>
                  <a:pt x="507452" y="2936171"/>
                  <a:pt x="507379" y="2938322"/>
                </a:cubicBezTo>
                <a:lnTo>
                  <a:pt x="504725" y="2954519"/>
                </a:lnTo>
                <a:lnTo>
                  <a:pt x="502018" y="2959643"/>
                </a:lnTo>
                <a:lnTo>
                  <a:pt x="498360" y="2961019"/>
                </a:lnTo>
                <a:lnTo>
                  <a:pt x="498483" y="2962590"/>
                </a:lnTo>
                <a:cubicBezTo>
                  <a:pt x="502388" y="2975027"/>
                  <a:pt x="510202" y="2980016"/>
                  <a:pt x="484403" y="2990538"/>
                </a:cubicBezTo>
                <a:cubicBezTo>
                  <a:pt x="489425" y="3018352"/>
                  <a:pt x="474337" y="3021029"/>
                  <a:pt x="463075" y="3055956"/>
                </a:cubicBezTo>
                <a:cubicBezTo>
                  <a:pt x="469487" y="3072485"/>
                  <a:pt x="464165" y="3083955"/>
                  <a:pt x="455013" y="3094482"/>
                </a:cubicBezTo>
                <a:cubicBezTo>
                  <a:pt x="453131" y="3130054"/>
                  <a:pt x="437643" y="3160106"/>
                  <a:pt x="428391" y="3198850"/>
                </a:cubicBezTo>
                <a:lnTo>
                  <a:pt x="401440" y="3307560"/>
                </a:lnTo>
                <a:lnTo>
                  <a:pt x="386076" y="3373943"/>
                </a:lnTo>
                <a:cubicBezTo>
                  <a:pt x="386236" y="3376061"/>
                  <a:pt x="380537" y="3378856"/>
                  <a:pt x="374726" y="3381364"/>
                </a:cubicBezTo>
                <a:lnTo>
                  <a:pt x="369145" y="3383729"/>
                </a:lnTo>
                <a:lnTo>
                  <a:pt x="364294" y="3414159"/>
                </a:lnTo>
                <a:lnTo>
                  <a:pt x="366450" y="3436925"/>
                </a:lnTo>
                <a:lnTo>
                  <a:pt x="351743" y="3521619"/>
                </a:lnTo>
                <a:lnTo>
                  <a:pt x="345784" y="3603757"/>
                </a:lnTo>
                <a:cubicBezTo>
                  <a:pt x="345255" y="3619979"/>
                  <a:pt x="344727" y="3636202"/>
                  <a:pt x="344198" y="3652424"/>
                </a:cubicBezTo>
                <a:lnTo>
                  <a:pt x="352450" y="3665222"/>
                </a:lnTo>
                <a:lnTo>
                  <a:pt x="342621" y="3700804"/>
                </a:lnTo>
                <a:lnTo>
                  <a:pt x="341514" y="3734774"/>
                </a:lnTo>
                <a:cubicBezTo>
                  <a:pt x="341212" y="3751567"/>
                  <a:pt x="340909" y="3768360"/>
                  <a:pt x="340607" y="3785153"/>
                </a:cubicBezTo>
                <a:cubicBezTo>
                  <a:pt x="340640" y="3786161"/>
                  <a:pt x="340674" y="3787169"/>
                  <a:pt x="340707" y="3788177"/>
                </a:cubicBezTo>
                <a:cubicBezTo>
                  <a:pt x="340592" y="3791719"/>
                  <a:pt x="340476" y="3795261"/>
                  <a:pt x="340361" y="3798803"/>
                </a:cubicBezTo>
                <a:cubicBezTo>
                  <a:pt x="340121" y="3812119"/>
                  <a:pt x="339882" y="3825434"/>
                  <a:pt x="339642" y="3838750"/>
                </a:cubicBezTo>
                <a:cubicBezTo>
                  <a:pt x="337363" y="3949044"/>
                  <a:pt x="361794" y="3960437"/>
                  <a:pt x="360295" y="4015196"/>
                </a:cubicBezTo>
                <a:lnTo>
                  <a:pt x="339043" y="4052778"/>
                </a:lnTo>
                <a:lnTo>
                  <a:pt x="339343" y="4096257"/>
                </a:lnTo>
                <a:cubicBezTo>
                  <a:pt x="362058" y="4159145"/>
                  <a:pt x="332404" y="4250479"/>
                  <a:pt x="340786" y="4321136"/>
                </a:cubicBezTo>
                <a:cubicBezTo>
                  <a:pt x="341421" y="4376624"/>
                  <a:pt x="344189" y="4407708"/>
                  <a:pt x="343158" y="4429174"/>
                </a:cubicBezTo>
                <a:cubicBezTo>
                  <a:pt x="340948" y="4436304"/>
                  <a:pt x="337887" y="4443121"/>
                  <a:pt x="334599" y="4449938"/>
                </a:cubicBezTo>
                <a:lnTo>
                  <a:pt x="332890" y="4453515"/>
                </a:lnTo>
                <a:lnTo>
                  <a:pt x="331105" y="4467941"/>
                </a:lnTo>
                <a:lnTo>
                  <a:pt x="324289" y="4471861"/>
                </a:lnTo>
                <a:lnTo>
                  <a:pt x="317079" y="4493468"/>
                </a:lnTo>
                <a:cubicBezTo>
                  <a:pt x="315353" y="4501584"/>
                  <a:pt x="314639" y="4510343"/>
                  <a:pt x="315557" y="4520067"/>
                </a:cubicBezTo>
                <a:cubicBezTo>
                  <a:pt x="315451" y="4525669"/>
                  <a:pt x="315346" y="4531270"/>
                  <a:pt x="315240" y="4536872"/>
                </a:cubicBezTo>
                <a:lnTo>
                  <a:pt x="316200" y="4538297"/>
                </a:lnTo>
                <a:cubicBezTo>
                  <a:pt x="316738" y="4541182"/>
                  <a:pt x="316785" y="4544563"/>
                  <a:pt x="317507" y="4547582"/>
                </a:cubicBezTo>
                <a:cubicBezTo>
                  <a:pt x="322716" y="4552468"/>
                  <a:pt x="324912" y="4582137"/>
                  <a:pt x="323078" y="4592102"/>
                </a:cubicBezTo>
                <a:cubicBezTo>
                  <a:pt x="314597" y="4619728"/>
                  <a:pt x="334923" y="4645745"/>
                  <a:pt x="328722" y="4667914"/>
                </a:cubicBezTo>
                <a:cubicBezTo>
                  <a:pt x="330810" y="4685069"/>
                  <a:pt x="333803" y="4690356"/>
                  <a:pt x="335597" y="4695035"/>
                </a:cubicBezTo>
                <a:lnTo>
                  <a:pt x="339485" y="4695979"/>
                </a:lnTo>
                <a:lnTo>
                  <a:pt x="341089" y="4704268"/>
                </a:lnTo>
                <a:lnTo>
                  <a:pt x="342177" y="4706060"/>
                </a:lnTo>
                <a:cubicBezTo>
                  <a:pt x="344268" y="4709474"/>
                  <a:pt x="346234" y="4712931"/>
                  <a:pt x="347751" y="4716754"/>
                </a:cubicBezTo>
                <a:lnTo>
                  <a:pt x="344125" y="4764669"/>
                </a:lnTo>
                <a:lnTo>
                  <a:pt x="340188" y="4779386"/>
                </a:lnTo>
                <a:lnTo>
                  <a:pt x="335146" y="4787491"/>
                </a:lnTo>
                <a:lnTo>
                  <a:pt x="319124" y="4843514"/>
                </a:lnTo>
                <a:lnTo>
                  <a:pt x="305956" y="4881505"/>
                </a:lnTo>
                <a:lnTo>
                  <a:pt x="301062" y="4889332"/>
                </a:lnTo>
                <a:lnTo>
                  <a:pt x="302141" y="4899400"/>
                </a:lnTo>
                <a:cubicBezTo>
                  <a:pt x="302767" y="4900706"/>
                  <a:pt x="303536" y="4901803"/>
                  <a:pt x="304424" y="4902664"/>
                </a:cubicBezTo>
                <a:lnTo>
                  <a:pt x="293123" y="4932769"/>
                </a:lnTo>
                <a:lnTo>
                  <a:pt x="292275" y="4936482"/>
                </a:lnTo>
                <a:lnTo>
                  <a:pt x="288304" y="4962325"/>
                </a:lnTo>
                <a:cubicBezTo>
                  <a:pt x="288009" y="4988948"/>
                  <a:pt x="287715" y="5015570"/>
                  <a:pt x="287420" y="5042193"/>
                </a:cubicBezTo>
                <a:cubicBezTo>
                  <a:pt x="295373" y="5039737"/>
                  <a:pt x="281659" y="5060438"/>
                  <a:pt x="287020" y="5065655"/>
                </a:cubicBezTo>
                <a:cubicBezTo>
                  <a:pt x="291675" y="5068928"/>
                  <a:pt x="288601" y="5075970"/>
                  <a:pt x="288488" y="5082216"/>
                </a:cubicBezTo>
                <a:cubicBezTo>
                  <a:pt x="292282" y="5088207"/>
                  <a:pt x="287008" y="5117775"/>
                  <a:pt x="282763" y="5127114"/>
                </a:cubicBezTo>
                <a:cubicBezTo>
                  <a:pt x="267723" y="5152218"/>
                  <a:pt x="280799" y="5182399"/>
                  <a:pt x="269316" y="5202682"/>
                </a:cubicBezTo>
                <a:cubicBezTo>
                  <a:pt x="267050" y="5219969"/>
                  <a:pt x="268614" y="5225841"/>
                  <a:pt x="269174" y="5230835"/>
                </a:cubicBezTo>
                <a:lnTo>
                  <a:pt x="272679" y="5232660"/>
                </a:lnTo>
                <a:lnTo>
                  <a:pt x="272160" y="5241150"/>
                </a:lnTo>
                <a:lnTo>
                  <a:pt x="272760" y="5243156"/>
                </a:lnTo>
                <a:cubicBezTo>
                  <a:pt x="273922" y="5246984"/>
                  <a:pt x="274952" y="5250824"/>
                  <a:pt x="275462" y="5254919"/>
                </a:cubicBezTo>
                <a:cubicBezTo>
                  <a:pt x="258407" y="5258851"/>
                  <a:pt x="276976" y="5290392"/>
                  <a:pt x="262897" y="5286259"/>
                </a:cubicBezTo>
                <a:cubicBezTo>
                  <a:pt x="262724" y="5309439"/>
                  <a:pt x="239612" y="5337531"/>
                  <a:pt x="252761" y="5357801"/>
                </a:cubicBezTo>
                <a:cubicBezTo>
                  <a:pt x="248775" y="5392256"/>
                  <a:pt x="247799" y="5423412"/>
                  <a:pt x="242360" y="5460080"/>
                </a:cubicBezTo>
                <a:cubicBezTo>
                  <a:pt x="232632" y="5488478"/>
                  <a:pt x="242025" y="5519143"/>
                  <a:pt x="229880" y="5539714"/>
                </a:cubicBezTo>
                <a:cubicBezTo>
                  <a:pt x="230558" y="5572454"/>
                  <a:pt x="222150" y="5613340"/>
                  <a:pt x="204283" y="5639080"/>
                </a:cubicBezTo>
                <a:cubicBezTo>
                  <a:pt x="201596" y="5674226"/>
                  <a:pt x="191051" y="5680198"/>
                  <a:pt x="198948" y="5710958"/>
                </a:cubicBezTo>
                <a:cubicBezTo>
                  <a:pt x="196338" y="5713534"/>
                  <a:pt x="194185" y="5716550"/>
                  <a:pt x="192367" y="5719859"/>
                </a:cubicBezTo>
                <a:lnTo>
                  <a:pt x="188035" y="5729935"/>
                </a:lnTo>
                <a:lnTo>
                  <a:pt x="188428" y="5731182"/>
                </a:lnTo>
                <a:lnTo>
                  <a:pt x="181635" y="5753538"/>
                </a:lnTo>
                <a:lnTo>
                  <a:pt x="169744" y="5796307"/>
                </a:lnTo>
                <a:lnTo>
                  <a:pt x="170351" y="5796644"/>
                </a:lnTo>
                <a:cubicBezTo>
                  <a:pt x="171558" y="5797954"/>
                  <a:pt x="172173" y="5799948"/>
                  <a:pt x="171559" y="5803435"/>
                </a:cubicBezTo>
                <a:cubicBezTo>
                  <a:pt x="182664" y="5798231"/>
                  <a:pt x="175075" y="5805646"/>
                  <a:pt x="172284" y="5816391"/>
                </a:cubicBezTo>
                <a:cubicBezTo>
                  <a:pt x="188911" y="5810703"/>
                  <a:pt x="174844" y="5841128"/>
                  <a:pt x="182542" y="5846382"/>
                </a:cubicBezTo>
                <a:cubicBezTo>
                  <a:pt x="180118" y="5854404"/>
                  <a:pt x="177856" y="5862781"/>
                  <a:pt x="175877" y="5871336"/>
                </a:cubicBezTo>
                <a:lnTo>
                  <a:pt x="174910" y="5876376"/>
                </a:lnTo>
                <a:lnTo>
                  <a:pt x="175047" y="5876483"/>
                </a:lnTo>
                <a:cubicBezTo>
                  <a:pt x="175167" y="5877594"/>
                  <a:pt x="174973" y="5879257"/>
                  <a:pt x="174335" y="5881814"/>
                </a:cubicBezTo>
                <a:lnTo>
                  <a:pt x="171273" y="5895339"/>
                </a:lnTo>
                <a:cubicBezTo>
                  <a:pt x="171401" y="5896476"/>
                  <a:pt x="171530" y="5897612"/>
                  <a:pt x="171658" y="5898749"/>
                </a:cubicBezTo>
                <a:lnTo>
                  <a:pt x="174658" y="5919558"/>
                </a:lnTo>
                <a:cubicBezTo>
                  <a:pt x="173958" y="5933601"/>
                  <a:pt x="171208" y="5962838"/>
                  <a:pt x="169099" y="5984417"/>
                </a:cubicBezTo>
                <a:cubicBezTo>
                  <a:pt x="162916" y="6005205"/>
                  <a:pt x="164971" y="6025162"/>
                  <a:pt x="162007" y="6049043"/>
                </a:cubicBezTo>
                <a:cubicBezTo>
                  <a:pt x="150795" y="6073830"/>
                  <a:pt x="160091" y="6088483"/>
                  <a:pt x="156875" y="6114000"/>
                </a:cubicBezTo>
                <a:cubicBezTo>
                  <a:pt x="141597" y="6134477"/>
                  <a:pt x="163381" y="6133378"/>
                  <a:pt x="165441" y="6146938"/>
                </a:cubicBezTo>
                <a:lnTo>
                  <a:pt x="165177" y="6150658"/>
                </a:lnTo>
                <a:lnTo>
                  <a:pt x="161772" y="6160011"/>
                </a:lnTo>
                <a:lnTo>
                  <a:pt x="160051" y="6163393"/>
                </a:lnTo>
                <a:cubicBezTo>
                  <a:pt x="159032" y="6165775"/>
                  <a:pt x="158564" y="6167421"/>
                  <a:pt x="158473" y="6168628"/>
                </a:cubicBezTo>
                <a:cubicBezTo>
                  <a:pt x="158506" y="6168685"/>
                  <a:pt x="158540" y="6168742"/>
                  <a:pt x="158573" y="6168799"/>
                </a:cubicBezTo>
                <a:lnTo>
                  <a:pt x="146463" y="6196671"/>
                </a:lnTo>
                <a:cubicBezTo>
                  <a:pt x="152348" y="6205503"/>
                  <a:pt x="134460" y="6231012"/>
                  <a:pt x="150209" y="6232365"/>
                </a:cubicBezTo>
                <a:cubicBezTo>
                  <a:pt x="145821" y="6242321"/>
                  <a:pt x="137774" y="6246719"/>
                  <a:pt x="148544" y="6246162"/>
                </a:cubicBezTo>
                <a:cubicBezTo>
                  <a:pt x="147378" y="6249522"/>
                  <a:pt x="147566" y="6251866"/>
                  <a:pt x="148403" y="6253754"/>
                </a:cubicBezTo>
                <a:lnTo>
                  <a:pt x="138880" y="6276449"/>
                </a:lnTo>
                <a:cubicBezTo>
                  <a:pt x="138814" y="6277540"/>
                  <a:pt x="138749" y="6278630"/>
                  <a:pt x="138683" y="6279721"/>
                </a:cubicBezTo>
                <a:lnTo>
                  <a:pt x="130721" y="6293675"/>
                </a:lnTo>
                <a:lnTo>
                  <a:pt x="120717" y="6313967"/>
                </a:lnTo>
                <a:cubicBezTo>
                  <a:pt x="120758" y="6314457"/>
                  <a:pt x="120800" y="6314947"/>
                  <a:pt x="120841" y="6315437"/>
                </a:cubicBezTo>
                <a:lnTo>
                  <a:pt x="115208" y="6324024"/>
                </a:lnTo>
                <a:cubicBezTo>
                  <a:pt x="113007" y="6326672"/>
                  <a:pt x="103991" y="6364381"/>
                  <a:pt x="101217" y="6365923"/>
                </a:cubicBezTo>
                <a:lnTo>
                  <a:pt x="74946" y="6556817"/>
                </a:lnTo>
                <a:cubicBezTo>
                  <a:pt x="55357" y="6665926"/>
                  <a:pt x="35695" y="6744075"/>
                  <a:pt x="16001" y="6808678"/>
                </a:cubicBezTo>
                <a:lnTo>
                  <a:pt x="0" y="6858000"/>
                </a:lnTo>
                <a:lnTo>
                  <a:pt x="5734864" y="6858000"/>
                </a:lnTo>
                <a:lnTo>
                  <a:pt x="5734864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227AA1-89B3-8681-0C5F-A76B3638AB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3408" y="992094"/>
            <a:ext cx="3616913" cy="2795160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The Dead Are Still Walking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54F251A-1B8C-B033-52B2-1343EEA527D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96287" y="4121253"/>
            <a:ext cx="3125337" cy="1136843"/>
          </a:xfrm>
        </p:spPr>
        <p:txBody>
          <a:bodyPr vert="horz" lIns="91440" tIns="45720" rIns="91440" bIns="45720" rtlCol="0">
            <a:normAutofit/>
          </a:bodyPr>
          <a:lstStyle/>
          <a:p>
            <a:pPr marL="0" indent="0" algn="ctr">
              <a:buNone/>
            </a:pPr>
            <a:r>
              <a:rPr 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rPr>
              <a:t>What's next after disabled AD objects?</a:t>
            </a:r>
          </a:p>
        </p:txBody>
      </p:sp>
    </p:spTree>
    <p:extLst>
      <p:ext uri="{BB962C8B-B14F-4D97-AF65-F5344CB8AC3E}">
        <p14:creationId xmlns:p14="http://schemas.microsoft.com/office/powerpoint/2010/main" val="29700777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B1BA1AD-4646-5CF2-062E-EB9B1EFAD5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B3169F2F-8181-5DAC-1967-F04A11CEEC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BC39354-E76C-6DAB-44A2-939EE90315F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0"/>
            <a:ext cx="5802086" cy="6858000"/>
          </a:xfrm>
          <a:custGeom>
            <a:avLst/>
            <a:gdLst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6695 w 5734864"/>
              <a:gd name="connsiteY13" fmla="*/ 1035077 h 6858000"/>
              <a:gd name="connsiteX14" fmla="*/ 847865 w 5734864"/>
              <a:gd name="connsiteY14" fmla="*/ 1070795 h 6858000"/>
              <a:gd name="connsiteX15" fmla="*/ 862786 w 5734864"/>
              <a:gd name="connsiteY15" fmla="*/ 1238994 h 6858000"/>
              <a:gd name="connsiteX16" fmla="*/ 859345 w 5734864"/>
              <a:gd name="connsiteY16" fmla="*/ 1380427 h 6858000"/>
              <a:gd name="connsiteX17" fmla="*/ 855172 w 5734864"/>
              <a:gd name="connsiteY17" fmla="*/ 1435262 h 6858000"/>
              <a:gd name="connsiteX18" fmla="*/ 860494 w 5734864"/>
              <a:gd name="connsiteY18" fmla="*/ 1453861 h 6858000"/>
              <a:gd name="connsiteX19" fmla="*/ 853731 w 5734864"/>
              <a:gd name="connsiteY19" fmla="*/ 1467047 h 6858000"/>
              <a:gd name="connsiteX20" fmla="*/ 845847 w 5734864"/>
              <a:gd name="connsiteY20" fmla="*/ 1502307 h 6858000"/>
              <a:gd name="connsiteX21" fmla="*/ 817613 w 5734864"/>
              <a:gd name="connsiteY21" fmla="*/ 1565166 h 6858000"/>
              <a:gd name="connsiteX22" fmla="*/ 804223 w 5734864"/>
              <a:gd name="connsiteY22" fmla="*/ 1601941 h 6858000"/>
              <a:gd name="connsiteX23" fmla="*/ 791773 w 5734864"/>
              <a:gd name="connsiteY23" fmla="*/ 1627005 h 6858000"/>
              <a:gd name="connsiteX24" fmla="*/ 774645 w 5734864"/>
              <a:gd name="connsiteY24" fmla="*/ 1699922 h 6858000"/>
              <a:gd name="connsiteX25" fmla="*/ 752343 w 5734864"/>
              <a:gd name="connsiteY25" fmla="*/ 1824604 h 6858000"/>
              <a:gd name="connsiteX26" fmla="*/ 746254 w 5734864"/>
              <a:gd name="connsiteY26" fmla="*/ 1850222 h 6858000"/>
              <a:gd name="connsiteX27" fmla="*/ 728600 w 5734864"/>
              <a:gd name="connsiteY27" fmla="*/ 1869603 h 6858000"/>
              <a:gd name="connsiteX28" fmla="*/ 724396 w 5734864"/>
              <a:gd name="connsiteY28" fmla="*/ 1883104 h 6858000"/>
              <a:gd name="connsiteX29" fmla="*/ 722165 w 5734864"/>
              <a:gd name="connsiteY29" fmla="*/ 1885924 h 6858000"/>
              <a:gd name="connsiteX30" fmla="*/ 721338 w 5734864"/>
              <a:gd name="connsiteY30" fmla="*/ 1887123 h 6858000"/>
              <a:gd name="connsiteX31" fmla="*/ 714840 w 5734864"/>
              <a:gd name="connsiteY31" fmla="*/ 1902274 h 6858000"/>
              <a:gd name="connsiteX32" fmla="*/ 722847 w 5734864"/>
              <a:gd name="connsiteY32" fmla="*/ 1929891 h 6858000"/>
              <a:gd name="connsiteX33" fmla="*/ 719647 w 5734864"/>
              <a:gd name="connsiteY33" fmla="*/ 1936120 h 6858000"/>
              <a:gd name="connsiteX34" fmla="*/ 714660 w 5734864"/>
              <a:gd name="connsiteY34" fmla="*/ 1982709 h 6858000"/>
              <a:gd name="connsiteX35" fmla="*/ 710759 w 5734864"/>
              <a:gd name="connsiteY35" fmla="*/ 2013010 h 6858000"/>
              <a:gd name="connsiteX36" fmla="*/ 697927 w 5734864"/>
              <a:gd name="connsiteY36" fmla="*/ 2069833 h 6858000"/>
              <a:gd name="connsiteX37" fmla="*/ 693594 w 5734864"/>
              <a:gd name="connsiteY37" fmla="*/ 2103731 h 6858000"/>
              <a:gd name="connsiteX38" fmla="*/ 691109 w 5734864"/>
              <a:gd name="connsiteY38" fmla="*/ 2124027 h 6858000"/>
              <a:gd name="connsiteX39" fmla="*/ 676593 w 5734864"/>
              <a:gd name="connsiteY39" fmla="*/ 2176182 h 6858000"/>
              <a:gd name="connsiteX40" fmla="*/ 633227 w 5734864"/>
              <a:gd name="connsiteY40" fmla="*/ 2258036 h 6858000"/>
              <a:gd name="connsiteX41" fmla="*/ 625564 w 5734864"/>
              <a:gd name="connsiteY41" fmla="*/ 2284567 h 6858000"/>
              <a:gd name="connsiteX42" fmla="*/ 627074 w 5734864"/>
              <a:gd name="connsiteY42" fmla="*/ 2289605 h 6858000"/>
              <a:gd name="connsiteX43" fmla="*/ 614574 w 5734864"/>
              <a:gd name="connsiteY43" fmla="*/ 2308717 h 6858000"/>
              <a:gd name="connsiteX44" fmla="*/ 606890 w 5734864"/>
              <a:gd name="connsiteY44" fmla="*/ 2320662 h 6858000"/>
              <a:gd name="connsiteX45" fmla="*/ 605558 w 5734864"/>
              <a:gd name="connsiteY45" fmla="*/ 2327897 h 6858000"/>
              <a:gd name="connsiteX46" fmla="*/ 602202 w 5734864"/>
              <a:gd name="connsiteY46" fmla="*/ 2357749 h 6858000"/>
              <a:gd name="connsiteX47" fmla="*/ 600213 w 5734864"/>
              <a:gd name="connsiteY47" fmla="*/ 2364905 h 6858000"/>
              <a:gd name="connsiteX48" fmla="*/ 597160 w 5734864"/>
              <a:gd name="connsiteY48" fmla="*/ 2388351 h 6858000"/>
              <a:gd name="connsiteX49" fmla="*/ 597982 w 5734864"/>
              <a:gd name="connsiteY49" fmla="*/ 2402296 h 6858000"/>
              <a:gd name="connsiteX50" fmla="*/ 593150 w 5734864"/>
              <a:gd name="connsiteY50" fmla="*/ 2420015 h 6858000"/>
              <a:gd name="connsiteX51" fmla="*/ 592833 w 5734864"/>
              <a:gd name="connsiteY51" fmla="*/ 2422749 h 6858000"/>
              <a:gd name="connsiteX52" fmla="*/ 594479 w 5734864"/>
              <a:gd name="connsiteY52" fmla="*/ 2426002 h 6858000"/>
              <a:gd name="connsiteX53" fmla="*/ 591963 w 5734864"/>
              <a:gd name="connsiteY53" fmla="*/ 2431950 h 6858000"/>
              <a:gd name="connsiteX54" fmla="*/ 591544 w 5734864"/>
              <a:gd name="connsiteY54" fmla="*/ 2433897 h 6858000"/>
              <a:gd name="connsiteX55" fmla="*/ 589519 w 5734864"/>
              <a:gd name="connsiteY55" fmla="*/ 2451398 h 6858000"/>
              <a:gd name="connsiteX56" fmla="*/ 590037 w 5734864"/>
              <a:gd name="connsiteY56" fmla="*/ 2455536 h 6858000"/>
              <a:gd name="connsiteX57" fmla="*/ 588179 w 5734864"/>
              <a:gd name="connsiteY57" fmla="*/ 2462981 h 6858000"/>
              <a:gd name="connsiteX58" fmla="*/ 583434 w 5734864"/>
              <a:gd name="connsiteY58" fmla="*/ 2503991 h 6858000"/>
              <a:gd name="connsiteX59" fmla="*/ 567942 w 5734864"/>
              <a:gd name="connsiteY59" fmla="*/ 2652936 h 6858000"/>
              <a:gd name="connsiteX60" fmla="*/ 573869 w 5734864"/>
              <a:gd name="connsiteY60" fmla="*/ 2670188 h 6858000"/>
              <a:gd name="connsiteX61" fmla="*/ 575243 w 5734864"/>
              <a:gd name="connsiteY61" fmla="*/ 2688114 h 6858000"/>
              <a:gd name="connsiteX62" fmla="*/ 573824 w 5734864"/>
              <a:gd name="connsiteY62" fmla="*/ 2689856 h 6858000"/>
              <a:gd name="connsiteX63" fmla="*/ 570699 w 5734864"/>
              <a:gd name="connsiteY63" fmla="*/ 2709353 h 6858000"/>
              <a:gd name="connsiteX64" fmla="*/ 573192 w 5734864"/>
              <a:gd name="connsiteY64" fmla="*/ 2714527 h 6858000"/>
              <a:gd name="connsiteX65" fmla="*/ 572044 w 5734864"/>
              <a:gd name="connsiteY65" fmla="*/ 2728187 h 6858000"/>
              <a:gd name="connsiteX66" fmla="*/ 572465 w 5734864"/>
              <a:gd name="connsiteY66" fmla="*/ 2755863 h 6858000"/>
              <a:gd name="connsiteX67" fmla="*/ 570028 w 5734864"/>
              <a:gd name="connsiteY67" fmla="*/ 2760324 h 6858000"/>
              <a:gd name="connsiteX68" fmla="*/ 566748 w 5734864"/>
              <a:gd name="connsiteY68" fmla="*/ 2800948 h 6858000"/>
              <a:gd name="connsiteX69" fmla="*/ 565509 w 5734864"/>
              <a:gd name="connsiteY69" fmla="*/ 2801167 h 6858000"/>
              <a:gd name="connsiteX70" fmla="*/ 559367 w 5734864"/>
              <a:gd name="connsiteY70" fmla="*/ 2811129 h 6858000"/>
              <a:gd name="connsiteX71" fmla="*/ 550354 w 5734864"/>
              <a:gd name="connsiteY71" fmla="*/ 2830949 h 6858000"/>
              <a:gd name="connsiteX72" fmla="*/ 514795 w 5734864"/>
              <a:gd name="connsiteY72" fmla="*/ 2872433 h 6858000"/>
              <a:gd name="connsiteX73" fmla="*/ 509875 w 5734864"/>
              <a:gd name="connsiteY73" fmla="*/ 2923099 h 6858000"/>
              <a:gd name="connsiteX74" fmla="*/ 509577 w 5734864"/>
              <a:gd name="connsiteY74" fmla="*/ 2923197 h 6858000"/>
              <a:gd name="connsiteX75" fmla="*/ 507597 w 5734864"/>
              <a:gd name="connsiteY75" fmla="*/ 2931868 h 6858000"/>
              <a:gd name="connsiteX76" fmla="*/ 507379 w 5734864"/>
              <a:gd name="connsiteY76" fmla="*/ 2938322 h 6858000"/>
              <a:gd name="connsiteX77" fmla="*/ 504725 w 5734864"/>
              <a:gd name="connsiteY77" fmla="*/ 2954519 h 6858000"/>
              <a:gd name="connsiteX78" fmla="*/ 502018 w 5734864"/>
              <a:gd name="connsiteY78" fmla="*/ 2959643 h 6858000"/>
              <a:gd name="connsiteX79" fmla="*/ 498360 w 5734864"/>
              <a:gd name="connsiteY79" fmla="*/ 2961019 h 6858000"/>
              <a:gd name="connsiteX80" fmla="*/ 498483 w 5734864"/>
              <a:gd name="connsiteY80" fmla="*/ 2962590 h 6858000"/>
              <a:gd name="connsiteX81" fmla="*/ 484403 w 5734864"/>
              <a:gd name="connsiteY81" fmla="*/ 2990538 h 6858000"/>
              <a:gd name="connsiteX82" fmla="*/ 463075 w 5734864"/>
              <a:gd name="connsiteY82" fmla="*/ 3055956 h 6858000"/>
              <a:gd name="connsiteX83" fmla="*/ 455013 w 5734864"/>
              <a:gd name="connsiteY83" fmla="*/ 3094482 h 6858000"/>
              <a:gd name="connsiteX84" fmla="*/ 428391 w 5734864"/>
              <a:gd name="connsiteY84" fmla="*/ 3198850 h 6858000"/>
              <a:gd name="connsiteX85" fmla="*/ 401440 w 5734864"/>
              <a:gd name="connsiteY85" fmla="*/ 3307560 h 6858000"/>
              <a:gd name="connsiteX86" fmla="*/ 386076 w 5734864"/>
              <a:gd name="connsiteY86" fmla="*/ 3373943 h 6858000"/>
              <a:gd name="connsiteX87" fmla="*/ 374726 w 5734864"/>
              <a:gd name="connsiteY87" fmla="*/ 3381364 h 6858000"/>
              <a:gd name="connsiteX88" fmla="*/ 369145 w 5734864"/>
              <a:gd name="connsiteY88" fmla="*/ 3383729 h 6858000"/>
              <a:gd name="connsiteX89" fmla="*/ 364294 w 5734864"/>
              <a:gd name="connsiteY89" fmla="*/ 3414159 h 6858000"/>
              <a:gd name="connsiteX90" fmla="*/ 366450 w 5734864"/>
              <a:gd name="connsiteY90" fmla="*/ 3436925 h 6858000"/>
              <a:gd name="connsiteX91" fmla="*/ 351743 w 5734864"/>
              <a:gd name="connsiteY91" fmla="*/ 3521619 h 6858000"/>
              <a:gd name="connsiteX92" fmla="*/ 345784 w 5734864"/>
              <a:gd name="connsiteY92" fmla="*/ 3603757 h 6858000"/>
              <a:gd name="connsiteX93" fmla="*/ 344198 w 5734864"/>
              <a:gd name="connsiteY93" fmla="*/ 3652424 h 6858000"/>
              <a:gd name="connsiteX94" fmla="*/ 352450 w 5734864"/>
              <a:gd name="connsiteY94" fmla="*/ 3665222 h 6858000"/>
              <a:gd name="connsiteX95" fmla="*/ 342621 w 5734864"/>
              <a:gd name="connsiteY95" fmla="*/ 3700804 h 6858000"/>
              <a:gd name="connsiteX96" fmla="*/ 341514 w 5734864"/>
              <a:gd name="connsiteY96" fmla="*/ 3734774 h 6858000"/>
              <a:gd name="connsiteX97" fmla="*/ 340607 w 5734864"/>
              <a:gd name="connsiteY97" fmla="*/ 3785153 h 6858000"/>
              <a:gd name="connsiteX98" fmla="*/ 340707 w 5734864"/>
              <a:gd name="connsiteY98" fmla="*/ 3788177 h 6858000"/>
              <a:gd name="connsiteX99" fmla="*/ 340361 w 5734864"/>
              <a:gd name="connsiteY99" fmla="*/ 3798803 h 6858000"/>
              <a:gd name="connsiteX100" fmla="*/ 339642 w 5734864"/>
              <a:gd name="connsiteY100" fmla="*/ 3838750 h 6858000"/>
              <a:gd name="connsiteX101" fmla="*/ 360295 w 5734864"/>
              <a:gd name="connsiteY101" fmla="*/ 4015196 h 6858000"/>
              <a:gd name="connsiteX102" fmla="*/ 339043 w 5734864"/>
              <a:gd name="connsiteY102" fmla="*/ 4052778 h 6858000"/>
              <a:gd name="connsiteX103" fmla="*/ 339343 w 5734864"/>
              <a:gd name="connsiteY103" fmla="*/ 4096257 h 6858000"/>
              <a:gd name="connsiteX104" fmla="*/ 340786 w 5734864"/>
              <a:gd name="connsiteY104" fmla="*/ 4321136 h 6858000"/>
              <a:gd name="connsiteX105" fmla="*/ 343158 w 5734864"/>
              <a:gd name="connsiteY105" fmla="*/ 4429174 h 6858000"/>
              <a:gd name="connsiteX106" fmla="*/ 334599 w 5734864"/>
              <a:gd name="connsiteY106" fmla="*/ 4449938 h 6858000"/>
              <a:gd name="connsiteX107" fmla="*/ 332890 w 5734864"/>
              <a:gd name="connsiteY107" fmla="*/ 4453515 h 6858000"/>
              <a:gd name="connsiteX108" fmla="*/ 331105 w 5734864"/>
              <a:gd name="connsiteY108" fmla="*/ 4467941 h 6858000"/>
              <a:gd name="connsiteX109" fmla="*/ 324289 w 5734864"/>
              <a:gd name="connsiteY109" fmla="*/ 4471861 h 6858000"/>
              <a:gd name="connsiteX110" fmla="*/ 317079 w 5734864"/>
              <a:gd name="connsiteY110" fmla="*/ 4493468 h 6858000"/>
              <a:gd name="connsiteX111" fmla="*/ 315557 w 5734864"/>
              <a:gd name="connsiteY111" fmla="*/ 4520067 h 6858000"/>
              <a:gd name="connsiteX112" fmla="*/ 315240 w 5734864"/>
              <a:gd name="connsiteY112" fmla="*/ 4536872 h 6858000"/>
              <a:gd name="connsiteX113" fmla="*/ 316200 w 5734864"/>
              <a:gd name="connsiteY113" fmla="*/ 4538297 h 6858000"/>
              <a:gd name="connsiteX114" fmla="*/ 317507 w 5734864"/>
              <a:gd name="connsiteY114" fmla="*/ 4547582 h 6858000"/>
              <a:gd name="connsiteX115" fmla="*/ 323078 w 5734864"/>
              <a:gd name="connsiteY115" fmla="*/ 4592102 h 6858000"/>
              <a:gd name="connsiteX116" fmla="*/ 328722 w 5734864"/>
              <a:gd name="connsiteY116" fmla="*/ 4667914 h 6858000"/>
              <a:gd name="connsiteX117" fmla="*/ 335597 w 5734864"/>
              <a:gd name="connsiteY117" fmla="*/ 4695035 h 6858000"/>
              <a:gd name="connsiteX118" fmla="*/ 339485 w 5734864"/>
              <a:gd name="connsiteY118" fmla="*/ 4695979 h 6858000"/>
              <a:gd name="connsiteX119" fmla="*/ 341089 w 5734864"/>
              <a:gd name="connsiteY119" fmla="*/ 4704268 h 6858000"/>
              <a:gd name="connsiteX120" fmla="*/ 342177 w 5734864"/>
              <a:gd name="connsiteY120" fmla="*/ 4706060 h 6858000"/>
              <a:gd name="connsiteX121" fmla="*/ 347751 w 5734864"/>
              <a:gd name="connsiteY121" fmla="*/ 4716754 h 6858000"/>
              <a:gd name="connsiteX122" fmla="*/ 344125 w 5734864"/>
              <a:gd name="connsiteY122" fmla="*/ 4764669 h 6858000"/>
              <a:gd name="connsiteX123" fmla="*/ 340188 w 5734864"/>
              <a:gd name="connsiteY123" fmla="*/ 4779386 h 6858000"/>
              <a:gd name="connsiteX124" fmla="*/ 335146 w 5734864"/>
              <a:gd name="connsiteY124" fmla="*/ 4787491 h 6858000"/>
              <a:gd name="connsiteX125" fmla="*/ 319124 w 5734864"/>
              <a:gd name="connsiteY125" fmla="*/ 4843514 h 6858000"/>
              <a:gd name="connsiteX126" fmla="*/ 305956 w 5734864"/>
              <a:gd name="connsiteY126" fmla="*/ 4881505 h 6858000"/>
              <a:gd name="connsiteX127" fmla="*/ 301062 w 5734864"/>
              <a:gd name="connsiteY127" fmla="*/ 4889332 h 6858000"/>
              <a:gd name="connsiteX128" fmla="*/ 302141 w 5734864"/>
              <a:gd name="connsiteY128" fmla="*/ 4899400 h 6858000"/>
              <a:gd name="connsiteX129" fmla="*/ 304424 w 5734864"/>
              <a:gd name="connsiteY129" fmla="*/ 4902664 h 6858000"/>
              <a:gd name="connsiteX130" fmla="*/ 293123 w 5734864"/>
              <a:gd name="connsiteY130" fmla="*/ 4932769 h 6858000"/>
              <a:gd name="connsiteX131" fmla="*/ 292275 w 5734864"/>
              <a:gd name="connsiteY131" fmla="*/ 4936482 h 6858000"/>
              <a:gd name="connsiteX132" fmla="*/ 288304 w 5734864"/>
              <a:gd name="connsiteY132" fmla="*/ 4962325 h 6858000"/>
              <a:gd name="connsiteX133" fmla="*/ 287420 w 5734864"/>
              <a:gd name="connsiteY133" fmla="*/ 5042193 h 6858000"/>
              <a:gd name="connsiteX134" fmla="*/ 287020 w 5734864"/>
              <a:gd name="connsiteY134" fmla="*/ 5065655 h 6858000"/>
              <a:gd name="connsiteX135" fmla="*/ 288488 w 5734864"/>
              <a:gd name="connsiteY135" fmla="*/ 5082216 h 6858000"/>
              <a:gd name="connsiteX136" fmla="*/ 282763 w 5734864"/>
              <a:gd name="connsiteY136" fmla="*/ 5127114 h 6858000"/>
              <a:gd name="connsiteX137" fmla="*/ 269316 w 5734864"/>
              <a:gd name="connsiteY137" fmla="*/ 5202682 h 6858000"/>
              <a:gd name="connsiteX138" fmla="*/ 269174 w 5734864"/>
              <a:gd name="connsiteY138" fmla="*/ 5230835 h 6858000"/>
              <a:gd name="connsiteX139" fmla="*/ 272679 w 5734864"/>
              <a:gd name="connsiteY139" fmla="*/ 5232660 h 6858000"/>
              <a:gd name="connsiteX140" fmla="*/ 272160 w 5734864"/>
              <a:gd name="connsiteY140" fmla="*/ 5241150 h 6858000"/>
              <a:gd name="connsiteX141" fmla="*/ 272760 w 5734864"/>
              <a:gd name="connsiteY141" fmla="*/ 5243156 h 6858000"/>
              <a:gd name="connsiteX142" fmla="*/ 275462 w 5734864"/>
              <a:gd name="connsiteY142" fmla="*/ 5254919 h 6858000"/>
              <a:gd name="connsiteX143" fmla="*/ 262897 w 5734864"/>
              <a:gd name="connsiteY143" fmla="*/ 5286259 h 6858000"/>
              <a:gd name="connsiteX144" fmla="*/ 252761 w 5734864"/>
              <a:gd name="connsiteY144" fmla="*/ 5357801 h 6858000"/>
              <a:gd name="connsiteX145" fmla="*/ 242360 w 5734864"/>
              <a:gd name="connsiteY145" fmla="*/ 5460080 h 6858000"/>
              <a:gd name="connsiteX146" fmla="*/ 229880 w 5734864"/>
              <a:gd name="connsiteY146" fmla="*/ 5539714 h 6858000"/>
              <a:gd name="connsiteX147" fmla="*/ 204283 w 5734864"/>
              <a:gd name="connsiteY147" fmla="*/ 5639080 h 6858000"/>
              <a:gd name="connsiteX148" fmla="*/ 198948 w 5734864"/>
              <a:gd name="connsiteY148" fmla="*/ 5710958 h 6858000"/>
              <a:gd name="connsiteX149" fmla="*/ 192367 w 5734864"/>
              <a:gd name="connsiteY149" fmla="*/ 5719859 h 6858000"/>
              <a:gd name="connsiteX150" fmla="*/ 188035 w 5734864"/>
              <a:gd name="connsiteY150" fmla="*/ 5729935 h 6858000"/>
              <a:gd name="connsiteX151" fmla="*/ 188428 w 5734864"/>
              <a:gd name="connsiteY151" fmla="*/ 5731182 h 6858000"/>
              <a:gd name="connsiteX152" fmla="*/ 181635 w 5734864"/>
              <a:gd name="connsiteY152" fmla="*/ 5753538 h 6858000"/>
              <a:gd name="connsiteX153" fmla="*/ 169744 w 5734864"/>
              <a:gd name="connsiteY153" fmla="*/ 5796307 h 6858000"/>
              <a:gd name="connsiteX154" fmla="*/ 170351 w 5734864"/>
              <a:gd name="connsiteY154" fmla="*/ 5796644 h 6858000"/>
              <a:gd name="connsiteX155" fmla="*/ 171559 w 5734864"/>
              <a:gd name="connsiteY155" fmla="*/ 5803435 h 6858000"/>
              <a:gd name="connsiteX156" fmla="*/ 172284 w 5734864"/>
              <a:gd name="connsiteY156" fmla="*/ 5816391 h 6858000"/>
              <a:gd name="connsiteX157" fmla="*/ 182542 w 5734864"/>
              <a:gd name="connsiteY157" fmla="*/ 5846382 h 6858000"/>
              <a:gd name="connsiteX158" fmla="*/ 175877 w 5734864"/>
              <a:gd name="connsiteY158" fmla="*/ 5871336 h 6858000"/>
              <a:gd name="connsiteX159" fmla="*/ 174910 w 5734864"/>
              <a:gd name="connsiteY159" fmla="*/ 5876376 h 6858000"/>
              <a:gd name="connsiteX160" fmla="*/ 175047 w 5734864"/>
              <a:gd name="connsiteY160" fmla="*/ 5876483 h 6858000"/>
              <a:gd name="connsiteX161" fmla="*/ 174335 w 5734864"/>
              <a:gd name="connsiteY161" fmla="*/ 5881814 h 6858000"/>
              <a:gd name="connsiteX162" fmla="*/ 171273 w 5734864"/>
              <a:gd name="connsiteY162" fmla="*/ 5895339 h 6858000"/>
              <a:gd name="connsiteX163" fmla="*/ 171658 w 5734864"/>
              <a:gd name="connsiteY163" fmla="*/ 5898749 h 6858000"/>
              <a:gd name="connsiteX164" fmla="*/ 174658 w 5734864"/>
              <a:gd name="connsiteY164" fmla="*/ 5919558 h 6858000"/>
              <a:gd name="connsiteX165" fmla="*/ 169099 w 5734864"/>
              <a:gd name="connsiteY165" fmla="*/ 5984417 h 6858000"/>
              <a:gd name="connsiteX166" fmla="*/ 162007 w 5734864"/>
              <a:gd name="connsiteY166" fmla="*/ 6049043 h 6858000"/>
              <a:gd name="connsiteX167" fmla="*/ 156875 w 5734864"/>
              <a:gd name="connsiteY167" fmla="*/ 6114000 h 6858000"/>
              <a:gd name="connsiteX168" fmla="*/ 165441 w 5734864"/>
              <a:gd name="connsiteY168" fmla="*/ 6146938 h 6858000"/>
              <a:gd name="connsiteX169" fmla="*/ 165177 w 5734864"/>
              <a:gd name="connsiteY169" fmla="*/ 6150658 h 6858000"/>
              <a:gd name="connsiteX170" fmla="*/ 161772 w 5734864"/>
              <a:gd name="connsiteY170" fmla="*/ 6160011 h 6858000"/>
              <a:gd name="connsiteX171" fmla="*/ 160051 w 5734864"/>
              <a:gd name="connsiteY171" fmla="*/ 6163393 h 6858000"/>
              <a:gd name="connsiteX172" fmla="*/ 158473 w 5734864"/>
              <a:gd name="connsiteY172" fmla="*/ 6168628 h 6858000"/>
              <a:gd name="connsiteX173" fmla="*/ 158573 w 5734864"/>
              <a:gd name="connsiteY173" fmla="*/ 6168799 h 6858000"/>
              <a:gd name="connsiteX174" fmla="*/ 146463 w 5734864"/>
              <a:gd name="connsiteY174" fmla="*/ 6196671 h 6858000"/>
              <a:gd name="connsiteX175" fmla="*/ 150209 w 5734864"/>
              <a:gd name="connsiteY175" fmla="*/ 6232365 h 6858000"/>
              <a:gd name="connsiteX176" fmla="*/ 148544 w 5734864"/>
              <a:gd name="connsiteY176" fmla="*/ 6246162 h 6858000"/>
              <a:gd name="connsiteX177" fmla="*/ 148403 w 5734864"/>
              <a:gd name="connsiteY177" fmla="*/ 6253754 h 6858000"/>
              <a:gd name="connsiteX178" fmla="*/ 138880 w 5734864"/>
              <a:gd name="connsiteY178" fmla="*/ 6276449 h 6858000"/>
              <a:gd name="connsiteX179" fmla="*/ 138683 w 5734864"/>
              <a:gd name="connsiteY179" fmla="*/ 6279721 h 6858000"/>
              <a:gd name="connsiteX180" fmla="*/ 130721 w 5734864"/>
              <a:gd name="connsiteY180" fmla="*/ 6293675 h 6858000"/>
              <a:gd name="connsiteX181" fmla="*/ 120717 w 5734864"/>
              <a:gd name="connsiteY181" fmla="*/ 6313967 h 6858000"/>
              <a:gd name="connsiteX182" fmla="*/ 120841 w 5734864"/>
              <a:gd name="connsiteY182" fmla="*/ 6315437 h 6858000"/>
              <a:gd name="connsiteX183" fmla="*/ 115208 w 5734864"/>
              <a:gd name="connsiteY183" fmla="*/ 6324024 h 6858000"/>
              <a:gd name="connsiteX184" fmla="*/ 101217 w 5734864"/>
              <a:gd name="connsiteY184" fmla="*/ 6365923 h 6858000"/>
              <a:gd name="connsiteX185" fmla="*/ 74946 w 5734864"/>
              <a:gd name="connsiteY185" fmla="*/ 6556817 h 6858000"/>
              <a:gd name="connsiteX186" fmla="*/ 16001 w 5734864"/>
              <a:gd name="connsiteY186" fmla="*/ 6808678 h 6858000"/>
              <a:gd name="connsiteX187" fmla="*/ 0 w 5734864"/>
              <a:gd name="connsiteY187" fmla="*/ 6858000 h 6858000"/>
              <a:gd name="connsiteX188" fmla="*/ 5734864 w 5734864"/>
              <a:gd name="connsiteY188" fmla="*/ 6858000 h 6858000"/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6695 w 5734864"/>
              <a:gd name="connsiteY13" fmla="*/ 1035077 h 6858000"/>
              <a:gd name="connsiteX14" fmla="*/ 847865 w 5734864"/>
              <a:gd name="connsiteY14" fmla="*/ 1070795 h 6858000"/>
              <a:gd name="connsiteX15" fmla="*/ 862786 w 5734864"/>
              <a:gd name="connsiteY15" fmla="*/ 1238994 h 6858000"/>
              <a:gd name="connsiteX16" fmla="*/ 859345 w 5734864"/>
              <a:gd name="connsiteY16" fmla="*/ 1380427 h 6858000"/>
              <a:gd name="connsiteX17" fmla="*/ 855172 w 5734864"/>
              <a:gd name="connsiteY17" fmla="*/ 1435262 h 6858000"/>
              <a:gd name="connsiteX18" fmla="*/ 860494 w 5734864"/>
              <a:gd name="connsiteY18" fmla="*/ 1453861 h 6858000"/>
              <a:gd name="connsiteX19" fmla="*/ 853731 w 5734864"/>
              <a:gd name="connsiteY19" fmla="*/ 1467047 h 6858000"/>
              <a:gd name="connsiteX20" fmla="*/ 845847 w 5734864"/>
              <a:gd name="connsiteY20" fmla="*/ 1502307 h 6858000"/>
              <a:gd name="connsiteX21" fmla="*/ 817613 w 5734864"/>
              <a:gd name="connsiteY21" fmla="*/ 1565166 h 6858000"/>
              <a:gd name="connsiteX22" fmla="*/ 804223 w 5734864"/>
              <a:gd name="connsiteY22" fmla="*/ 1601941 h 6858000"/>
              <a:gd name="connsiteX23" fmla="*/ 791773 w 5734864"/>
              <a:gd name="connsiteY23" fmla="*/ 1627005 h 6858000"/>
              <a:gd name="connsiteX24" fmla="*/ 774645 w 5734864"/>
              <a:gd name="connsiteY24" fmla="*/ 1699922 h 6858000"/>
              <a:gd name="connsiteX25" fmla="*/ 752343 w 5734864"/>
              <a:gd name="connsiteY25" fmla="*/ 1824604 h 6858000"/>
              <a:gd name="connsiteX26" fmla="*/ 746254 w 5734864"/>
              <a:gd name="connsiteY26" fmla="*/ 1850222 h 6858000"/>
              <a:gd name="connsiteX27" fmla="*/ 728600 w 5734864"/>
              <a:gd name="connsiteY27" fmla="*/ 1869603 h 6858000"/>
              <a:gd name="connsiteX28" fmla="*/ 724396 w 5734864"/>
              <a:gd name="connsiteY28" fmla="*/ 1883104 h 6858000"/>
              <a:gd name="connsiteX29" fmla="*/ 722165 w 5734864"/>
              <a:gd name="connsiteY29" fmla="*/ 1885924 h 6858000"/>
              <a:gd name="connsiteX30" fmla="*/ 721338 w 5734864"/>
              <a:gd name="connsiteY30" fmla="*/ 1887123 h 6858000"/>
              <a:gd name="connsiteX31" fmla="*/ 714840 w 5734864"/>
              <a:gd name="connsiteY31" fmla="*/ 1902274 h 6858000"/>
              <a:gd name="connsiteX32" fmla="*/ 722847 w 5734864"/>
              <a:gd name="connsiteY32" fmla="*/ 1929891 h 6858000"/>
              <a:gd name="connsiteX33" fmla="*/ 714660 w 5734864"/>
              <a:gd name="connsiteY33" fmla="*/ 1982709 h 6858000"/>
              <a:gd name="connsiteX34" fmla="*/ 710759 w 5734864"/>
              <a:gd name="connsiteY34" fmla="*/ 2013010 h 6858000"/>
              <a:gd name="connsiteX35" fmla="*/ 697927 w 5734864"/>
              <a:gd name="connsiteY35" fmla="*/ 2069833 h 6858000"/>
              <a:gd name="connsiteX36" fmla="*/ 693594 w 5734864"/>
              <a:gd name="connsiteY36" fmla="*/ 2103731 h 6858000"/>
              <a:gd name="connsiteX37" fmla="*/ 691109 w 5734864"/>
              <a:gd name="connsiteY37" fmla="*/ 2124027 h 6858000"/>
              <a:gd name="connsiteX38" fmla="*/ 676593 w 5734864"/>
              <a:gd name="connsiteY38" fmla="*/ 2176182 h 6858000"/>
              <a:gd name="connsiteX39" fmla="*/ 633227 w 5734864"/>
              <a:gd name="connsiteY39" fmla="*/ 2258036 h 6858000"/>
              <a:gd name="connsiteX40" fmla="*/ 625564 w 5734864"/>
              <a:gd name="connsiteY40" fmla="*/ 2284567 h 6858000"/>
              <a:gd name="connsiteX41" fmla="*/ 627074 w 5734864"/>
              <a:gd name="connsiteY41" fmla="*/ 2289605 h 6858000"/>
              <a:gd name="connsiteX42" fmla="*/ 614574 w 5734864"/>
              <a:gd name="connsiteY42" fmla="*/ 2308717 h 6858000"/>
              <a:gd name="connsiteX43" fmla="*/ 606890 w 5734864"/>
              <a:gd name="connsiteY43" fmla="*/ 2320662 h 6858000"/>
              <a:gd name="connsiteX44" fmla="*/ 605558 w 5734864"/>
              <a:gd name="connsiteY44" fmla="*/ 2327897 h 6858000"/>
              <a:gd name="connsiteX45" fmla="*/ 602202 w 5734864"/>
              <a:gd name="connsiteY45" fmla="*/ 2357749 h 6858000"/>
              <a:gd name="connsiteX46" fmla="*/ 600213 w 5734864"/>
              <a:gd name="connsiteY46" fmla="*/ 2364905 h 6858000"/>
              <a:gd name="connsiteX47" fmla="*/ 597160 w 5734864"/>
              <a:gd name="connsiteY47" fmla="*/ 2388351 h 6858000"/>
              <a:gd name="connsiteX48" fmla="*/ 597982 w 5734864"/>
              <a:gd name="connsiteY48" fmla="*/ 2402296 h 6858000"/>
              <a:gd name="connsiteX49" fmla="*/ 593150 w 5734864"/>
              <a:gd name="connsiteY49" fmla="*/ 2420015 h 6858000"/>
              <a:gd name="connsiteX50" fmla="*/ 592833 w 5734864"/>
              <a:gd name="connsiteY50" fmla="*/ 2422749 h 6858000"/>
              <a:gd name="connsiteX51" fmla="*/ 594479 w 5734864"/>
              <a:gd name="connsiteY51" fmla="*/ 2426002 h 6858000"/>
              <a:gd name="connsiteX52" fmla="*/ 591963 w 5734864"/>
              <a:gd name="connsiteY52" fmla="*/ 2431950 h 6858000"/>
              <a:gd name="connsiteX53" fmla="*/ 591544 w 5734864"/>
              <a:gd name="connsiteY53" fmla="*/ 2433897 h 6858000"/>
              <a:gd name="connsiteX54" fmla="*/ 589519 w 5734864"/>
              <a:gd name="connsiteY54" fmla="*/ 2451398 h 6858000"/>
              <a:gd name="connsiteX55" fmla="*/ 590037 w 5734864"/>
              <a:gd name="connsiteY55" fmla="*/ 2455536 h 6858000"/>
              <a:gd name="connsiteX56" fmla="*/ 588179 w 5734864"/>
              <a:gd name="connsiteY56" fmla="*/ 2462981 h 6858000"/>
              <a:gd name="connsiteX57" fmla="*/ 583434 w 5734864"/>
              <a:gd name="connsiteY57" fmla="*/ 2503991 h 6858000"/>
              <a:gd name="connsiteX58" fmla="*/ 567942 w 5734864"/>
              <a:gd name="connsiteY58" fmla="*/ 2652936 h 6858000"/>
              <a:gd name="connsiteX59" fmla="*/ 573869 w 5734864"/>
              <a:gd name="connsiteY59" fmla="*/ 2670188 h 6858000"/>
              <a:gd name="connsiteX60" fmla="*/ 575243 w 5734864"/>
              <a:gd name="connsiteY60" fmla="*/ 2688114 h 6858000"/>
              <a:gd name="connsiteX61" fmla="*/ 573824 w 5734864"/>
              <a:gd name="connsiteY61" fmla="*/ 2689856 h 6858000"/>
              <a:gd name="connsiteX62" fmla="*/ 570699 w 5734864"/>
              <a:gd name="connsiteY62" fmla="*/ 2709353 h 6858000"/>
              <a:gd name="connsiteX63" fmla="*/ 573192 w 5734864"/>
              <a:gd name="connsiteY63" fmla="*/ 2714527 h 6858000"/>
              <a:gd name="connsiteX64" fmla="*/ 572044 w 5734864"/>
              <a:gd name="connsiteY64" fmla="*/ 2728187 h 6858000"/>
              <a:gd name="connsiteX65" fmla="*/ 572465 w 5734864"/>
              <a:gd name="connsiteY65" fmla="*/ 2755863 h 6858000"/>
              <a:gd name="connsiteX66" fmla="*/ 570028 w 5734864"/>
              <a:gd name="connsiteY66" fmla="*/ 2760324 h 6858000"/>
              <a:gd name="connsiteX67" fmla="*/ 566748 w 5734864"/>
              <a:gd name="connsiteY67" fmla="*/ 2800948 h 6858000"/>
              <a:gd name="connsiteX68" fmla="*/ 565509 w 5734864"/>
              <a:gd name="connsiteY68" fmla="*/ 2801167 h 6858000"/>
              <a:gd name="connsiteX69" fmla="*/ 559367 w 5734864"/>
              <a:gd name="connsiteY69" fmla="*/ 2811129 h 6858000"/>
              <a:gd name="connsiteX70" fmla="*/ 550354 w 5734864"/>
              <a:gd name="connsiteY70" fmla="*/ 2830949 h 6858000"/>
              <a:gd name="connsiteX71" fmla="*/ 514795 w 5734864"/>
              <a:gd name="connsiteY71" fmla="*/ 2872433 h 6858000"/>
              <a:gd name="connsiteX72" fmla="*/ 509875 w 5734864"/>
              <a:gd name="connsiteY72" fmla="*/ 2923099 h 6858000"/>
              <a:gd name="connsiteX73" fmla="*/ 509577 w 5734864"/>
              <a:gd name="connsiteY73" fmla="*/ 2923197 h 6858000"/>
              <a:gd name="connsiteX74" fmla="*/ 507597 w 5734864"/>
              <a:gd name="connsiteY74" fmla="*/ 2931868 h 6858000"/>
              <a:gd name="connsiteX75" fmla="*/ 507379 w 5734864"/>
              <a:gd name="connsiteY75" fmla="*/ 2938322 h 6858000"/>
              <a:gd name="connsiteX76" fmla="*/ 504725 w 5734864"/>
              <a:gd name="connsiteY76" fmla="*/ 2954519 h 6858000"/>
              <a:gd name="connsiteX77" fmla="*/ 502018 w 5734864"/>
              <a:gd name="connsiteY77" fmla="*/ 2959643 h 6858000"/>
              <a:gd name="connsiteX78" fmla="*/ 498360 w 5734864"/>
              <a:gd name="connsiteY78" fmla="*/ 2961019 h 6858000"/>
              <a:gd name="connsiteX79" fmla="*/ 498483 w 5734864"/>
              <a:gd name="connsiteY79" fmla="*/ 2962590 h 6858000"/>
              <a:gd name="connsiteX80" fmla="*/ 484403 w 5734864"/>
              <a:gd name="connsiteY80" fmla="*/ 2990538 h 6858000"/>
              <a:gd name="connsiteX81" fmla="*/ 463075 w 5734864"/>
              <a:gd name="connsiteY81" fmla="*/ 3055956 h 6858000"/>
              <a:gd name="connsiteX82" fmla="*/ 455013 w 5734864"/>
              <a:gd name="connsiteY82" fmla="*/ 3094482 h 6858000"/>
              <a:gd name="connsiteX83" fmla="*/ 428391 w 5734864"/>
              <a:gd name="connsiteY83" fmla="*/ 3198850 h 6858000"/>
              <a:gd name="connsiteX84" fmla="*/ 401440 w 5734864"/>
              <a:gd name="connsiteY84" fmla="*/ 3307560 h 6858000"/>
              <a:gd name="connsiteX85" fmla="*/ 386076 w 5734864"/>
              <a:gd name="connsiteY85" fmla="*/ 3373943 h 6858000"/>
              <a:gd name="connsiteX86" fmla="*/ 374726 w 5734864"/>
              <a:gd name="connsiteY86" fmla="*/ 3381364 h 6858000"/>
              <a:gd name="connsiteX87" fmla="*/ 369145 w 5734864"/>
              <a:gd name="connsiteY87" fmla="*/ 3383729 h 6858000"/>
              <a:gd name="connsiteX88" fmla="*/ 364294 w 5734864"/>
              <a:gd name="connsiteY88" fmla="*/ 3414159 h 6858000"/>
              <a:gd name="connsiteX89" fmla="*/ 366450 w 5734864"/>
              <a:gd name="connsiteY89" fmla="*/ 3436925 h 6858000"/>
              <a:gd name="connsiteX90" fmla="*/ 351743 w 5734864"/>
              <a:gd name="connsiteY90" fmla="*/ 3521619 h 6858000"/>
              <a:gd name="connsiteX91" fmla="*/ 345784 w 5734864"/>
              <a:gd name="connsiteY91" fmla="*/ 3603757 h 6858000"/>
              <a:gd name="connsiteX92" fmla="*/ 344198 w 5734864"/>
              <a:gd name="connsiteY92" fmla="*/ 3652424 h 6858000"/>
              <a:gd name="connsiteX93" fmla="*/ 352450 w 5734864"/>
              <a:gd name="connsiteY93" fmla="*/ 3665222 h 6858000"/>
              <a:gd name="connsiteX94" fmla="*/ 342621 w 5734864"/>
              <a:gd name="connsiteY94" fmla="*/ 3700804 h 6858000"/>
              <a:gd name="connsiteX95" fmla="*/ 341514 w 5734864"/>
              <a:gd name="connsiteY95" fmla="*/ 3734774 h 6858000"/>
              <a:gd name="connsiteX96" fmla="*/ 340607 w 5734864"/>
              <a:gd name="connsiteY96" fmla="*/ 3785153 h 6858000"/>
              <a:gd name="connsiteX97" fmla="*/ 340707 w 5734864"/>
              <a:gd name="connsiteY97" fmla="*/ 3788177 h 6858000"/>
              <a:gd name="connsiteX98" fmla="*/ 340361 w 5734864"/>
              <a:gd name="connsiteY98" fmla="*/ 3798803 h 6858000"/>
              <a:gd name="connsiteX99" fmla="*/ 339642 w 5734864"/>
              <a:gd name="connsiteY99" fmla="*/ 3838750 h 6858000"/>
              <a:gd name="connsiteX100" fmla="*/ 360295 w 5734864"/>
              <a:gd name="connsiteY100" fmla="*/ 4015196 h 6858000"/>
              <a:gd name="connsiteX101" fmla="*/ 339043 w 5734864"/>
              <a:gd name="connsiteY101" fmla="*/ 4052778 h 6858000"/>
              <a:gd name="connsiteX102" fmla="*/ 339343 w 5734864"/>
              <a:gd name="connsiteY102" fmla="*/ 4096257 h 6858000"/>
              <a:gd name="connsiteX103" fmla="*/ 340786 w 5734864"/>
              <a:gd name="connsiteY103" fmla="*/ 4321136 h 6858000"/>
              <a:gd name="connsiteX104" fmla="*/ 343158 w 5734864"/>
              <a:gd name="connsiteY104" fmla="*/ 4429174 h 6858000"/>
              <a:gd name="connsiteX105" fmla="*/ 334599 w 5734864"/>
              <a:gd name="connsiteY105" fmla="*/ 4449938 h 6858000"/>
              <a:gd name="connsiteX106" fmla="*/ 332890 w 5734864"/>
              <a:gd name="connsiteY106" fmla="*/ 4453515 h 6858000"/>
              <a:gd name="connsiteX107" fmla="*/ 331105 w 5734864"/>
              <a:gd name="connsiteY107" fmla="*/ 4467941 h 6858000"/>
              <a:gd name="connsiteX108" fmla="*/ 324289 w 5734864"/>
              <a:gd name="connsiteY108" fmla="*/ 4471861 h 6858000"/>
              <a:gd name="connsiteX109" fmla="*/ 317079 w 5734864"/>
              <a:gd name="connsiteY109" fmla="*/ 4493468 h 6858000"/>
              <a:gd name="connsiteX110" fmla="*/ 315557 w 5734864"/>
              <a:gd name="connsiteY110" fmla="*/ 4520067 h 6858000"/>
              <a:gd name="connsiteX111" fmla="*/ 315240 w 5734864"/>
              <a:gd name="connsiteY111" fmla="*/ 4536872 h 6858000"/>
              <a:gd name="connsiteX112" fmla="*/ 316200 w 5734864"/>
              <a:gd name="connsiteY112" fmla="*/ 4538297 h 6858000"/>
              <a:gd name="connsiteX113" fmla="*/ 317507 w 5734864"/>
              <a:gd name="connsiteY113" fmla="*/ 4547582 h 6858000"/>
              <a:gd name="connsiteX114" fmla="*/ 323078 w 5734864"/>
              <a:gd name="connsiteY114" fmla="*/ 4592102 h 6858000"/>
              <a:gd name="connsiteX115" fmla="*/ 328722 w 5734864"/>
              <a:gd name="connsiteY115" fmla="*/ 4667914 h 6858000"/>
              <a:gd name="connsiteX116" fmla="*/ 335597 w 5734864"/>
              <a:gd name="connsiteY116" fmla="*/ 4695035 h 6858000"/>
              <a:gd name="connsiteX117" fmla="*/ 339485 w 5734864"/>
              <a:gd name="connsiteY117" fmla="*/ 4695979 h 6858000"/>
              <a:gd name="connsiteX118" fmla="*/ 341089 w 5734864"/>
              <a:gd name="connsiteY118" fmla="*/ 4704268 h 6858000"/>
              <a:gd name="connsiteX119" fmla="*/ 342177 w 5734864"/>
              <a:gd name="connsiteY119" fmla="*/ 4706060 h 6858000"/>
              <a:gd name="connsiteX120" fmla="*/ 347751 w 5734864"/>
              <a:gd name="connsiteY120" fmla="*/ 4716754 h 6858000"/>
              <a:gd name="connsiteX121" fmla="*/ 344125 w 5734864"/>
              <a:gd name="connsiteY121" fmla="*/ 4764669 h 6858000"/>
              <a:gd name="connsiteX122" fmla="*/ 340188 w 5734864"/>
              <a:gd name="connsiteY122" fmla="*/ 4779386 h 6858000"/>
              <a:gd name="connsiteX123" fmla="*/ 335146 w 5734864"/>
              <a:gd name="connsiteY123" fmla="*/ 4787491 h 6858000"/>
              <a:gd name="connsiteX124" fmla="*/ 319124 w 5734864"/>
              <a:gd name="connsiteY124" fmla="*/ 4843514 h 6858000"/>
              <a:gd name="connsiteX125" fmla="*/ 305956 w 5734864"/>
              <a:gd name="connsiteY125" fmla="*/ 4881505 h 6858000"/>
              <a:gd name="connsiteX126" fmla="*/ 301062 w 5734864"/>
              <a:gd name="connsiteY126" fmla="*/ 4889332 h 6858000"/>
              <a:gd name="connsiteX127" fmla="*/ 302141 w 5734864"/>
              <a:gd name="connsiteY127" fmla="*/ 4899400 h 6858000"/>
              <a:gd name="connsiteX128" fmla="*/ 304424 w 5734864"/>
              <a:gd name="connsiteY128" fmla="*/ 4902664 h 6858000"/>
              <a:gd name="connsiteX129" fmla="*/ 293123 w 5734864"/>
              <a:gd name="connsiteY129" fmla="*/ 4932769 h 6858000"/>
              <a:gd name="connsiteX130" fmla="*/ 292275 w 5734864"/>
              <a:gd name="connsiteY130" fmla="*/ 4936482 h 6858000"/>
              <a:gd name="connsiteX131" fmla="*/ 288304 w 5734864"/>
              <a:gd name="connsiteY131" fmla="*/ 4962325 h 6858000"/>
              <a:gd name="connsiteX132" fmla="*/ 287420 w 5734864"/>
              <a:gd name="connsiteY132" fmla="*/ 5042193 h 6858000"/>
              <a:gd name="connsiteX133" fmla="*/ 287020 w 5734864"/>
              <a:gd name="connsiteY133" fmla="*/ 5065655 h 6858000"/>
              <a:gd name="connsiteX134" fmla="*/ 288488 w 5734864"/>
              <a:gd name="connsiteY134" fmla="*/ 5082216 h 6858000"/>
              <a:gd name="connsiteX135" fmla="*/ 282763 w 5734864"/>
              <a:gd name="connsiteY135" fmla="*/ 5127114 h 6858000"/>
              <a:gd name="connsiteX136" fmla="*/ 269316 w 5734864"/>
              <a:gd name="connsiteY136" fmla="*/ 5202682 h 6858000"/>
              <a:gd name="connsiteX137" fmla="*/ 269174 w 5734864"/>
              <a:gd name="connsiteY137" fmla="*/ 5230835 h 6858000"/>
              <a:gd name="connsiteX138" fmla="*/ 272679 w 5734864"/>
              <a:gd name="connsiteY138" fmla="*/ 5232660 h 6858000"/>
              <a:gd name="connsiteX139" fmla="*/ 272160 w 5734864"/>
              <a:gd name="connsiteY139" fmla="*/ 5241150 h 6858000"/>
              <a:gd name="connsiteX140" fmla="*/ 272760 w 5734864"/>
              <a:gd name="connsiteY140" fmla="*/ 5243156 h 6858000"/>
              <a:gd name="connsiteX141" fmla="*/ 275462 w 5734864"/>
              <a:gd name="connsiteY141" fmla="*/ 5254919 h 6858000"/>
              <a:gd name="connsiteX142" fmla="*/ 262897 w 5734864"/>
              <a:gd name="connsiteY142" fmla="*/ 5286259 h 6858000"/>
              <a:gd name="connsiteX143" fmla="*/ 252761 w 5734864"/>
              <a:gd name="connsiteY143" fmla="*/ 5357801 h 6858000"/>
              <a:gd name="connsiteX144" fmla="*/ 242360 w 5734864"/>
              <a:gd name="connsiteY144" fmla="*/ 5460080 h 6858000"/>
              <a:gd name="connsiteX145" fmla="*/ 229880 w 5734864"/>
              <a:gd name="connsiteY145" fmla="*/ 5539714 h 6858000"/>
              <a:gd name="connsiteX146" fmla="*/ 204283 w 5734864"/>
              <a:gd name="connsiteY146" fmla="*/ 5639080 h 6858000"/>
              <a:gd name="connsiteX147" fmla="*/ 198948 w 5734864"/>
              <a:gd name="connsiteY147" fmla="*/ 5710958 h 6858000"/>
              <a:gd name="connsiteX148" fmla="*/ 192367 w 5734864"/>
              <a:gd name="connsiteY148" fmla="*/ 5719859 h 6858000"/>
              <a:gd name="connsiteX149" fmla="*/ 188035 w 5734864"/>
              <a:gd name="connsiteY149" fmla="*/ 5729935 h 6858000"/>
              <a:gd name="connsiteX150" fmla="*/ 188428 w 5734864"/>
              <a:gd name="connsiteY150" fmla="*/ 5731182 h 6858000"/>
              <a:gd name="connsiteX151" fmla="*/ 181635 w 5734864"/>
              <a:gd name="connsiteY151" fmla="*/ 5753538 h 6858000"/>
              <a:gd name="connsiteX152" fmla="*/ 169744 w 5734864"/>
              <a:gd name="connsiteY152" fmla="*/ 5796307 h 6858000"/>
              <a:gd name="connsiteX153" fmla="*/ 170351 w 5734864"/>
              <a:gd name="connsiteY153" fmla="*/ 5796644 h 6858000"/>
              <a:gd name="connsiteX154" fmla="*/ 171559 w 5734864"/>
              <a:gd name="connsiteY154" fmla="*/ 5803435 h 6858000"/>
              <a:gd name="connsiteX155" fmla="*/ 172284 w 5734864"/>
              <a:gd name="connsiteY155" fmla="*/ 5816391 h 6858000"/>
              <a:gd name="connsiteX156" fmla="*/ 182542 w 5734864"/>
              <a:gd name="connsiteY156" fmla="*/ 5846382 h 6858000"/>
              <a:gd name="connsiteX157" fmla="*/ 175877 w 5734864"/>
              <a:gd name="connsiteY157" fmla="*/ 5871336 h 6858000"/>
              <a:gd name="connsiteX158" fmla="*/ 174910 w 5734864"/>
              <a:gd name="connsiteY158" fmla="*/ 5876376 h 6858000"/>
              <a:gd name="connsiteX159" fmla="*/ 175047 w 5734864"/>
              <a:gd name="connsiteY159" fmla="*/ 5876483 h 6858000"/>
              <a:gd name="connsiteX160" fmla="*/ 174335 w 5734864"/>
              <a:gd name="connsiteY160" fmla="*/ 5881814 h 6858000"/>
              <a:gd name="connsiteX161" fmla="*/ 171273 w 5734864"/>
              <a:gd name="connsiteY161" fmla="*/ 5895339 h 6858000"/>
              <a:gd name="connsiteX162" fmla="*/ 171658 w 5734864"/>
              <a:gd name="connsiteY162" fmla="*/ 5898749 h 6858000"/>
              <a:gd name="connsiteX163" fmla="*/ 174658 w 5734864"/>
              <a:gd name="connsiteY163" fmla="*/ 5919558 h 6858000"/>
              <a:gd name="connsiteX164" fmla="*/ 169099 w 5734864"/>
              <a:gd name="connsiteY164" fmla="*/ 5984417 h 6858000"/>
              <a:gd name="connsiteX165" fmla="*/ 162007 w 5734864"/>
              <a:gd name="connsiteY165" fmla="*/ 6049043 h 6858000"/>
              <a:gd name="connsiteX166" fmla="*/ 156875 w 5734864"/>
              <a:gd name="connsiteY166" fmla="*/ 6114000 h 6858000"/>
              <a:gd name="connsiteX167" fmla="*/ 165441 w 5734864"/>
              <a:gd name="connsiteY167" fmla="*/ 6146938 h 6858000"/>
              <a:gd name="connsiteX168" fmla="*/ 165177 w 5734864"/>
              <a:gd name="connsiteY168" fmla="*/ 6150658 h 6858000"/>
              <a:gd name="connsiteX169" fmla="*/ 161772 w 5734864"/>
              <a:gd name="connsiteY169" fmla="*/ 6160011 h 6858000"/>
              <a:gd name="connsiteX170" fmla="*/ 160051 w 5734864"/>
              <a:gd name="connsiteY170" fmla="*/ 6163393 h 6858000"/>
              <a:gd name="connsiteX171" fmla="*/ 158473 w 5734864"/>
              <a:gd name="connsiteY171" fmla="*/ 6168628 h 6858000"/>
              <a:gd name="connsiteX172" fmla="*/ 158573 w 5734864"/>
              <a:gd name="connsiteY172" fmla="*/ 6168799 h 6858000"/>
              <a:gd name="connsiteX173" fmla="*/ 146463 w 5734864"/>
              <a:gd name="connsiteY173" fmla="*/ 6196671 h 6858000"/>
              <a:gd name="connsiteX174" fmla="*/ 150209 w 5734864"/>
              <a:gd name="connsiteY174" fmla="*/ 6232365 h 6858000"/>
              <a:gd name="connsiteX175" fmla="*/ 148544 w 5734864"/>
              <a:gd name="connsiteY175" fmla="*/ 6246162 h 6858000"/>
              <a:gd name="connsiteX176" fmla="*/ 148403 w 5734864"/>
              <a:gd name="connsiteY176" fmla="*/ 6253754 h 6858000"/>
              <a:gd name="connsiteX177" fmla="*/ 138880 w 5734864"/>
              <a:gd name="connsiteY177" fmla="*/ 6276449 h 6858000"/>
              <a:gd name="connsiteX178" fmla="*/ 138683 w 5734864"/>
              <a:gd name="connsiteY178" fmla="*/ 6279721 h 6858000"/>
              <a:gd name="connsiteX179" fmla="*/ 130721 w 5734864"/>
              <a:gd name="connsiteY179" fmla="*/ 6293675 h 6858000"/>
              <a:gd name="connsiteX180" fmla="*/ 120717 w 5734864"/>
              <a:gd name="connsiteY180" fmla="*/ 6313967 h 6858000"/>
              <a:gd name="connsiteX181" fmla="*/ 120841 w 5734864"/>
              <a:gd name="connsiteY181" fmla="*/ 6315437 h 6858000"/>
              <a:gd name="connsiteX182" fmla="*/ 115208 w 5734864"/>
              <a:gd name="connsiteY182" fmla="*/ 6324024 h 6858000"/>
              <a:gd name="connsiteX183" fmla="*/ 101217 w 5734864"/>
              <a:gd name="connsiteY183" fmla="*/ 6365923 h 6858000"/>
              <a:gd name="connsiteX184" fmla="*/ 74946 w 5734864"/>
              <a:gd name="connsiteY184" fmla="*/ 6556817 h 6858000"/>
              <a:gd name="connsiteX185" fmla="*/ 16001 w 5734864"/>
              <a:gd name="connsiteY185" fmla="*/ 6808678 h 6858000"/>
              <a:gd name="connsiteX186" fmla="*/ 0 w 5734864"/>
              <a:gd name="connsiteY186" fmla="*/ 6858000 h 6858000"/>
              <a:gd name="connsiteX187" fmla="*/ 5734864 w 5734864"/>
              <a:gd name="connsiteY187" fmla="*/ 6858000 h 6858000"/>
              <a:gd name="connsiteX188" fmla="*/ 5734864 w 5734864"/>
              <a:gd name="connsiteY188" fmla="*/ 0 h 6858000"/>
              <a:gd name="connsiteX0" fmla="*/ 5734864 w 5734864"/>
              <a:gd name="connsiteY0" fmla="*/ 0 h 6858000"/>
              <a:gd name="connsiteX1" fmla="*/ 771611 w 5734864"/>
              <a:gd name="connsiteY1" fmla="*/ 0 h 6858000"/>
              <a:gd name="connsiteX2" fmla="*/ 771679 w 5734864"/>
              <a:gd name="connsiteY2" fmla="*/ 49108 h 6858000"/>
              <a:gd name="connsiteX3" fmla="*/ 794248 w 5734864"/>
              <a:gd name="connsiteY3" fmla="*/ 200968 h 6858000"/>
              <a:gd name="connsiteX4" fmla="*/ 801749 w 5734864"/>
              <a:gd name="connsiteY4" fmla="*/ 414071 h 6858000"/>
              <a:gd name="connsiteX5" fmla="*/ 818548 w 5734864"/>
              <a:gd name="connsiteY5" fmla="*/ 585467 h 6858000"/>
              <a:gd name="connsiteX6" fmla="*/ 857476 w 5734864"/>
              <a:gd name="connsiteY6" fmla="*/ 800623 h 6858000"/>
              <a:gd name="connsiteX7" fmla="*/ 851083 w 5734864"/>
              <a:gd name="connsiteY7" fmla="*/ 878903 h 6858000"/>
              <a:gd name="connsiteX8" fmla="*/ 873564 w 5734864"/>
              <a:gd name="connsiteY8" fmla="*/ 943826 h 6858000"/>
              <a:gd name="connsiteX9" fmla="*/ 864705 w 5734864"/>
              <a:gd name="connsiteY9" fmla="*/ 973328 h 6858000"/>
              <a:gd name="connsiteX10" fmla="*/ 862869 w 5734864"/>
              <a:gd name="connsiteY10" fmla="*/ 978457 h 6858000"/>
              <a:gd name="connsiteX11" fmla="*/ 862233 w 5734864"/>
              <a:gd name="connsiteY11" fmla="*/ 998041 h 6858000"/>
              <a:gd name="connsiteX12" fmla="*/ 853665 w 5734864"/>
              <a:gd name="connsiteY12" fmla="*/ 1004750 h 6858000"/>
              <a:gd name="connsiteX13" fmla="*/ 847865 w 5734864"/>
              <a:gd name="connsiteY13" fmla="*/ 1070795 h 6858000"/>
              <a:gd name="connsiteX14" fmla="*/ 862786 w 5734864"/>
              <a:gd name="connsiteY14" fmla="*/ 1238994 h 6858000"/>
              <a:gd name="connsiteX15" fmla="*/ 859345 w 5734864"/>
              <a:gd name="connsiteY15" fmla="*/ 1380427 h 6858000"/>
              <a:gd name="connsiteX16" fmla="*/ 855172 w 5734864"/>
              <a:gd name="connsiteY16" fmla="*/ 1435262 h 6858000"/>
              <a:gd name="connsiteX17" fmla="*/ 860494 w 5734864"/>
              <a:gd name="connsiteY17" fmla="*/ 1453861 h 6858000"/>
              <a:gd name="connsiteX18" fmla="*/ 853731 w 5734864"/>
              <a:gd name="connsiteY18" fmla="*/ 1467047 h 6858000"/>
              <a:gd name="connsiteX19" fmla="*/ 845847 w 5734864"/>
              <a:gd name="connsiteY19" fmla="*/ 1502307 h 6858000"/>
              <a:gd name="connsiteX20" fmla="*/ 817613 w 5734864"/>
              <a:gd name="connsiteY20" fmla="*/ 1565166 h 6858000"/>
              <a:gd name="connsiteX21" fmla="*/ 804223 w 5734864"/>
              <a:gd name="connsiteY21" fmla="*/ 1601941 h 6858000"/>
              <a:gd name="connsiteX22" fmla="*/ 791773 w 5734864"/>
              <a:gd name="connsiteY22" fmla="*/ 1627005 h 6858000"/>
              <a:gd name="connsiteX23" fmla="*/ 774645 w 5734864"/>
              <a:gd name="connsiteY23" fmla="*/ 1699922 h 6858000"/>
              <a:gd name="connsiteX24" fmla="*/ 752343 w 5734864"/>
              <a:gd name="connsiteY24" fmla="*/ 1824604 h 6858000"/>
              <a:gd name="connsiteX25" fmla="*/ 746254 w 5734864"/>
              <a:gd name="connsiteY25" fmla="*/ 1850222 h 6858000"/>
              <a:gd name="connsiteX26" fmla="*/ 728600 w 5734864"/>
              <a:gd name="connsiteY26" fmla="*/ 1869603 h 6858000"/>
              <a:gd name="connsiteX27" fmla="*/ 724396 w 5734864"/>
              <a:gd name="connsiteY27" fmla="*/ 1883104 h 6858000"/>
              <a:gd name="connsiteX28" fmla="*/ 722165 w 5734864"/>
              <a:gd name="connsiteY28" fmla="*/ 1885924 h 6858000"/>
              <a:gd name="connsiteX29" fmla="*/ 721338 w 5734864"/>
              <a:gd name="connsiteY29" fmla="*/ 1887123 h 6858000"/>
              <a:gd name="connsiteX30" fmla="*/ 714840 w 5734864"/>
              <a:gd name="connsiteY30" fmla="*/ 1902274 h 6858000"/>
              <a:gd name="connsiteX31" fmla="*/ 722847 w 5734864"/>
              <a:gd name="connsiteY31" fmla="*/ 1929891 h 6858000"/>
              <a:gd name="connsiteX32" fmla="*/ 714660 w 5734864"/>
              <a:gd name="connsiteY32" fmla="*/ 1982709 h 6858000"/>
              <a:gd name="connsiteX33" fmla="*/ 710759 w 5734864"/>
              <a:gd name="connsiteY33" fmla="*/ 2013010 h 6858000"/>
              <a:gd name="connsiteX34" fmla="*/ 697927 w 5734864"/>
              <a:gd name="connsiteY34" fmla="*/ 2069833 h 6858000"/>
              <a:gd name="connsiteX35" fmla="*/ 693594 w 5734864"/>
              <a:gd name="connsiteY35" fmla="*/ 2103731 h 6858000"/>
              <a:gd name="connsiteX36" fmla="*/ 691109 w 5734864"/>
              <a:gd name="connsiteY36" fmla="*/ 2124027 h 6858000"/>
              <a:gd name="connsiteX37" fmla="*/ 676593 w 5734864"/>
              <a:gd name="connsiteY37" fmla="*/ 2176182 h 6858000"/>
              <a:gd name="connsiteX38" fmla="*/ 633227 w 5734864"/>
              <a:gd name="connsiteY38" fmla="*/ 2258036 h 6858000"/>
              <a:gd name="connsiteX39" fmla="*/ 625564 w 5734864"/>
              <a:gd name="connsiteY39" fmla="*/ 2284567 h 6858000"/>
              <a:gd name="connsiteX40" fmla="*/ 627074 w 5734864"/>
              <a:gd name="connsiteY40" fmla="*/ 2289605 h 6858000"/>
              <a:gd name="connsiteX41" fmla="*/ 614574 w 5734864"/>
              <a:gd name="connsiteY41" fmla="*/ 2308717 h 6858000"/>
              <a:gd name="connsiteX42" fmla="*/ 606890 w 5734864"/>
              <a:gd name="connsiteY42" fmla="*/ 2320662 h 6858000"/>
              <a:gd name="connsiteX43" fmla="*/ 605558 w 5734864"/>
              <a:gd name="connsiteY43" fmla="*/ 2327897 h 6858000"/>
              <a:gd name="connsiteX44" fmla="*/ 602202 w 5734864"/>
              <a:gd name="connsiteY44" fmla="*/ 2357749 h 6858000"/>
              <a:gd name="connsiteX45" fmla="*/ 600213 w 5734864"/>
              <a:gd name="connsiteY45" fmla="*/ 2364905 h 6858000"/>
              <a:gd name="connsiteX46" fmla="*/ 597160 w 5734864"/>
              <a:gd name="connsiteY46" fmla="*/ 2388351 h 6858000"/>
              <a:gd name="connsiteX47" fmla="*/ 597982 w 5734864"/>
              <a:gd name="connsiteY47" fmla="*/ 2402296 h 6858000"/>
              <a:gd name="connsiteX48" fmla="*/ 593150 w 5734864"/>
              <a:gd name="connsiteY48" fmla="*/ 2420015 h 6858000"/>
              <a:gd name="connsiteX49" fmla="*/ 592833 w 5734864"/>
              <a:gd name="connsiteY49" fmla="*/ 2422749 h 6858000"/>
              <a:gd name="connsiteX50" fmla="*/ 594479 w 5734864"/>
              <a:gd name="connsiteY50" fmla="*/ 2426002 h 6858000"/>
              <a:gd name="connsiteX51" fmla="*/ 591963 w 5734864"/>
              <a:gd name="connsiteY51" fmla="*/ 2431950 h 6858000"/>
              <a:gd name="connsiteX52" fmla="*/ 591544 w 5734864"/>
              <a:gd name="connsiteY52" fmla="*/ 2433897 h 6858000"/>
              <a:gd name="connsiteX53" fmla="*/ 589519 w 5734864"/>
              <a:gd name="connsiteY53" fmla="*/ 2451398 h 6858000"/>
              <a:gd name="connsiteX54" fmla="*/ 590037 w 5734864"/>
              <a:gd name="connsiteY54" fmla="*/ 2455536 h 6858000"/>
              <a:gd name="connsiteX55" fmla="*/ 588179 w 5734864"/>
              <a:gd name="connsiteY55" fmla="*/ 2462981 h 6858000"/>
              <a:gd name="connsiteX56" fmla="*/ 583434 w 5734864"/>
              <a:gd name="connsiteY56" fmla="*/ 2503991 h 6858000"/>
              <a:gd name="connsiteX57" fmla="*/ 567942 w 5734864"/>
              <a:gd name="connsiteY57" fmla="*/ 2652936 h 6858000"/>
              <a:gd name="connsiteX58" fmla="*/ 573869 w 5734864"/>
              <a:gd name="connsiteY58" fmla="*/ 2670188 h 6858000"/>
              <a:gd name="connsiteX59" fmla="*/ 575243 w 5734864"/>
              <a:gd name="connsiteY59" fmla="*/ 2688114 h 6858000"/>
              <a:gd name="connsiteX60" fmla="*/ 573824 w 5734864"/>
              <a:gd name="connsiteY60" fmla="*/ 2689856 h 6858000"/>
              <a:gd name="connsiteX61" fmla="*/ 570699 w 5734864"/>
              <a:gd name="connsiteY61" fmla="*/ 2709353 h 6858000"/>
              <a:gd name="connsiteX62" fmla="*/ 573192 w 5734864"/>
              <a:gd name="connsiteY62" fmla="*/ 2714527 h 6858000"/>
              <a:gd name="connsiteX63" fmla="*/ 572044 w 5734864"/>
              <a:gd name="connsiteY63" fmla="*/ 2728187 h 6858000"/>
              <a:gd name="connsiteX64" fmla="*/ 572465 w 5734864"/>
              <a:gd name="connsiteY64" fmla="*/ 2755863 h 6858000"/>
              <a:gd name="connsiteX65" fmla="*/ 570028 w 5734864"/>
              <a:gd name="connsiteY65" fmla="*/ 2760324 h 6858000"/>
              <a:gd name="connsiteX66" fmla="*/ 566748 w 5734864"/>
              <a:gd name="connsiteY66" fmla="*/ 2800948 h 6858000"/>
              <a:gd name="connsiteX67" fmla="*/ 565509 w 5734864"/>
              <a:gd name="connsiteY67" fmla="*/ 2801167 h 6858000"/>
              <a:gd name="connsiteX68" fmla="*/ 559367 w 5734864"/>
              <a:gd name="connsiteY68" fmla="*/ 2811129 h 6858000"/>
              <a:gd name="connsiteX69" fmla="*/ 550354 w 5734864"/>
              <a:gd name="connsiteY69" fmla="*/ 2830949 h 6858000"/>
              <a:gd name="connsiteX70" fmla="*/ 514795 w 5734864"/>
              <a:gd name="connsiteY70" fmla="*/ 2872433 h 6858000"/>
              <a:gd name="connsiteX71" fmla="*/ 509875 w 5734864"/>
              <a:gd name="connsiteY71" fmla="*/ 2923099 h 6858000"/>
              <a:gd name="connsiteX72" fmla="*/ 509577 w 5734864"/>
              <a:gd name="connsiteY72" fmla="*/ 2923197 h 6858000"/>
              <a:gd name="connsiteX73" fmla="*/ 507597 w 5734864"/>
              <a:gd name="connsiteY73" fmla="*/ 2931868 h 6858000"/>
              <a:gd name="connsiteX74" fmla="*/ 507379 w 5734864"/>
              <a:gd name="connsiteY74" fmla="*/ 2938322 h 6858000"/>
              <a:gd name="connsiteX75" fmla="*/ 504725 w 5734864"/>
              <a:gd name="connsiteY75" fmla="*/ 2954519 h 6858000"/>
              <a:gd name="connsiteX76" fmla="*/ 502018 w 5734864"/>
              <a:gd name="connsiteY76" fmla="*/ 2959643 h 6858000"/>
              <a:gd name="connsiteX77" fmla="*/ 498360 w 5734864"/>
              <a:gd name="connsiteY77" fmla="*/ 2961019 h 6858000"/>
              <a:gd name="connsiteX78" fmla="*/ 498483 w 5734864"/>
              <a:gd name="connsiteY78" fmla="*/ 2962590 h 6858000"/>
              <a:gd name="connsiteX79" fmla="*/ 484403 w 5734864"/>
              <a:gd name="connsiteY79" fmla="*/ 2990538 h 6858000"/>
              <a:gd name="connsiteX80" fmla="*/ 463075 w 5734864"/>
              <a:gd name="connsiteY80" fmla="*/ 3055956 h 6858000"/>
              <a:gd name="connsiteX81" fmla="*/ 455013 w 5734864"/>
              <a:gd name="connsiteY81" fmla="*/ 3094482 h 6858000"/>
              <a:gd name="connsiteX82" fmla="*/ 428391 w 5734864"/>
              <a:gd name="connsiteY82" fmla="*/ 3198850 h 6858000"/>
              <a:gd name="connsiteX83" fmla="*/ 401440 w 5734864"/>
              <a:gd name="connsiteY83" fmla="*/ 3307560 h 6858000"/>
              <a:gd name="connsiteX84" fmla="*/ 386076 w 5734864"/>
              <a:gd name="connsiteY84" fmla="*/ 3373943 h 6858000"/>
              <a:gd name="connsiteX85" fmla="*/ 374726 w 5734864"/>
              <a:gd name="connsiteY85" fmla="*/ 3381364 h 6858000"/>
              <a:gd name="connsiteX86" fmla="*/ 369145 w 5734864"/>
              <a:gd name="connsiteY86" fmla="*/ 3383729 h 6858000"/>
              <a:gd name="connsiteX87" fmla="*/ 364294 w 5734864"/>
              <a:gd name="connsiteY87" fmla="*/ 3414159 h 6858000"/>
              <a:gd name="connsiteX88" fmla="*/ 366450 w 5734864"/>
              <a:gd name="connsiteY88" fmla="*/ 3436925 h 6858000"/>
              <a:gd name="connsiteX89" fmla="*/ 351743 w 5734864"/>
              <a:gd name="connsiteY89" fmla="*/ 3521619 h 6858000"/>
              <a:gd name="connsiteX90" fmla="*/ 345784 w 5734864"/>
              <a:gd name="connsiteY90" fmla="*/ 3603757 h 6858000"/>
              <a:gd name="connsiteX91" fmla="*/ 344198 w 5734864"/>
              <a:gd name="connsiteY91" fmla="*/ 3652424 h 6858000"/>
              <a:gd name="connsiteX92" fmla="*/ 352450 w 5734864"/>
              <a:gd name="connsiteY92" fmla="*/ 3665222 h 6858000"/>
              <a:gd name="connsiteX93" fmla="*/ 342621 w 5734864"/>
              <a:gd name="connsiteY93" fmla="*/ 3700804 h 6858000"/>
              <a:gd name="connsiteX94" fmla="*/ 341514 w 5734864"/>
              <a:gd name="connsiteY94" fmla="*/ 3734774 h 6858000"/>
              <a:gd name="connsiteX95" fmla="*/ 340607 w 5734864"/>
              <a:gd name="connsiteY95" fmla="*/ 3785153 h 6858000"/>
              <a:gd name="connsiteX96" fmla="*/ 340707 w 5734864"/>
              <a:gd name="connsiteY96" fmla="*/ 3788177 h 6858000"/>
              <a:gd name="connsiteX97" fmla="*/ 340361 w 5734864"/>
              <a:gd name="connsiteY97" fmla="*/ 3798803 h 6858000"/>
              <a:gd name="connsiteX98" fmla="*/ 339642 w 5734864"/>
              <a:gd name="connsiteY98" fmla="*/ 3838750 h 6858000"/>
              <a:gd name="connsiteX99" fmla="*/ 360295 w 5734864"/>
              <a:gd name="connsiteY99" fmla="*/ 4015196 h 6858000"/>
              <a:gd name="connsiteX100" fmla="*/ 339043 w 5734864"/>
              <a:gd name="connsiteY100" fmla="*/ 4052778 h 6858000"/>
              <a:gd name="connsiteX101" fmla="*/ 339343 w 5734864"/>
              <a:gd name="connsiteY101" fmla="*/ 4096257 h 6858000"/>
              <a:gd name="connsiteX102" fmla="*/ 340786 w 5734864"/>
              <a:gd name="connsiteY102" fmla="*/ 4321136 h 6858000"/>
              <a:gd name="connsiteX103" fmla="*/ 343158 w 5734864"/>
              <a:gd name="connsiteY103" fmla="*/ 4429174 h 6858000"/>
              <a:gd name="connsiteX104" fmla="*/ 334599 w 5734864"/>
              <a:gd name="connsiteY104" fmla="*/ 4449938 h 6858000"/>
              <a:gd name="connsiteX105" fmla="*/ 332890 w 5734864"/>
              <a:gd name="connsiteY105" fmla="*/ 4453515 h 6858000"/>
              <a:gd name="connsiteX106" fmla="*/ 331105 w 5734864"/>
              <a:gd name="connsiteY106" fmla="*/ 4467941 h 6858000"/>
              <a:gd name="connsiteX107" fmla="*/ 324289 w 5734864"/>
              <a:gd name="connsiteY107" fmla="*/ 4471861 h 6858000"/>
              <a:gd name="connsiteX108" fmla="*/ 317079 w 5734864"/>
              <a:gd name="connsiteY108" fmla="*/ 4493468 h 6858000"/>
              <a:gd name="connsiteX109" fmla="*/ 315557 w 5734864"/>
              <a:gd name="connsiteY109" fmla="*/ 4520067 h 6858000"/>
              <a:gd name="connsiteX110" fmla="*/ 315240 w 5734864"/>
              <a:gd name="connsiteY110" fmla="*/ 4536872 h 6858000"/>
              <a:gd name="connsiteX111" fmla="*/ 316200 w 5734864"/>
              <a:gd name="connsiteY111" fmla="*/ 4538297 h 6858000"/>
              <a:gd name="connsiteX112" fmla="*/ 317507 w 5734864"/>
              <a:gd name="connsiteY112" fmla="*/ 4547582 h 6858000"/>
              <a:gd name="connsiteX113" fmla="*/ 323078 w 5734864"/>
              <a:gd name="connsiteY113" fmla="*/ 4592102 h 6858000"/>
              <a:gd name="connsiteX114" fmla="*/ 328722 w 5734864"/>
              <a:gd name="connsiteY114" fmla="*/ 4667914 h 6858000"/>
              <a:gd name="connsiteX115" fmla="*/ 335597 w 5734864"/>
              <a:gd name="connsiteY115" fmla="*/ 4695035 h 6858000"/>
              <a:gd name="connsiteX116" fmla="*/ 339485 w 5734864"/>
              <a:gd name="connsiteY116" fmla="*/ 4695979 h 6858000"/>
              <a:gd name="connsiteX117" fmla="*/ 341089 w 5734864"/>
              <a:gd name="connsiteY117" fmla="*/ 4704268 h 6858000"/>
              <a:gd name="connsiteX118" fmla="*/ 342177 w 5734864"/>
              <a:gd name="connsiteY118" fmla="*/ 4706060 h 6858000"/>
              <a:gd name="connsiteX119" fmla="*/ 347751 w 5734864"/>
              <a:gd name="connsiteY119" fmla="*/ 4716754 h 6858000"/>
              <a:gd name="connsiteX120" fmla="*/ 344125 w 5734864"/>
              <a:gd name="connsiteY120" fmla="*/ 4764669 h 6858000"/>
              <a:gd name="connsiteX121" fmla="*/ 340188 w 5734864"/>
              <a:gd name="connsiteY121" fmla="*/ 4779386 h 6858000"/>
              <a:gd name="connsiteX122" fmla="*/ 335146 w 5734864"/>
              <a:gd name="connsiteY122" fmla="*/ 4787491 h 6858000"/>
              <a:gd name="connsiteX123" fmla="*/ 319124 w 5734864"/>
              <a:gd name="connsiteY123" fmla="*/ 4843514 h 6858000"/>
              <a:gd name="connsiteX124" fmla="*/ 305956 w 5734864"/>
              <a:gd name="connsiteY124" fmla="*/ 4881505 h 6858000"/>
              <a:gd name="connsiteX125" fmla="*/ 301062 w 5734864"/>
              <a:gd name="connsiteY125" fmla="*/ 4889332 h 6858000"/>
              <a:gd name="connsiteX126" fmla="*/ 302141 w 5734864"/>
              <a:gd name="connsiteY126" fmla="*/ 4899400 h 6858000"/>
              <a:gd name="connsiteX127" fmla="*/ 304424 w 5734864"/>
              <a:gd name="connsiteY127" fmla="*/ 4902664 h 6858000"/>
              <a:gd name="connsiteX128" fmla="*/ 293123 w 5734864"/>
              <a:gd name="connsiteY128" fmla="*/ 4932769 h 6858000"/>
              <a:gd name="connsiteX129" fmla="*/ 292275 w 5734864"/>
              <a:gd name="connsiteY129" fmla="*/ 4936482 h 6858000"/>
              <a:gd name="connsiteX130" fmla="*/ 288304 w 5734864"/>
              <a:gd name="connsiteY130" fmla="*/ 4962325 h 6858000"/>
              <a:gd name="connsiteX131" fmla="*/ 287420 w 5734864"/>
              <a:gd name="connsiteY131" fmla="*/ 5042193 h 6858000"/>
              <a:gd name="connsiteX132" fmla="*/ 287020 w 5734864"/>
              <a:gd name="connsiteY132" fmla="*/ 5065655 h 6858000"/>
              <a:gd name="connsiteX133" fmla="*/ 288488 w 5734864"/>
              <a:gd name="connsiteY133" fmla="*/ 5082216 h 6858000"/>
              <a:gd name="connsiteX134" fmla="*/ 282763 w 5734864"/>
              <a:gd name="connsiteY134" fmla="*/ 5127114 h 6858000"/>
              <a:gd name="connsiteX135" fmla="*/ 269316 w 5734864"/>
              <a:gd name="connsiteY135" fmla="*/ 5202682 h 6858000"/>
              <a:gd name="connsiteX136" fmla="*/ 269174 w 5734864"/>
              <a:gd name="connsiteY136" fmla="*/ 5230835 h 6858000"/>
              <a:gd name="connsiteX137" fmla="*/ 272679 w 5734864"/>
              <a:gd name="connsiteY137" fmla="*/ 5232660 h 6858000"/>
              <a:gd name="connsiteX138" fmla="*/ 272160 w 5734864"/>
              <a:gd name="connsiteY138" fmla="*/ 5241150 h 6858000"/>
              <a:gd name="connsiteX139" fmla="*/ 272760 w 5734864"/>
              <a:gd name="connsiteY139" fmla="*/ 5243156 h 6858000"/>
              <a:gd name="connsiteX140" fmla="*/ 275462 w 5734864"/>
              <a:gd name="connsiteY140" fmla="*/ 5254919 h 6858000"/>
              <a:gd name="connsiteX141" fmla="*/ 262897 w 5734864"/>
              <a:gd name="connsiteY141" fmla="*/ 5286259 h 6858000"/>
              <a:gd name="connsiteX142" fmla="*/ 252761 w 5734864"/>
              <a:gd name="connsiteY142" fmla="*/ 5357801 h 6858000"/>
              <a:gd name="connsiteX143" fmla="*/ 242360 w 5734864"/>
              <a:gd name="connsiteY143" fmla="*/ 5460080 h 6858000"/>
              <a:gd name="connsiteX144" fmla="*/ 229880 w 5734864"/>
              <a:gd name="connsiteY144" fmla="*/ 5539714 h 6858000"/>
              <a:gd name="connsiteX145" fmla="*/ 204283 w 5734864"/>
              <a:gd name="connsiteY145" fmla="*/ 5639080 h 6858000"/>
              <a:gd name="connsiteX146" fmla="*/ 198948 w 5734864"/>
              <a:gd name="connsiteY146" fmla="*/ 5710958 h 6858000"/>
              <a:gd name="connsiteX147" fmla="*/ 192367 w 5734864"/>
              <a:gd name="connsiteY147" fmla="*/ 5719859 h 6858000"/>
              <a:gd name="connsiteX148" fmla="*/ 188035 w 5734864"/>
              <a:gd name="connsiteY148" fmla="*/ 5729935 h 6858000"/>
              <a:gd name="connsiteX149" fmla="*/ 188428 w 5734864"/>
              <a:gd name="connsiteY149" fmla="*/ 5731182 h 6858000"/>
              <a:gd name="connsiteX150" fmla="*/ 181635 w 5734864"/>
              <a:gd name="connsiteY150" fmla="*/ 5753538 h 6858000"/>
              <a:gd name="connsiteX151" fmla="*/ 169744 w 5734864"/>
              <a:gd name="connsiteY151" fmla="*/ 5796307 h 6858000"/>
              <a:gd name="connsiteX152" fmla="*/ 170351 w 5734864"/>
              <a:gd name="connsiteY152" fmla="*/ 5796644 h 6858000"/>
              <a:gd name="connsiteX153" fmla="*/ 171559 w 5734864"/>
              <a:gd name="connsiteY153" fmla="*/ 5803435 h 6858000"/>
              <a:gd name="connsiteX154" fmla="*/ 172284 w 5734864"/>
              <a:gd name="connsiteY154" fmla="*/ 5816391 h 6858000"/>
              <a:gd name="connsiteX155" fmla="*/ 182542 w 5734864"/>
              <a:gd name="connsiteY155" fmla="*/ 5846382 h 6858000"/>
              <a:gd name="connsiteX156" fmla="*/ 175877 w 5734864"/>
              <a:gd name="connsiteY156" fmla="*/ 5871336 h 6858000"/>
              <a:gd name="connsiteX157" fmla="*/ 174910 w 5734864"/>
              <a:gd name="connsiteY157" fmla="*/ 5876376 h 6858000"/>
              <a:gd name="connsiteX158" fmla="*/ 175047 w 5734864"/>
              <a:gd name="connsiteY158" fmla="*/ 5876483 h 6858000"/>
              <a:gd name="connsiteX159" fmla="*/ 174335 w 5734864"/>
              <a:gd name="connsiteY159" fmla="*/ 5881814 h 6858000"/>
              <a:gd name="connsiteX160" fmla="*/ 171273 w 5734864"/>
              <a:gd name="connsiteY160" fmla="*/ 5895339 h 6858000"/>
              <a:gd name="connsiteX161" fmla="*/ 171658 w 5734864"/>
              <a:gd name="connsiteY161" fmla="*/ 5898749 h 6858000"/>
              <a:gd name="connsiteX162" fmla="*/ 174658 w 5734864"/>
              <a:gd name="connsiteY162" fmla="*/ 5919558 h 6858000"/>
              <a:gd name="connsiteX163" fmla="*/ 169099 w 5734864"/>
              <a:gd name="connsiteY163" fmla="*/ 5984417 h 6858000"/>
              <a:gd name="connsiteX164" fmla="*/ 162007 w 5734864"/>
              <a:gd name="connsiteY164" fmla="*/ 6049043 h 6858000"/>
              <a:gd name="connsiteX165" fmla="*/ 156875 w 5734864"/>
              <a:gd name="connsiteY165" fmla="*/ 6114000 h 6858000"/>
              <a:gd name="connsiteX166" fmla="*/ 165441 w 5734864"/>
              <a:gd name="connsiteY166" fmla="*/ 6146938 h 6858000"/>
              <a:gd name="connsiteX167" fmla="*/ 165177 w 5734864"/>
              <a:gd name="connsiteY167" fmla="*/ 6150658 h 6858000"/>
              <a:gd name="connsiteX168" fmla="*/ 161772 w 5734864"/>
              <a:gd name="connsiteY168" fmla="*/ 6160011 h 6858000"/>
              <a:gd name="connsiteX169" fmla="*/ 160051 w 5734864"/>
              <a:gd name="connsiteY169" fmla="*/ 6163393 h 6858000"/>
              <a:gd name="connsiteX170" fmla="*/ 158473 w 5734864"/>
              <a:gd name="connsiteY170" fmla="*/ 6168628 h 6858000"/>
              <a:gd name="connsiteX171" fmla="*/ 158573 w 5734864"/>
              <a:gd name="connsiteY171" fmla="*/ 6168799 h 6858000"/>
              <a:gd name="connsiteX172" fmla="*/ 146463 w 5734864"/>
              <a:gd name="connsiteY172" fmla="*/ 6196671 h 6858000"/>
              <a:gd name="connsiteX173" fmla="*/ 150209 w 5734864"/>
              <a:gd name="connsiteY173" fmla="*/ 6232365 h 6858000"/>
              <a:gd name="connsiteX174" fmla="*/ 148544 w 5734864"/>
              <a:gd name="connsiteY174" fmla="*/ 6246162 h 6858000"/>
              <a:gd name="connsiteX175" fmla="*/ 148403 w 5734864"/>
              <a:gd name="connsiteY175" fmla="*/ 6253754 h 6858000"/>
              <a:gd name="connsiteX176" fmla="*/ 138880 w 5734864"/>
              <a:gd name="connsiteY176" fmla="*/ 6276449 h 6858000"/>
              <a:gd name="connsiteX177" fmla="*/ 138683 w 5734864"/>
              <a:gd name="connsiteY177" fmla="*/ 6279721 h 6858000"/>
              <a:gd name="connsiteX178" fmla="*/ 130721 w 5734864"/>
              <a:gd name="connsiteY178" fmla="*/ 6293675 h 6858000"/>
              <a:gd name="connsiteX179" fmla="*/ 120717 w 5734864"/>
              <a:gd name="connsiteY179" fmla="*/ 6313967 h 6858000"/>
              <a:gd name="connsiteX180" fmla="*/ 120841 w 5734864"/>
              <a:gd name="connsiteY180" fmla="*/ 6315437 h 6858000"/>
              <a:gd name="connsiteX181" fmla="*/ 115208 w 5734864"/>
              <a:gd name="connsiteY181" fmla="*/ 6324024 h 6858000"/>
              <a:gd name="connsiteX182" fmla="*/ 101217 w 5734864"/>
              <a:gd name="connsiteY182" fmla="*/ 6365923 h 6858000"/>
              <a:gd name="connsiteX183" fmla="*/ 74946 w 5734864"/>
              <a:gd name="connsiteY183" fmla="*/ 6556817 h 6858000"/>
              <a:gd name="connsiteX184" fmla="*/ 16001 w 5734864"/>
              <a:gd name="connsiteY184" fmla="*/ 6808678 h 6858000"/>
              <a:gd name="connsiteX185" fmla="*/ 0 w 5734864"/>
              <a:gd name="connsiteY185" fmla="*/ 6858000 h 6858000"/>
              <a:gd name="connsiteX186" fmla="*/ 5734864 w 5734864"/>
              <a:gd name="connsiteY186" fmla="*/ 6858000 h 6858000"/>
              <a:gd name="connsiteX187" fmla="*/ 5734864 w 5734864"/>
              <a:gd name="connsiteY18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</a:cxnLst>
            <a:rect l="l" t="t" r="r" b="b"/>
            <a:pathLst>
              <a:path w="5734864" h="6858000">
                <a:moveTo>
                  <a:pt x="5734864" y="0"/>
                </a:moveTo>
                <a:lnTo>
                  <a:pt x="771611" y="0"/>
                </a:lnTo>
                <a:cubicBezTo>
                  <a:pt x="771634" y="16369"/>
                  <a:pt x="771656" y="32739"/>
                  <a:pt x="771679" y="49108"/>
                </a:cubicBezTo>
                <a:cubicBezTo>
                  <a:pt x="775201" y="55622"/>
                  <a:pt x="788724" y="196721"/>
                  <a:pt x="794248" y="200968"/>
                </a:cubicBezTo>
                <a:lnTo>
                  <a:pt x="801749" y="414071"/>
                </a:lnTo>
                <a:cubicBezTo>
                  <a:pt x="807329" y="440933"/>
                  <a:pt x="835107" y="598697"/>
                  <a:pt x="818548" y="585467"/>
                </a:cubicBezTo>
                <a:cubicBezTo>
                  <a:pt x="856197" y="664140"/>
                  <a:pt x="837895" y="708473"/>
                  <a:pt x="857476" y="800623"/>
                </a:cubicBezTo>
                <a:cubicBezTo>
                  <a:pt x="822401" y="857344"/>
                  <a:pt x="855723" y="824571"/>
                  <a:pt x="851083" y="878903"/>
                </a:cubicBezTo>
                <a:cubicBezTo>
                  <a:pt x="884811" y="859448"/>
                  <a:pt x="834648" y="946397"/>
                  <a:pt x="873564" y="943826"/>
                </a:cubicBezTo>
                <a:cubicBezTo>
                  <a:pt x="871487" y="953795"/>
                  <a:pt x="868248" y="963533"/>
                  <a:pt x="864705" y="973328"/>
                </a:cubicBezTo>
                <a:lnTo>
                  <a:pt x="862869" y="978457"/>
                </a:lnTo>
                <a:lnTo>
                  <a:pt x="862233" y="998041"/>
                </a:lnTo>
                <a:lnTo>
                  <a:pt x="853665" y="1004750"/>
                </a:lnTo>
                <a:lnTo>
                  <a:pt x="847865" y="1070795"/>
                </a:lnTo>
                <a:cubicBezTo>
                  <a:pt x="870234" y="1110486"/>
                  <a:pt x="833172" y="1190441"/>
                  <a:pt x="862786" y="1238994"/>
                </a:cubicBezTo>
                <a:cubicBezTo>
                  <a:pt x="864699" y="1290599"/>
                  <a:pt x="860615" y="1347716"/>
                  <a:pt x="859345" y="1380427"/>
                </a:cubicBezTo>
                <a:cubicBezTo>
                  <a:pt x="845703" y="1396391"/>
                  <a:pt x="873184" y="1435525"/>
                  <a:pt x="855172" y="1435262"/>
                </a:cubicBezTo>
                <a:lnTo>
                  <a:pt x="860494" y="1453861"/>
                </a:lnTo>
                <a:lnTo>
                  <a:pt x="853731" y="1467047"/>
                </a:lnTo>
                <a:cubicBezTo>
                  <a:pt x="846549" y="1480528"/>
                  <a:pt x="841728" y="1491093"/>
                  <a:pt x="845847" y="1502307"/>
                </a:cubicBezTo>
                <a:lnTo>
                  <a:pt x="817613" y="1565166"/>
                </a:lnTo>
                <a:cubicBezTo>
                  <a:pt x="805468" y="1557258"/>
                  <a:pt x="816534" y="1596564"/>
                  <a:pt x="804223" y="1601941"/>
                </a:cubicBezTo>
                <a:cubicBezTo>
                  <a:pt x="794287" y="1604654"/>
                  <a:pt x="795328" y="1617209"/>
                  <a:pt x="791773" y="1627005"/>
                </a:cubicBezTo>
                <a:cubicBezTo>
                  <a:pt x="781684" y="1634393"/>
                  <a:pt x="772978" y="1683187"/>
                  <a:pt x="774645" y="1699922"/>
                </a:cubicBezTo>
                <a:cubicBezTo>
                  <a:pt x="785341" y="1746767"/>
                  <a:pt x="744845" y="1787099"/>
                  <a:pt x="752343" y="1824604"/>
                </a:cubicBezTo>
                <a:cubicBezTo>
                  <a:pt x="751502" y="1834578"/>
                  <a:pt x="749297" y="1842929"/>
                  <a:pt x="746254" y="1850222"/>
                </a:cubicBezTo>
                <a:lnTo>
                  <a:pt x="728600" y="1869603"/>
                </a:lnTo>
                <a:lnTo>
                  <a:pt x="724396" y="1883104"/>
                </a:lnTo>
                <a:lnTo>
                  <a:pt x="722165" y="1885924"/>
                </a:lnTo>
                <a:lnTo>
                  <a:pt x="721338" y="1887123"/>
                </a:lnTo>
                <a:lnTo>
                  <a:pt x="714840" y="1902274"/>
                </a:lnTo>
                <a:lnTo>
                  <a:pt x="722847" y="1929891"/>
                </a:lnTo>
                <a:lnTo>
                  <a:pt x="714660" y="1982709"/>
                </a:lnTo>
                <a:cubicBezTo>
                  <a:pt x="727725" y="2006201"/>
                  <a:pt x="714739" y="1997091"/>
                  <a:pt x="710759" y="2013010"/>
                </a:cubicBezTo>
                <a:cubicBezTo>
                  <a:pt x="707970" y="2027531"/>
                  <a:pt x="700788" y="2054714"/>
                  <a:pt x="697927" y="2069833"/>
                </a:cubicBezTo>
                <a:cubicBezTo>
                  <a:pt x="685211" y="2080229"/>
                  <a:pt x="698762" y="2088241"/>
                  <a:pt x="693594" y="2103731"/>
                </a:cubicBezTo>
                <a:cubicBezTo>
                  <a:pt x="688481" y="2110649"/>
                  <a:pt x="687183" y="2115973"/>
                  <a:pt x="691109" y="2124027"/>
                </a:cubicBezTo>
                <a:cubicBezTo>
                  <a:pt x="666413" y="2155740"/>
                  <a:pt x="688031" y="2144874"/>
                  <a:pt x="676593" y="2176182"/>
                </a:cubicBezTo>
                <a:cubicBezTo>
                  <a:pt x="665190" y="2202944"/>
                  <a:pt x="656416" y="2233857"/>
                  <a:pt x="633227" y="2258036"/>
                </a:cubicBezTo>
                <a:cubicBezTo>
                  <a:pt x="626930" y="2262191"/>
                  <a:pt x="623498" y="2274069"/>
                  <a:pt x="625564" y="2284567"/>
                </a:cubicBezTo>
                <a:cubicBezTo>
                  <a:pt x="625918" y="2286374"/>
                  <a:pt x="626427" y="2288071"/>
                  <a:pt x="627074" y="2289605"/>
                </a:cubicBezTo>
                <a:cubicBezTo>
                  <a:pt x="619029" y="2296628"/>
                  <a:pt x="616453" y="2303188"/>
                  <a:pt x="614574" y="2308717"/>
                </a:cubicBezTo>
                <a:lnTo>
                  <a:pt x="606890" y="2320662"/>
                </a:lnTo>
                <a:lnTo>
                  <a:pt x="605558" y="2327897"/>
                </a:lnTo>
                <a:lnTo>
                  <a:pt x="602202" y="2357749"/>
                </a:lnTo>
                <a:lnTo>
                  <a:pt x="600213" y="2364905"/>
                </a:lnTo>
                <a:lnTo>
                  <a:pt x="597160" y="2388351"/>
                </a:lnTo>
                <a:lnTo>
                  <a:pt x="597982" y="2402296"/>
                </a:lnTo>
                <a:lnTo>
                  <a:pt x="593150" y="2420015"/>
                </a:lnTo>
                <a:cubicBezTo>
                  <a:pt x="593044" y="2420926"/>
                  <a:pt x="592939" y="2421838"/>
                  <a:pt x="592833" y="2422749"/>
                </a:cubicBezTo>
                <a:lnTo>
                  <a:pt x="594479" y="2426002"/>
                </a:lnTo>
                <a:cubicBezTo>
                  <a:pt x="594168" y="2427683"/>
                  <a:pt x="593118" y="2429721"/>
                  <a:pt x="591963" y="2431950"/>
                </a:cubicBezTo>
                <a:cubicBezTo>
                  <a:pt x="591823" y="2432599"/>
                  <a:pt x="591684" y="2433248"/>
                  <a:pt x="591544" y="2433897"/>
                </a:cubicBezTo>
                <a:lnTo>
                  <a:pt x="589519" y="2451398"/>
                </a:lnTo>
                <a:cubicBezTo>
                  <a:pt x="589692" y="2452777"/>
                  <a:pt x="589864" y="2454157"/>
                  <a:pt x="590037" y="2455536"/>
                </a:cubicBezTo>
                <a:lnTo>
                  <a:pt x="588179" y="2462981"/>
                </a:lnTo>
                <a:lnTo>
                  <a:pt x="583434" y="2503991"/>
                </a:lnTo>
                <a:cubicBezTo>
                  <a:pt x="576530" y="2566058"/>
                  <a:pt x="570433" y="2625224"/>
                  <a:pt x="567942" y="2652936"/>
                </a:cubicBezTo>
                <a:cubicBezTo>
                  <a:pt x="570864" y="2658290"/>
                  <a:pt x="572739" y="2664095"/>
                  <a:pt x="573869" y="2670188"/>
                </a:cubicBezTo>
                <a:lnTo>
                  <a:pt x="575243" y="2688114"/>
                </a:lnTo>
                <a:lnTo>
                  <a:pt x="573824" y="2689856"/>
                </a:lnTo>
                <a:cubicBezTo>
                  <a:pt x="569972" y="2698471"/>
                  <a:pt x="569572" y="2704494"/>
                  <a:pt x="570699" y="2709353"/>
                </a:cubicBezTo>
                <a:lnTo>
                  <a:pt x="573192" y="2714527"/>
                </a:lnTo>
                <a:cubicBezTo>
                  <a:pt x="572809" y="2719080"/>
                  <a:pt x="572427" y="2723634"/>
                  <a:pt x="572044" y="2728187"/>
                </a:cubicBezTo>
                <a:cubicBezTo>
                  <a:pt x="572184" y="2737412"/>
                  <a:pt x="572325" y="2746638"/>
                  <a:pt x="572465" y="2755863"/>
                </a:cubicBezTo>
                <a:lnTo>
                  <a:pt x="570028" y="2760324"/>
                </a:lnTo>
                <a:lnTo>
                  <a:pt x="566748" y="2800948"/>
                </a:lnTo>
                <a:lnTo>
                  <a:pt x="565509" y="2801167"/>
                </a:lnTo>
                <a:cubicBezTo>
                  <a:pt x="562655" y="2802587"/>
                  <a:pt x="560408" y="2805381"/>
                  <a:pt x="559367" y="2811129"/>
                </a:cubicBezTo>
                <a:cubicBezTo>
                  <a:pt x="543471" y="2797318"/>
                  <a:pt x="552020" y="2812773"/>
                  <a:pt x="550354" y="2830949"/>
                </a:cubicBezTo>
                <a:cubicBezTo>
                  <a:pt x="525292" y="2813553"/>
                  <a:pt x="531129" y="2868192"/>
                  <a:pt x="514795" y="2872433"/>
                </a:cubicBezTo>
                <a:lnTo>
                  <a:pt x="509875" y="2923099"/>
                </a:lnTo>
                <a:lnTo>
                  <a:pt x="509577" y="2923197"/>
                </a:lnTo>
                <a:cubicBezTo>
                  <a:pt x="508704" y="2924865"/>
                  <a:pt x="508038" y="2927556"/>
                  <a:pt x="507597" y="2931868"/>
                </a:cubicBezTo>
                <a:cubicBezTo>
                  <a:pt x="507524" y="2934019"/>
                  <a:pt x="507452" y="2936171"/>
                  <a:pt x="507379" y="2938322"/>
                </a:cubicBezTo>
                <a:lnTo>
                  <a:pt x="504725" y="2954519"/>
                </a:lnTo>
                <a:lnTo>
                  <a:pt x="502018" y="2959643"/>
                </a:lnTo>
                <a:lnTo>
                  <a:pt x="498360" y="2961019"/>
                </a:lnTo>
                <a:lnTo>
                  <a:pt x="498483" y="2962590"/>
                </a:lnTo>
                <a:cubicBezTo>
                  <a:pt x="502388" y="2975027"/>
                  <a:pt x="510202" y="2980016"/>
                  <a:pt x="484403" y="2990538"/>
                </a:cubicBezTo>
                <a:cubicBezTo>
                  <a:pt x="489425" y="3018352"/>
                  <a:pt x="474337" y="3021029"/>
                  <a:pt x="463075" y="3055956"/>
                </a:cubicBezTo>
                <a:cubicBezTo>
                  <a:pt x="469487" y="3072485"/>
                  <a:pt x="464165" y="3083955"/>
                  <a:pt x="455013" y="3094482"/>
                </a:cubicBezTo>
                <a:cubicBezTo>
                  <a:pt x="453131" y="3130054"/>
                  <a:pt x="437643" y="3160106"/>
                  <a:pt x="428391" y="3198850"/>
                </a:cubicBezTo>
                <a:lnTo>
                  <a:pt x="401440" y="3307560"/>
                </a:lnTo>
                <a:lnTo>
                  <a:pt x="386076" y="3373943"/>
                </a:lnTo>
                <a:cubicBezTo>
                  <a:pt x="386236" y="3376061"/>
                  <a:pt x="380537" y="3378856"/>
                  <a:pt x="374726" y="3381364"/>
                </a:cubicBezTo>
                <a:lnTo>
                  <a:pt x="369145" y="3383729"/>
                </a:lnTo>
                <a:lnTo>
                  <a:pt x="364294" y="3414159"/>
                </a:lnTo>
                <a:lnTo>
                  <a:pt x="366450" y="3436925"/>
                </a:lnTo>
                <a:lnTo>
                  <a:pt x="351743" y="3521619"/>
                </a:lnTo>
                <a:lnTo>
                  <a:pt x="345784" y="3603757"/>
                </a:lnTo>
                <a:cubicBezTo>
                  <a:pt x="345255" y="3619979"/>
                  <a:pt x="344727" y="3636202"/>
                  <a:pt x="344198" y="3652424"/>
                </a:cubicBezTo>
                <a:lnTo>
                  <a:pt x="352450" y="3665222"/>
                </a:lnTo>
                <a:lnTo>
                  <a:pt x="342621" y="3700804"/>
                </a:lnTo>
                <a:lnTo>
                  <a:pt x="341514" y="3734774"/>
                </a:lnTo>
                <a:cubicBezTo>
                  <a:pt x="341212" y="3751567"/>
                  <a:pt x="340909" y="3768360"/>
                  <a:pt x="340607" y="3785153"/>
                </a:cubicBezTo>
                <a:cubicBezTo>
                  <a:pt x="340640" y="3786161"/>
                  <a:pt x="340674" y="3787169"/>
                  <a:pt x="340707" y="3788177"/>
                </a:cubicBezTo>
                <a:cubicBezTo>
                  <a:pt x="340592" y="3791719"/>
                  <a:pt x="340476" y="3795261"/>
                  <a:pt x="340361" y="3798803"/>
                </a:cubicBezTo>
                <a:cubicBezTo>
                  <a:pt x="340121" y="3812119"/>
                  <a:pt x="339882" y="3825434"/>
                  <a:pt x="339642" y="3838750"/>
                </a:cubicBezTo>
                <a:cubicBezTo>
                  <a:pt x="337363" y="3949044"/>
                  <a:pt x="361794" y="3960437"/>
                  <a:pt x="360295" y="4015196"/>
                </a:cubicBezTo>
                <a:lnTo>
                  <a:pt x="339043" y="4052778"/>
                </a:lnTo>
                <a:lnTo>
                  <a:pt x="339343" y="4096257"/>
                </a:lnTo>
                <a:cubicBezTo>
                  <a:pt x="362058" y="4159145"/>
                  <a:pt x="332404" y="4250479"/>
                  <a:pt x="340786" y="4321136"/>
                </a:cubicBezTo>
                <a:cubicBezTo>
                  <a:pt x="341421" y="4376624"/>
                  <a:pt x="344189" y="4407708"/>
                  <a:pt x="343158" y="4429174"/>
                </a:cubicBezTo>
                <a:cubicBezTo>
                  <a:pt x="340948" y="4436304"/>
                  <a:pt x="337887" y="4443121"/>
                  <a:pt x="334599" y="4449938"/>
                </a:cubicBezTo>
                <a:lnTo>
                  <a:pt x="332890" y="4453515"/>
                </a:lnTo>
                <a:lnTo>
                  <a:pt x="331105" y="4467941"/>
                </a:lnTo>
                <a:lnTo>
                  <a:pt x="324289" y="4471861"/>
                </a:lnTo>
                <a:lnTo>
                  <a:pt x="317079" y="4493468"/>
                </a:lnTo>
                <a:cubicBezTo>
                  <a:pt x="315353" y="4501584"/>
                  <a:pt x="314639" y="4510343"/>
                  <a:pt x="315557" y="4520067"/>
                </a:cubicBezTo>
                <a:cubicBezTo>
                  <a:pt x="315451" y="4525669"/>
                  <a:pt x="315346" y="4531270"/>
                  <a:pt x="315240" y="4536872"/>
                </a:cubicBezTo>
                <a:lnTo>
                  <a:pt x="316200" y="4538297"/>
                </a:lnTo>
                <a:cubicBezTo>
                  <a:pt x="316738" y="4541182"/>
                  <a:pt x="316785" y="4544563"/>
                  <a:pt x="317507" y="4547582"/>
                </a:cubicBezTo>
                <a:cubicBezTo>
                  <a:pt x="322716" y="4552468"/>
                  <a:pt x="324912" y="4582137"/>
                  <a:pt x="323078" y="4592102"/>
                </a:cubicBezTo>
                <a:cubicBezTo>
                  <a:pt x="314597" y="4619728"/>
                  <a:pt x="334923" y="4645745"/>
                  <a:pt x="328722" y="4667914"/>
                </a:cubicBezTo>
                <a:cubicBezTo>
                  <a:pt x="330810" y="4685069"/>
                  <a:pt x="333803" y="4690356"/>
                  <a:pt x="335597" y="4695035"/>
                </a:cubicBezTo>
                <a:lnTo>
                  <a:pt x="339485" y="4695979"/>
                </a:lnTo>
                <a:lnTo>
                  <a:pt x="341089" y="4704268"/>
                </a:lnTo>
                <a:lnTo>
                  <a:pt x="342177" y="4706060"/>
                </a:lnTo>
                <a:cubicBezTo>
                  <a:pt x="344268" y="4709474"/>
                  <a:pt x="346234" y="4712931"/>
                  <a:pt x="347751" y="4716754"/>
                </a:cubicBezTo>
                <a:lnTo>
                  <a:pt x="344125" y="4764669"/>
                </a:lnTo>
                <a:lnTo>
                  <a:pt x="340188" y="4779386"/>
                </a:lnTo>
                <a:lnTo>
                  <a:pt x="335146" y="4787491"/>
                </a:lnTo>
                <a:lnTo>
                  <a:pt x="319124" y="4843514"/>
                </a:lnTo>
                <a:lnTo>
                  <a:pt x="305956" y="4881505"/>
                </a:lnTo>
                <a:lnTo>
                  <a:pt x="301062" y="4889332"/>
                </a:lnTo>
                <a:lnTo>
                  <a:pt x="302141" y="4899400"/>
                </a:lnTo>
                <a:cubicBezTo>
                  <a:pt x="302767" y="4900706"/>
                  <a:pt x="303536" y="4901803"/>
                  <a:pt x="304424" y="4902664"/>
                </a:cubicBezTo>
                <a:lnTo>
                  <a:pt x="293123" y="4932769"/>
                </a:lnTo>
                <a:lnTo>
                  <a:pt x="292275" y="4936482"/>
                </a:lnTo>
                <a:lnTo>
                  <a:pt x="288304" y="4962325"/>
                </a:lnTo>
                <a:cubicBezTo>
                  <a:pt x="288009" y="4988948"/>
                  <a:pt x="287715" y="5015570"/>
                  <a:pt x="287420" y="5042193"/>
                </a:cubicBezTo>
                <a:cubicBezTo>
                  <a:pt x="295373" y="5039737"/>
                  <a:pt x="281659" y="5060438"/>
                  <a:pt x="287020" y="5065655"/>
                </a:cubicBezTo>
                <a:cubicBezTo>
                  <a:pt x="291675" y="5068928"/>
                  <a:pt x="288601" y="5075970"/>
                  <a:pt x="288488" y="5082216"/>
                </a:cubicBezTo>
                <a:cubicBezTo>
                  <a:pt x="292282" y="5088207"/>
                  <a:pt x="287008" y="5117775"/>
                  <a:pt x="282763" y="5127114"/>
                </a:cubicBezTo>
                <a:cubicBezTo>
                  <a:pt x="267723" y="5152218"/>
                  <a:pt x="280799" y="5182399"/>
                  <a:pt x="269316" y="5202682"/>
                </a:cubicBezTo>
                <a:cubicBezTo>
                  <a:pt x="267050" y="5219969"/>
                  <a:pt x="268614" y="5225841"/>
                  <a:pt x="269174" y="5230835"/>
                </a:cubicBezTo>
                <a:lnTo>
                  <a:pt x="272679" y="5232660"/>
                </a:lnTo>
                <a:lnTo>
                  <a:pt x="272160" y="5241150"/>
                </a:lnTo>
                <a:lnTo>
                  <a:pt x="272760" y="5243156"/>
                </a:lnTo>
                <a:cubicBezTo>
                  <a:pt x="273922" y="5246984"/>
                  <a:pt x="274952" y="5250824"/>
                  <a:pt x="275462" y="5254919"/>
                </a:cubicBezTo>
                <a:cubicBezTo>
                  <a:pt x="258407" y="5258851"/>
                  <a:pt x="276976" y="5290392"/>
                  <a:pt x="262897" y="5286259"/>
                </a:cubicBezTo>
                <a:cubicBezTo>
                  <a:pt x="262724" y="5309439"/>
                  <a:pt x="239612" y="5337531"/>
                  <a:pt x="252761" y="5357801"/>
                </a:cubicBezTo>
                <a:cubicBezTo>
                  <a:pt x="248775" y="5392256"/>
                  <a:pt x="247799" y="5423412"/>
                  <a:pt x="242360" y="5460080"/>
                </a:cubicBezTo>
                <a:cubicBezTo>
                  <a:pt x="232632" y="5488478"/>
                  <a:pt x="242025" y="5519143"/>
                  <a:pt x="229880" y="5539714"/>
                </a:cubicBezTo>
                <a:cubicBezTo>
                  <a:pt x="230558" y="5572454"/>
                  <a:pt x="222150" y="5613340"/>
                  <a:pt x="204283" y="5639080"/>
                </a:cubicBezTo>
                <a:cubicBezTo>
                  <a:pt x="201596" y="5674226"/>
                  <a:pt x="191051" y="5680198"/>
                  <a:pt x="198948" y="5710958"/>
                </a:cubicBezTo>
                <a:cubicBezTo>
                  <a:pt x="196338" y="5713534"/>
                  <a:pt x="194185" y="5716550"/>
                  <a:pt x="192367" y="5719859"/>
                </a:cubicBezTo>
                <a:lnTo>
                  <a:pt x="188035" y="5729935"/>
                </a:lnTo>
                <a:lnTo>
                  <a:pt x="188428" y="5731182"/>
                </a:lnTo>
                <a:lnTo>
                  <a:pt x="181635" y="5753538"/>
                </a:lnTo>
                <a:lnTo>
                  <a:pt x="169744" y="5796307"/>
                </a:lnTo>
                <a:lnTo>
                  <a:pt x="170351" y="5796644"/>
                </a:lnTo>
                <a:cubicBezTo>
                  <a:pt x="171558" y="5797954"/>
                  <a:pt x="172173" y="5799948"/>
                  <a:pt x="171559" y="5803435"/>
                </a:cubicBezTo>
                <a:cubicBezTo>
                  <a:pt x="182664" y="5798231"/>
                  <a:pt x="175075" y="5805646"/>
                  <a:pt x="172284" y="5816391"/>
                </a:cubicBezTo>
                <a:cubicBezTo>
                  <a:pt x="188911" y="5810703"/>
                  <a:pt x="174844" y="5841128"/>
                  <a:pt x="182542" y="5846382"/>
                </a:cubicBezTo>
                <a:cubicBezTo>
                  <a:pt x="180118" y="5854404"/>
                  <a:pt x="177856" y="5862781"/>
                  <a:pt x="175877" y="5871336"/>
                </a:cubicBezTo>
                <a:lnTo>
                  <a:pt x="174910" y="5876376"/>
                </a:lnTo>
                <a:lnTo>
                  <a:pt x="175047" y="5876483"/>
                </a:lnTo>
                <a:cubicBezTo>
                  <a:pt x="175167" y="5877594"/>
                  <a:pt x="174973" y="5879257"/>
                  <a:pt x="174335" y="5881814"/>
                </a:cubicBezTo>
                <a:lnTo>
                  <a:pt x="171273" y="5895339"/>
                </a:lnTo>
                <a:cubicBezTo>
                  <a:pt x="171401" y="5896476"/>
                  <a:pt x="171530" y="5897612"/>
                  <a:pt x="171658" y="5898749"/>
                </a:cubicBezTo>
                <a:lnTo>
                  <a:pt x="174658" y="5919558"/>
                </a:lnTo>
                <a:cubicBezTo>
                  <a:pt x="173958" y="5933601"/>
                  <a:pt x="171208" y="5962838"/>
                  <a:pt x="169099" y="5984417"/>
                </a:cubicBezTo>
                <a:cubicBezTo>
                  <a:pt x="162916" y="6005205"/>
                  <a:pt x="164971" y="6025162"/>
                  <a:pt x="162007" y="6049043"/>
                </a:cubicBezTo>
                <a:cubicBezTo>
                  <a:pt x="150795" y="6073830"/>
                  <a:pt x="160091" y="6088483"/>
                  <a:pt x="156875" y="6114000"/>
                </a:cubicBezTo>
                <a:cubicBezTo>
                  <a:pt x="141597" y="6134477"/>
                  <a:pt x="163381" y="6133378"/>
                  <a:pt x="165441" y="6146938"/>
                </a:cubicBezTo>
                <a:lnTo>
                  <a:pt x="165177" y="6150658"/>
                </a:lnTo>
                <a:lnTo>
                  <a:pt x="161772" y="6160011"/>
                </a:lnTo>
                <a:lnTo>
                  <a:pt x="160051" y="6163393"/>
                </a:lnTo>
                <a:cubicBezTo>
                  <a:pt x="159032" y="6165775"/>
                  <a:pt x="158564" y="6167421"/>
                  <a:pt x="158473" y="6168628"/>
                </a:cubicBezTo>
                <a:cubicBezTo>
                  <a:pt x="158506" y="6168685"/>
                  <a:pt x="158540" y="6168742"/>
                  <a:pt x="158573" y="6168799"/>
                </a:cubicBezTo>
                <a:lnTo>
                  <a:pt x="146463" y="6196671"/>
                </a:lnTo>
                <a:cubicBezTo>
                  <a:pt x="152348" y="6205503"/>
                  <a:pt x="134460" y="6231012"/>
                  <a:pt x="150209" y="6232365"/>
                </a:cubicBezTo>
                <a:cubicBezTo>
                  <a:pt x="145821" y="6242321"/>
                  <a:pt x="137774" y="6246719"/>
                  <a:pt x="148544" y="6246162"/>
                </a:cubicBezTo>
                <a:cubicBezTo>
                  <a:pt x="147378" y="6249522"/>
                  <a:pt x="147566" y="6251866"/>
                  <a:pt x="148403" y="6253754"/>
                </a:cubicBezTo>
                <a:lnTo>
                  <a:pt x="138880" y="6276449"/>
                </a:lnTo>
                <a:cubicBezTo>
                  <a:pt x="138814" y="6277540"/>
                  <a:pt x="138749" y="6278630"/>
                  <a:pt x="138683" y="6279721"/>
                </a:cubicBezTo>
                <a:lnTo>
                  <a:pt x="130721" y="6293675"/>
                </a:lnTo>
                <a:lnTo>
                  <a:pt x="120717" y="6313967"/>
                </a:lnTo>
                <a:cubicBezTo>
                  <a:pt x="120758" y="6314457"/>
                  <a:pt x="120800" y="6314947"/>
                  <a:pt x="120841" y="6315437"/>
                </a:cubicBezTo>
                <a:lnTo>
                  <a:pt x="115208" y="6324024"/>
                </a:lnTo>
                <a:cubicBezTo>
                  <a:pt x="113007" y="6326672"/>
                  <a:pt x="103991" y="6364381"/>
                  <a:pt x="101217" y="6365923"/>
                </a:cubicBezTo>
                <a:lnTo>
                  <a:pt x="74946" y="6556817"/>
                </a:lnTo>
                <a:cubicBezTo>
                  <a:pt x="55357" y="6665926"/>
                  <a:pt x="35695" y="6744075"/>
                  <a:pt x="16001" y="6808678"/>
                </a:cubicBezTo>
                <a:lnTo>
                  <a:pt x="0" y="6858000"/>
                </a:lnTo>
                <a:lnTo>
                  <a:pt x="5734864" y="6858000"/>
                </a:lnTo>
                <a:lnTo>
                  <a:pt x="5734864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47B5885-D178-7458-1E01-8FE25FA071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3408" y="992094"/>
            <a:ext cx="3616913" cy="2795160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The Dead Are Still Walking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64A201-0810-359E-E8BC-D6DBFDB9D91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96287" y="4121253"/>
            <a:ext cx="3125337" cy="1136843"/>
          </a:xfrm>
        </p:spPr>
        <p:txBody>
          <a:bodyPr vert="horz" lIns="91440" tIns="45720" rIns="91440" bIns="45720" rtlCol="0">
            <a:normAutofit/>
          </a:bodyPr>
          <a:lstStyle/>
          <a:p>
            <a:pPr marL="0" indent="0" algn="ctr">
              <a:buNone/>
            </a:pPr>
            <a:r>
              <a:rPr 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rPr>
              <a:t>What's next after disabled AD objects?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CD3B086-D37C-9407-61ED-205A0A3C803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44518"/>
          <a:stretch>
            <a:fillRect/>
          </a:stretch>
        </p:blipFill>
        <p:spPr>
          <a:xfrm>
            <a:off x="6386580" y="578738"/>
            <a:ext cx="4726990" cy="5670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0338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206B13D-72C8-ECAB-6F8C-0BF2EBB77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0D7B523E-CBB7-A296-F0CB-E20614DCF4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BEADF94-5509-EBE9-2DD8-2F3966923D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9A7F8F-A954-C161-13EE-A7DE22B9AA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Fast Forward So Far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9081108-9400-BF92-2DE2-D6D9CB5E92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5A3C55C-1BE2-8123-5FD9-BDAEBA2D455D}"/>
              </a:ext>
            </a:extLst>
          </p:cNvPr>
          <p:cNvSpPr/>
          <p:nvPr/>
        </p:nvSpPr>
        <p:spPr>
          <a:xfrm>
            <a:off x="3969555" y="1974263"/>
            <a:ext cx="3810866" cy="327779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The Walking Dead of AD</a:t>
            </a:r>
          </a:p>
        </p:txBody>
      </p:sp>
      <p:cxnSp>
        <p:nvCxnSpPr>
          <p:cNvPr id="5" name="Elbow Connector 4">
            <a:extLst>
              <a:ext uri="{FF2B5EF4-FFF2-40B4-BE49-F238E27FC236}">
                <a16:creationId xmlns:a16="http://schemas.microsoft.com/office/drawing/2014/main" id="{8B16A920-DE07-3EF5-A32B-3FE68876B0A8}"/>
              </a:ext>
            </a:extLst>
          </p:cNvPr>
          <p:cNvCxnSpPr/>
          <p:nvPr/>
        </p:nvCxnSpPr>
        <p:spPr>
          <a:xfrm rot="5400000">
            <a:off x="2904760" y="2356185"/>
            <a:ext cx="1126958" cy="1002631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>
            <a:extLst>
              <a:ext uri="{FF2B5EF4-FFF2-40B4-BE49-F238E27FC236}">
                <a16:creationId xmlns:a16="http://schemas.microsoft.com/office/drawing/2014/main" id="{E99C87FF-F14D-3175-CF5F-E6D6D5AF56BC}"/>
              </a:ext>
            </a:extLst>
          </p:cNvPr>
          <p:cNvCxnSpPr/>
          <p:nvPr/>
        </p:nvCxnSpPr>
        <p:spPr>
          <a:xfrm rot="16200000" flipH="1">
            <a:off x="7750341" y="2332121"/>
            <a:ext cx="1118938" cy="105877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BB85F2F6-0D96-F734-1AD5-DDCCDFCD93DF}"/>
              </a:ext>
            </a:extLst>
          </p:cNvPr>
          <p:cNvSpPr/>
          <p:nvPr/>
        </p:nvSpPr>
        <p:spPr>
          <a:xfrm>
            <a:off x="1751733" y="3437021"/>
            <a:ext cx="2430379" cy="549442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Disabled AD Objects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B639BDC-6C73-A62E-EB14-0CEEAF470C5B}"/>
              </a:ext>
            </a:extLst>
          </p:cNvPr>
          <p:cNvSpPr/>
          <p:nvPr/>
        </p:nvSpPr>
        <p:spPr>
          <a:xfrm>
            <a:off x="7624010" y="3437021"/>
            <a:ext cx="2430379" cy="549442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Deleted AD Objects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B0AE325-A564-A910-A281-86063356892E}"/>
              </a:ext>
            </a:extLst>
          </p:cNvPr>
          <p:cNvCxnSpPr>
            <a:cxnSpLocks/>
          </p:cNvCxnSpPr>
          <p:nvPr/>
        </p:nvCxnSpPr>
        <p:spPr>
          <a:xfrm>
            <a:off x="1754876" y="3986463"/>
            <a:ext cx="0" cy="8482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669191C-A44F-EEEB-9AD8-435E1562A177}"/>
              </a:ext>
            </a:extLst>
          </p:cNvPr>
          <p:cNvCxnSpPr>
            <a:cxnSpLocks/>
          </p:cNvCxnSpPr>
          <p:nvPr/>
        </p:nvCxnSpPr>
        <p:spPr>
          <a:xfrm>
            <a:off x="4182112" y="3986463"/>
            <a:ext cx="0" cy="8482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A3832FC3-79D2-1E7E-695F-656209B7D33E}"/>
              </a:ext>
            </a:extLst>
          </p:cNvPr>
          <p:cNvSpPr/>
          <p:nvPr/>
        </p:nvSpPr>
        <p:spPr>
          <a:xfrm>
            <a:off x="889000" y="4826667"/>
            <a:ext cx="1957137" cy="4812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Lateral Movement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8C19434-DF8C-CC4B-6953-540B2A15ED71}"/>
              </a:ext>
            </a:extLst>
          </p:cNvPr>
          <p:cNvSpPr/>
          <p:nvPr/>
        </p:nvSpPr>
        <p:spPr>
          <a:xfrm>
            <a:off x="3203543" y="4834689"/>
            <a:ext cx="1957137" cy="4812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Priv Esc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82BAC97-F873-51C5-964D-71FAC4FF063D}"/>
              </a:ext>
            </a:extLst>
          </p:cNvPr>
          <p:cNvSpPr/>
          <p:nvPr/>
        </p:nvSpPr>
        <p:spPr>
          <a:xfrm>
            <a:off x="7808492" y="4798594"/>
            <a:ext cx="1957137" cy="4812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Post-DA Activities</a:t>
            </a:r>
          </a:p>
        </p:txBody>
      </p:sp>
      <p:cxnSp>
        <p:nvCxnSpPr>
          <p:cNvPr id="23" name="Elbow Connector 22">
            <a:extLst>
              <a:ext uri="{FF2B5EF4-FFF2-40B4-BE49-F238E27FC236}">
                <a16:creationId xmlns:a16="http://schemas.microsoft.com/office/drawing/2014/main" id="{EEDE979B-2F7C-C8F3-4158-0BA4E01689F5}"/>
              </a:ext>
            </a:extLst>
          </p:cNvPr>
          <p:cNvCxnSpPr>
            <a:cxnSpLocks/>
            <a:stCxn id="22" idx="1"/>
          </p:cNvCxnSpPr>
          <p:nvPr/>
        </p:nvCxnSpPr>
        <p:spPr>
          <a:xfrm rot="10800000" flipV="1">
            <a:off x="7042484" y="5039225"/>
            <a:ext cx="766008" cy="83920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23">
            <a:extLst>
              <a:ext uri="{FF2B5EF4-FFF2-40B4-BE49-F238E27FC236}">
                <a16:creationId xmlns:a16="http://schemas.microsoft.com/office/drawing/2014/main" id="{A561526D-FC41-EFCF-9D7A-F2CDB1168FAC}"/>
              </a:ext>
            </a:extLst>
          </p:cNvPr>
          <p:cNvSpPr/>
          <p:nvPr/>
        </p:nvSpPr>
        <p:spPr>
          <a:xfrm>
            <a:off x="6063914" y="5880433"/>
            <a:ext cx="1957137" cy="48126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Persistence</a:t>
            </a:r>
          </a:p>
        </p:txBody>
      </p:sp>
      <p:cxnSp>
        <p:nvCxnSpPr>
          <p:cNvPr id="25" name="Elbow Connector 24">
            <a:extLst>
              <a:ext uri="{FF2B5EF4-FFF2-40B4-BE49-F238E27FC236}">
                <a16:creationId xmlns:a16="http://schemas.microsoft.com/office/drawing/2014/main" id="{2BF7C5CB-14B3-BF6F-EB95-124895B19DA7}"/>
              </a:ext>
            </a:extLst>
          </p:cNvPr>
          <p:cNvCxnSpPr>
            <a:cxnSpLocks/>
            <a:stCxn id="22" idx="3"/>
          </p:cNvCxnSpPr>
          <p:nvPr/>
        </p:nvCxnSpPr>
        <p:spPr>
          <a:xfrm>
            <a:off x="9765629" y="5039226"/>
            <a:ext cx="597571" cy="739943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8CE9AA40-C35B-796E-23ED-971539298278}"/>
              </a:ext>
            </a:extLst>
          </p:cNvPr>
          <p:cNvSpPr/>
          <p:nvPr/>
        </p:nvSpPr>
        <p:spPr>
          <a:xfrm>
            <a:off x="9234905" y="5795209"/>
            <a:ext cx="2159000" cy="566487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Pivoting to other resource</a:t>
            </a:r>
          </a:p>
        </p:txBody>
      </p: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73116D41-5224-EC0C-3374-4ED056AB5FA1}"/>
              </a:ext>
            </a:extLst>
          </p:cNvPr>
          <p:cNvCxnSpPr>
            <a:cxnSpLocks/>
          </p:cNvCxnSpPr>
          <p:nvPr/>
        </p:nvCxnSpPr>
        <p:spPr>
          <a:xfrm>
            <a:off x="8839200" y="3986463"/>
            <a:ext cx="0" cy="8482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ight Arrow 27">
            <a:extLst>
              <a:ext uri="{FF2B5EF4-FFF2-40B4-BE49-F238E27FC236}">
                <a16:creationId xmlns:a16="http://schemas.microsoft.com/office/drawing/2014/main" id="{B6C48597-7045-88AA-3910-605A3B57A6B1}"/>
              </a:ext>
            </a:extLst>
          </p:cNvPr>
          <p:cNvSpPr/>
          <p:nvPr/>
        </p:nvSpPr>
        <p:spPr>
          <a:xfrm>
            <a:off x="5448024" y="3530510"/>
            <a:ext cx="1944130" cy="4149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26BAADD-2F87-5DFE-1B47-ED1DD3CB9281}"/>
              </a:ext>
            </a:extLst>
          </p:cNvPr>
          <p:cNvSpPr/>
          <p:nvPr/>
        </p:nvSpPr>
        <p:spPr>
          <a:xfrm>
            <a:off x="7488195" y="3293836"/>
            <a:ext cx="2693774" cy="85286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160542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9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7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0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6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49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7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6" grpId="0" animBg="1"/>
      <p:bldP spid="17" grpId="0" animBg="1"/>
      <p:bldP spid="20" grpId="0" animBg="1"/>
      <p:bldP spid="21" grpId="0" animBg="1"/>
      <p:bldP spid="22" grpId="0" animBg="1"/>
      <p:bldP spid="24" grpId="0" animBg="1"/>
      <p:bldP spid="26" grpId="0" animBg="1"/>
      <p:bldP spid="28" grpId="0" animBg="1"/>
      <p:bldP spid="2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5463EB0A-3D7C-4AA5-BFA5-8EE5B4BA56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FFD48B-8211-77C0-EFD3-ADEF27D2A8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Introduction to ADRB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5AD00-F967-454D-A4B2-39ABA5C88C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9BC5B79-B912-427C-8219-E3E50943FC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77243021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1CAAE96-3DE7-0787-6067-0FE4C6BE5E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EDDBB197-D710-4A4F-A9CA-FD2177498B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75D1CFA-2CDB-4B64-BD9F-85744E8DA1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61EDAB1-9E21-001C-07C8-39FD39A185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672" y="802955"/>
            <a:ext cx="4977976" cy="1454051"/>
          </a:xfrm>
        </p:spPr>
        <p:txBody>
          <a:bodyPr>
            <a:normAutofit/>
          </a:bodyPr>
          <a:lstStyle/>
          <a:p>
            <a:r>
              <a:rPr lang="en-US" sz="3600" dirty="0">
                <a:solidFill>
                  <a:schemeClr val="tx2"/>
                </a:solidFill>
              </a:rPr>
              <a:t>Introduction to ADRB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F2B644-E6ED-C02E-E66D-2C8EB98BE1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4671" y="2421682"/>
            <a:ext cx="5162743" cy="3792851"/>
          </a:xfrm>
        </p:spPr>
        <p:txBody>
          <a:bodyPr anchor="ctr">
            <a:normAutofit fontScale="92500" lnSpcReduction="20000"/>
          </a:bodyPr>
          <a:lstStyle/>
          <a:p>
            <a:pPr marL="0" indent="0">
              <a:buNone/>
            </a:pPr>
            <a:r>
              <a:rPr lang="en-US" sz="1900" dirty="0">
                <a:solidFill>
                  <a:schemeClr val="tx2"/>
                </a:solidFill>
              </a:rPr>
              <a:t>Active Directory Recycling Bin (“ADRB”):</a:t>
            </a:r>
          </a:p>
          <a:p>
            <a:pPr marL="0" indent="0">
              <a:buNone/>
            </a:pPr>
            <a:endParaRPr lang="en-US" sz="1300" dirty="0">
              <a:solidFill>
                <a:schemeClr val="tx2"/>
              </a:solidFill>
            </a:endParaRP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Introduced in Windows Server 2008 R2</a:t>
            </a: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Allows restoration of deleted Active Directory objects</a:t>
            </a: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Must be explicitly enabled (cannot be disabled afterward)</a:t>
            </a: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Requires Windows Server 2008 R2 Forest Functional Level or higher</a:t>
            </a: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The deleted objects moved to the hidden Deleted Objects container</a:t>
            </a:r>
          </a:p>
          <a:p>
            <a:pPr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The object retains important attributes such as: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Group memberships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SID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SID History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ACLs permissions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500" dirty="0">
                <a:solidFill>
                  <a:schemeClr val="tx2"/>
                </a:solidFill>
              </a:rPr>
              <a:t>User properties (description, email, SPNs, etc.)</a:t>
            </a:r>
          </a:p>
          <a:p>
            <a:pPr>
              <a:buFont typeface="Wingdings" pitchFamily="2" charset="2"/>
              <a:buChar char="Ø"/>
            </a:pPr>
            <a:endParaRPr lang="en-US" sz="1100" dirty="0">
              <a:solidFill>
                <a:schemeClr val="tx2"/>
              </a:solidFill>
            </a:endParaRPr>
          </a:p>
          <a:p>
            <a:pPr>
              <a:buFont typeface="Wingdings" pitchFamily="2" charset="2"/>
              <a:buChar char="Ø"/>
            </a:pPr>
            <a:endParaRPr lang="en-US" sz="1100" dirty="0">
              <a:solidFill>
                <a:schemeClr val="tx2"/>
              </a:solidFill>
            </a:endParaRPr>
          </a:p>
          <a:p>
            <a:pPr marL="0" indent="0">
              <a:buNone/>
            </a:pPr>
            <a:endParaRPr lang="en-US" sz="1100" dirty="0">
              <a:solidFill>
                <a:schemeClr val="tx2"/>
              </a:solidFill>
            </a:endParaRPr>
          </a:p>
          <a:p>
            <a:pPr>
              <a:buFont typeface="Wingdings" pitchFamily="2" charset="2"/>
              <a:buChar char="Ø"/>
            </a:pPr>
            <a:endParaRPr lang="en-US" sz="1100" dirty="0">
              <a:solidFill>
                <a:schemeClr val="tx2"/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5EE5136-01F1-466C-962D-BA9B4C6757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369897" y="0"/>
            <a:ext cx="5822103" cy="6685267"/>
            <a:chOff x="6357228" y="0"/>
            <a:chExt cx="5822103" cy="6685267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11D3AD4-AF9B-4EB5-8C7B-C45D173B4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57228" y="0"/>
              <a:ext cx="5822102" cy="6685267"/>
            </a:xfrm>
            <a:custGeom>
              <a:avLst/>
              <a:gdLst>
                <a:gd name="connsiteX0" fmla="*/ 2605444 w 5822102"/>
                <a:gd name="connsiteY0" fmla="*/ 0 h 6685267"/>
                <a:gd name="connsiteX1" fmla="*/ 4757391 w 5822102"/>
                <a:gd name="connsiteY1" fmla="*/ 0 h 6685267"/>
                <a:gd name="connsiteX2" fmla="*/ 4913680 w 5822102"/>
                <a:gd name="connsiteY2" fmla="*/ 56274 h 6685267"/>
                <a:gd name="connsiteX3" fmla="*/ 5376238 w 5822102"/>
                <a:gd name="connsiteY3" fmla="*/ 282027 h 6685267"/>
                <a:gd name="connsiteX4" fmla="*/ 5658024 w 5822102"/>
                <a:gd name="connsiteY4" fmla="*/ 471014 h 6685267"/>
                <a:gd name="connsiteX5" fmla="*/ 5822102 w 5822102"/>
                <a:gd name="connsiteY5" fmla="*/ 609109 h 6685267"/>
                <a:gd name="connsiteX6" fmla="*/ 5822102 w 5822102"/>
                <a:gd name="connsiteY6" fmla="*/ 760697 h 6685267"/>
                <a:gd name="connsiteX7" fmla="*/ 5707785 w 5822102"/>
                <a:gd name="connsiteY7" fmla="*/ 666601 h 6685267"/>
                <a:gd name="connsiteX8" fmla="*/ 5577306 w 5822102"/>
                <a:gd name="connsiteY8" fmla="*/ 571666 h 6685267"/>
                <a:gd name="connsiteX9" fmla="*/ 5298630 w 5822102"/>
                <a:gd name="connsiteY9" fmla="*/ 407449 h 6685267"/>
                <a:gd name="connsiteX10" fmla="*/ 4690768 w 5822102"/>
                <a:gd name="connsiteY10" fmla="*/ 184979 h 6685267"/>
                <a:gd name="connsiteX11" fmla="*/ 4048577 w 5822102"/>
                <a:gd name="connsiteY11" fmla="*/ 99280 h 6685267"/>
                <a:gd name="connsiteX12" fmla="*/ 3405404 w 5822102"/>
                <a:gd name="connsiteY12" fmla="*/ 131937 h 6685267"/>
                <a:gd name="connsiteX13" fmla="*/ 3089702 w 5822102"/>
                <a:gd name="connsiteY13" fmla="*/ 190190 h 6685267"/>
                <a:gd name="connsiteX14" fmla="*/ 2780132 w 5822102"/>
                <a:gd name="connsiteY14" fmla="*/ 273457 h 6685267"/>
                <a:gd name="connsiteX15" fmla="*/ 2478040 w 5822102"/>
                <a:gd name="connsiteY15" fmla="*/ 379654 h 6685267"/>
                <a:gd name="connsiteX16" fmla="*/ 2184897 w 5822102"/>
                <a:gd name="connsiteY16" fmla="*/ 507972 h 6685267"/>
                <a:gd name="connsiteX17" fmla="*/ 1629141 w 5822102"/>
                <a:gd name="connsiteY17" fmla="*/ 823205 h 6685267"/>
                <a:gd name="connsiteX18" fmla="*/ 1497711 w 5822102"/>
                <a:gd name="connsiteY18" fmla="*/ 914000 h 6685267"/>
                <a:gd name="connsiteX19" fmla="*/ 1433099 w 5822102"/>
                <a:gd name="connsiteY19" fmla="*/ 960903 h 6685267"/>
                <a:gd name="connsiteX20" fmla="*/ 1369346 w 5822102"/>
                <a:gd name="connsiteY20" fmla="*/ 1008963 h 6685267"/>
                <a:gd name="connsiteX21" fmla="*/ 1123406 w 5822102"/>
                <a:gd name="connsiteY21" fmla="*/ 1212905 h 6685267"/>
                <a:gd name="connsiteX22" fmla="*/ 684367 w 5822102"/>
                <a:gd name="connsiteY22" fmla="*/ 1675564 h 6685267"/>
                <a:gd name="connsiteX23" fmla="*/ 497153 w 5822102"/>
                <a:gd name="connsiteY23" fmla="*/ 1933588 h 6685267"/>
                <a:gd name="connsiteX24" fmla="*/ 337770 w 5822102"/>
                <a:gd name="connsiteY24" fmla="*/ 2208983 h 6685267"/>
                <a:gd name="connsiteX25" fmla="*/ 302461 w 5822102"/>
                <a:gd name="connsiteY25" fmla="*/ 2280207 h 6685267"/>
                <a:gd name="connsiteX26" fmla="*/ 285296 w 5822102"/>
                <a:gd name="connsiteY26" fmla="*/ 2316107 h 6685267"/>
                <a:gd name="connsiteX27" fmla="*/ 268991 w 5822102"/>
                <a:gd name="connsiteY27" fmla="*/ 2352355 h 6685267"/>
                <a:gd name="connsiteX28" fmla="*/ 237849 w 5822102"/>
                <a:gd name="connsiteY28" fmla="*/ 2425432 h 6685267"/>
                <a:gd name="connsiteX29" fmla="*/ 208670 w 5822102"/>
                <a:gd name="connsiteY29" fmla="*/ 2499319 h 6685267"/>
                <a:gd name="connsiteX30" fmla="*/ 113775 w 5822102"/>
                <a:gd name="connsiteY30" fmla="*/ 2801929 h 6685267"/>
                <a:gd name="connsiteX31" fmla="*/ 36781 w 5822102"/>
                <a:gd name="connsiteY31" fmla="*/ 3428922 h 6685267"/>
                <a:gd name="connsiteX32" fmla="*/ 69148 w 5822102"/>
                <a:gd name="connsiteY32" fmla="*/ 3741955 h 6685267"/>
                <a:gd name="connsiteX33" fmla="*/ 167966 w 5822102"/>
                <a:gd name="connsiteY33" fmla="*/ 4041323 h 6685267"/>
                <a:gd name="connsiteX34" fmla="*/ 202049 w 5822102"/>
                <a:gd name="connsiteY34" fmla="*/ 4112894 h 6685267"/>
                <a:gd name="connsiteX35" fmla="*/ 239933 w 5822102"/>
                <a:gd name="connsiteY35" fmla="*/ 4182843 h 6685267"/>
                <a:gd name="connsiteX36" fmla="*/ 323916 w 5822102"/>
                <a:gd name="connsiteY36" fmla="*/ 4318456 h 6685267"/>
                <a:gd name="connsiteX37" fmla="*/ 416604 w 5822102"/>
                <a:gd name="connsiteY37" fmla="*/ 4449436 h 6685267"/>
                <a:gd name="connsiteX38" fmla="*/ 515911 w 5822102"/>
                <a:gd name="connsiteY38" fmla="*/ 4576711 h 6685267"/>
                <a:gd name="connsiteX39" fmla="*/ 722619 w 5822102"/>
                <a:gd name="connsiteY39" fmla="*/ 4828482 h 6685267"/>
                <a:gd name="connsiteX40" fmla="*/ 825972 w 5822102"/>
                <a:gd name="connsiteY40" fmla="*/ 4956104 h 6685267"/>
                <a:gd name="connsiteX41" fmla="*/ 926506 w 5822102"/>
                <a:gd name="connsiteY41" fmla="*/ 5085347 h 6685267"/>
                <a:gd name="connsiteX42" fmla="*/ 1027040 w 5822102"/>
                <a:gd name="connsiteY42" fmla="*/ 5210191 h 6685267"/>
                <a:gd name="connsiteX43" fmla="*/ 1132110 w 5822102"/>
                <a:gd name="connsiteY43" fmla="*/ 5330748 h 6685267"/>
                <a:gd name="connsiteX44" fmla="*/ 1354880 w 5822102"/>
                <a:gd name="connsiteY44" fmla="*/ 5558083 h 6685267"/>
                <a:gd name="connsiteX45" fmla="*/ 1855220 w 5822102"/>
                <a:gd name="connsiteY45" fmla="*/ 5937591 h 6685267"/>
                <a:gd name="connsiteX46" fmla="*/ 2131810 w 5822102"/>
                <a:gd name="connsiteY46" fmla="*/ 6080268 h 6685267"/>
                <a:gd name="connsiteX47" fmla="*/ 2423726 w 5822102"/>
                <a:gd name="connsiteY47" fmla="*/ 6188087 h 6685267"/>
                <a:gd name="connsiteX48" fmla="*/ 2727780 w 5822102"/>
                <a:gd name="connsiteY48" fmla="*/ 6262552 h 6685267"/>
                <a:gd name="connsiteX49" fmla="*/ 3041276 w 5822102"/>
                <a:gd name="connsiteY49" fmla="*/ 6304245 h 6685267"/>
                <a:gd name="connsiteX50" fmla="*/ 3360532 w 5822102"/>
                <a:gd name="connsiteY50" fmla="*/ 6317331 h 6685267"/>
                <a:gd name="connsiteX51" fmla="*/ 3439855 w 5822102"/>
                <a:gd name="connsiteY51" fmla="*/ 6316751 h 6685267"/>
                <a:gd name="connsiteX52" fmla="*/ 3478721 w 5822102"/>
                <a:gd name="connsiteY52" fmla="*/ 6315826 h 6685267"/>
                <a:gd name="connsiteX53" fmla="*/ 3517463 w 5822102"/>
                <a:gd name="connsiteY53" fmla="*/ 6313971 h 6685267"/>
                <a:gd name="connsiteX54" fmla="*/ 3671452 w 5822102"/>
                <a:gd name="connsiteY54" fmla="*/ 6301233 h 6685267"/>
                <a:gd name="connsiteX55" fmla="*/ 4265460 w 5822102"/>
                <a:gd name="connsiteY55" fmla="*/ 6149638 h 6685267"/>
                <a:gd name="connsiteX56" fmla="*/ 4546587 w 5822102"/>
                <a:gd name="connsiteY56" fmla="*/ 6018079 h 6685267"/>
                <a:gd name="connsiteX57" fmla="*/ 4818030 w 5822102"/>
                <a:gd name="connsiteY57" fmla="*/ 5858029 h 6685267"/>
                <a:gd name="connsiteX58" fmla="*/ 5081870 w 5822102"/>
                <a:gd name="connsiteY58" fmla="*/ 5676903 h 6685267"/>
                <a:gd name="connsiteX59" fmla="*/ 5212073 w 5822102"/>
                <a:gd name="connsiteY59" fmla="*/ 5581013 h 6685267"/>
                <a:gd name="connsiteX60" fmla="*/ 5343625 w 5822102"/>
                <a:gd name="connsiteY60" fmla="*/ 5481533 h 6685267"/>
                <a:gd name="connsiteX61" fmla="*/ 5610378 w 5822102"/>
                <a:gd name="connsiteY61" fmla="*/ 5284425 h 6685267"/>
                <a:gd name="connsiteX62" fmla="*/ 5822102 w 5822102"/>
                <a:gd name="connsiteY62" fmla="*/ 5126414 h 6685267"/>
                <a:gd name="connsiteX63" fmla="*/ 5822102 w 5822102"/>
                <a:gd name="connsiteY63" fmla="*/ 5556641 h 6685267"/>
                <a:gd name="connsiteX64" fmla="*/ 5576325 w 5822102"/>
                <a:gd name="connsiteY64" fmla="*/ 5749979 h 6685267"/>
                <a:gd name="connsiteX65" fmla="*/ 5447715 w 5822102"/>
                <a:gd name="connsiteY65" fmla="*/ 5852818 h 6685267"/>
                <a:gd name="connsiteX66" fmla="*/ 5315059 w 5822102"/>
                <a:gd name="connsiteY66" fmla="*/ 5956236 h 6685267"/>
                <a:gd name="connsiteX67" fmla="*/ 5038468 w 5822102"/>
                <a:gd name="connsiteY67" fmla="*/ 6155776 h 6685267"/>
                <a:gd name="connsiteX68" fmla="*/ 4741892 w 5822102"/>
                <a:gd name="connsiteY68" fmla="*/ 6338292 h 6685267"/>
                <a:gd name="connsiteX69" fmla="*/ 4420920 w 5822102"/>
                <a:gd name="connsiteY69" fmla="*/ 6492203 h 6685267"/>
                <a:gd name="connsiteX70" fmla="*/ 3717672 w 5822102"/>
                <a:gd name="connsiteY70" fmla="*/ 6670434 h 6685267"/>
                <a:gd name="connsiteX71" fmla="*/ 3535853 w 5822102"/>
                <a:gd name="connsiteY71" fmla="*/ 6683289 h 6685267"/>
                <a:gd name="connsiteX72" fmla="*/ 3490367 w 5822102"/>
                <a:gd name="connsiteY72" fmla="*/ 6684910 h 6685267"/>
                <a:gd name="connsiteX73" fmla="*/ 3445005 w 5822102"/>
                <a:gd name="connsiteY73" fmla="*/ 6685142 h 6685267"/>
                <a:gd name="connsiteX74" fmla="*/ 3355872 w 5822102"/>
                <a:gd name="connsiteY74" fmla="*/ 6684100 h 6685267"/>
                <a:gd name="connsiteX75" fmla="*/ 3179203 w 5822102"/>
                <a:gd name="connsiteY75" fmla="*/ 6677150 h 6685267"/>
                <a:gd name="connsiteX76" fmla="*/ 3002410 w 5822102"/>
                <a:gd name="connsiteY76" fmla="*/ 6661169 h 6685267"/>
                <a:gd name="connsiteX77" fmla="*/ 2650296 w 5822102"/>
                <a:gd name="connsiteY77" fmla="*/ 6604191 h 6685267"/>
                <a:gd name="connsiteX78" fmla="*/ 2306028 w 5822102"/>
                <a:gd name="connsiteY78" fmla="*/ 6505869 h 6685267"/>
                <a:gd name="connsiteX79" fmla="*/ 1978803 w 5822102"/>
                <a:gd name="connsiteY79" fmla="*/ 6363307 h 6685267"/>
                <a:gd name="connsiteX80" fmla="*/ 1678428 w 5822102"/>
                <a:gd name="connsiteY80" fmla="*/ 6177779 h 6685267"/>
                <a:gd name="connsiteX81" fmla="*/ 1175880 w 5822102"/>
                <a:gd name="connsiteY81" fmla="*/ 5710373 h 6685267"/>
                <a:gd name="connsiteX82" fmla="*/ 971502 w 5822102"/>
                <a:gd name="connsiteY82" fmla="*/ 5445399 h 6685267"/>
                <a:gd name="connsiteX83" fmla="*/ 790909 w 5822102"/>
                <a:gd name="connsiteY83" fmla="*/ 5169078 h 6685267"/>
                <a:gd name="connsiteX84" fmla="*/ 706680 w 5822102"/>
                <a:gd name="connsiteY84" fmla="*/ 5031959 h 6685267"/>
                <a:gd name="connsiteX85" fmla="*/ 619143 w 5822102"/>
                <a:gd name="connsiteY85" fmla="*/ 4897157 h 6685267"/>
                <a:gd name="connsiteX86" fmla="*/ 436465 w 5822102"/>
                <a:gd name="connsiteY86" fmla="*/ 4628710 h 6685267"/>
                <a:gd name="connsiteX87" fmla="*/ 347088 w 5822102"/>
                <a:gd name="connsiteY87" fmla="*/ 4492171 h 6685267"/>
                <a:gd name="connsiteX88" fmla="*/ 262001 w 5822102"/>
                <a:gd name="connsiteY88" fmla="*/ 4352619 h 6685267"/>
                <a:gd name="connsiteX89" fmla="*/ 118679 w 5822102"/>
                <a:gd name="connsiteY89" fmla="*/ 4059853 h 6685267"/>
                <a:gd name="connsiteX90" fmla="*/ 28322 w 5822102"/>
                <a:gd name="connsiteY90" fmla="*/ 3749136 h 6685267"/>
                <a:gd name="connsiteX91" fmla="*/ 0 w 5822102"/>
                <a:gd name="connsiteY91" fmla="*/ 3428922 h 6685267"/>
                <a:gd name="connsiteX92" fmla="*/ 253052 w 5822102"/>
                <a:gd name="connsiteY92" fmla="*/ 2174356 h 6685267"/>
                <a:gd name="connsiteX93" fmla="*/ 389141 w 5822102"/>
                <a:gd name="connsiteY93" fmla="*/ 1877652 h 6685267"/>
                <a:gd name="connsiteX94" fmla="*/ 552079 w 5822102"/>
                <a:gd name="connsiteY94" fmla="*/ 1591834 h 6685267"/>
                <a:gd name="connsiteX95" fmla="*/ 954950 w 5822102"/>
                <a:gd name="connsiteY95" fmla="*/ 1061773 h 6685267"/>
                <a:gd name="connsiteX96" fmla="*/ 1192922 w 5822102"/>
                <a:gd name="connsiteY96" fmla="*/ 822626 h 6685267"/>
                <a:gd name="connsiteX97" fmla="*/ 1255939 w 5822102"/>
                <a:gd name="connsiteY97" fmla="*/ 765880 h 6685267"/>
                <a:gd name="connsiteX98" fmla="*/ 1320183 w 5822102"/>
                <a:gd name="connsiteY98" fmla="*/ 710291 h 6685267"/>
                <a:gd name="connsiteX99" fmla="*/ 1452961 w 5822102"/>
                <a:gd name="connsiteY99" fmla="*/ 603514 h 6685267"/>
                <a:gd name="connsiteX100" fmla="*/ 2033360 w 5822102"/>
                <a:gd name="connsiteY100" fmla="*/ 235818 h 6685267"/>
                <a:gd name="connsiteX101" fmla="*/ 2512513 w 5822102"/>
                <a:gd name="connsiteY101" fmla="*/ 30012 h 668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22102" h="6685267">
                  <a:moveTo>
                    <a:pt x="2605444" y="0"/>
                  </a:moveTo>
                  <a:lnTo>
                    <a:pt x="4757391" y="0"/>
                  </a:lnTo>
                  <a:lnTo>
                    <a:pt x="4913680" y="56274"/>
                  </a:lnTo>
                  <a:cubicBezTo>
                    <a:pt x="5074659" y="119278"/>
                    <a:pt x="5229483" y="195083"/>
                    <a:pt x="5376238" y="282027"/>
                  </a:cubicBezTo>
                  <a:cubicBezTo>
                    <a:pt x="5474014" y="340105"/>
                    <a:pt x="5568080" y="403280"/>
                    <a:pt x="5658024" y="471014"/>
                  </a:cubicBezTo>
                  <a:lnTo>
                    <a:pt x="5822102" y="609109"/>
                  </a:lnTo>
                  <a:lnTo>
                    <a:pt x="5822102" y="760697"/>
                  </a:lnTo>
                  <a:lnTo>
                    <a:pt x="5707785" y="666601"/>
                  </a:lnTo>
                  <a:cubicBezTo>
                    <a:pt x="5665273" y="633682"/>
                    <a:pt x="5621749" y="602008"/>
                    <a:pt x="5577306" y="571666"/>
                  </a:cubicBezTo>
                  <a:cubicBezTo>
                    <a:pt x="5487929" y="511562"/>
                    <a:pt x="5395118" y="456089"/>
                    <a:pt x="5298630" y="407449"/>
                  </a:cubicBezTo>
                  <a:cubicBezTo>
                    <a:pt x="5106266" y="309010"/>
                    <a:pt x="4901153" y="235355"/>
                    <a:pt x="4690768" y="184979"/>
                  </a:cubicBezTo>
                  <a:cubicBezTo>
                    <a:pt x="4480382" y="134486"/>
                    <a:pt x="4264724" y="106807"/>
                    <a:pt x="4048577" y="99280"/>
                  </a:cubicBezTo>
                  <a:cubicBezTo>
                    <a:pt x="3832182" y="90709"/>
                    <a:pt x="3617997" y="102290"/>
                    <a:pt x="3405404" y="131937"/>
                  </a:cubicBezTo>
                  <a:cubicBezTo>
                    <a:pt x="3299353" y="147340"/>
                    <a:pt x="3193915" y="166449"/>
                    <a:pt x="3089702" y="190190"/>
                  </a:cubicBezTo>
                  <a:cubicBezTo>
                    <a:pt x="2985491" y="214278"/>
                    <a:pt x="2882137" y="241725"/>
                    <a:pt x="2780132" y="273457"/>
                  </a:cubicBezTo>
                  <a:cubicBezTo>
                    <a:pt x="2678126" y="305073"/>
                    <a:pt x="2577348" y="340510"/>
                    <a:pt x="2478040" y="379654"/>
                  </a:cubicBezTo>
                  <a:cubicBezTo>
                    <a:pt x="2378854" y="418914"/>
                    <a:pt x="2281017" y="461763"/>
                    <a:pt x="2184897" y="507972"/>
                  </a:cubicBezTo>
                  <a:cubicBezTo>
                    <a:pt x="1992657" y="600271"/>
                    <a:pt x="1806791" y="705542"/>
                    <a:pt x="1629141" y="823205"/>
                  </a:cubicBezTo>
                  <a:cubicBezTo>
                    <a:pt x="1584882" y="852736"/>
                    <a:pt x="1540745" y="882731"/>
                    <a:pt x="1497711" y="914000"/>
                  </a:cubicBezTo>
                  <a:cubicBezTo>
                    <a:pt x="1475888" y="929286"/>
                    <a:pt x="1454555" y="945153"/>
                    <a:pt x="1433099" y="960903"/>
                  </a:cubicBezTo>
                  <a:cubicBezTo>
                    <a:pt x="1411521" y="976537"/>
                    <a:pt x="1390311" y="992634"/>
                    <a:pt x="1369346" y="1008963"/>
                  </a:cubicBezTo>
                  <a:cubicBezTo>
                    <a:pt x="1285119" y="1074165"/>
                    <a:pt x="1202730" y="1141797"/>
                    <a:pt x="1123406" y="1212905"/>
                  </a:cubicBezTo>
                  <a:cubicBezTo>
                    <a:pt x="964391" y="1354656"/>
                    <a:pt x="816900" y="1509261"/>
                    <a:pt x="684367" y="1675564"/>
                  </a:cubicBezTo>
                  <a:cubicBezTo>
                    <a:pt x="618161" y="1758716"/>
                    <a:pt x="555512" y="1844763"/>
                    <a:pt x="497153" y="1933588"/>
                  </a:cubicBezTo>
                  <a:cubicBezTo>
                    <a:pt x="439775" y="2022877"/>
                    <a:pt x="385584" y="2114367"/>
                    <a:pt x="337770" y="2208983"/>
                  </a:cubicBezTo>
                  <a:cubicBezTo>
                    <a:pt x="325388" y="2232493"/>
                    <a:pt x="313862" y="2256349"/>
                    <a:pt x="302461" y="2280207"/>
                  </a:cubicBezTo>
                  <a:lnTo>
                    <a:pt x="285296" y="2316107"/>
                  </a:lnTo>
                  <a:lnTo>
                    <a:pt x="268991" y="2352355"/>
                  </a:lnTo>
                  <a:cubicBezTo>
                    <a:pt x="258324" y="2376560"/>
                    <a:pt x="247535" y="2400764"/>
                    <a:pt x="237849" y="2425432"/>
                  </a:cubicBezTo>
                  <a:cubicBezTo>
                    <a:pt x="228163" y="2450099"/>
                    <a:pt x="217498" y="2474419"/>
                    <a:pt x="208670" y="2499319"/>
                  </a:cubicBezTo>
                  <a:cubicBezTo>
                    <a:pt x="170909" y="2598219"/>
                    <a:pt x="138908" y="2699206"/>
                    <a:pt x="113775" y="2801929"/>
                  </a:cubicBezTo>
                  <a:cubicBezTo>
                    <a:pt x="62773" y="3006911"/>
                    <a:pt x="36659" y="3217917"/>
                    <a:pt x="36781" y="3428922"/>
                  </a:cubicBezTo>
                  <a:cubicBezTo>
                    <a:pt x="37394" y="3534078"/>
                    <a:pt x="47816" y="3639001"/>
                    <a:pt x="69148" y="3741955"/>
                  </a:cubicBezTo>
                  <a:cubicBezTo>
                    <a:pt x="91585" y="3844679"/>
                    <a:pt x="124074" y="3945202"/>
                    <a:pt x="167966" y="4041323"/>
                  </a:cubicBezTo>
                  <a:cubicBezTo>
                    <a:pt x="178387" y="4065528"/>
                    <a:pt x="190525" y="4089153"/>
                    <a:pt x="202049" y="4112894"/>
                  </a:cubicBezTo>
                  <a:cubicBezTo>
                    <a:pt x="214555" y="4136288"/>
                    <a:pt x="226447" y="4159912"/>
                    <a:pt x="239933" y="4182843"/>
                  </a:cubicBezTo>
                  <a:cubicBezTo>
                    <a:pt x="265680" y="4229167"/>
                    <a:pt x="294368" y="4274101"/>
                    <a:pt x="323916" y="4318456"/>
                  </a:cubicBezTo>
                  <a:cubicBezTo>
                    <a:pt x="353341" y="4362927"/>
                    <a:pt x="384849" y="4406240"/>
                    <a:pt x="416604" y="4449436"/>
                  </a:cubicBezTo>
                  <a:cubicBezTo>
                    <a:pt x="448847" y="4492286"/>
                    <a:pt x="482319" y="4534557"/>
                    <a:pt x="515911" y="4576711"/>
                  </a:cubicBezTo>
                  <a:cubicBezTo>
                    <a:pt x="583219" y="4661137"/>
                    <a:pt x="653594" y="4743825"/>
                    <a:pt x="722619" y="4828482"/>
                  </a:cubicBezTo>
                  <a:cubicBezTo>
                    <a:pt x="757315" y="4870637"/>
                    <a:pt x="791889" y="4913138"/>
                    <a:pt x="825972" y="4956104"/>
                  </a:cubicBezTo>
                  <a:cubicBezTo>
                    <a:pt x="859934" y="4998722"/>
                    <a:pt x="893649" y="5044004"/>
                    <a:pt x="926506" y="5085347"/>
                  </a:cubicBezTo>
                  <a:cubicBezTo>
                    <a:pt x="959119" y="5127734"/>
                    <a:pt x="993324" y="5168847"/>
                    <a:pt x="1027040" y="5210191"/>
                  </a:cubicBezTo>
                  <a:cubicBezTo>
                    <a:pt x="1061737" y="5250840"/>
                    <a:pt x="1096188" y="5291488"/>
                    <a:pt x="1132110" y="5330748"/>
                  </a:cubicBezTo>
                  <a:cubicBezTo>
                    <a:pt x="1203465" y="5409731"/>
                    <a:pt x="1277639" y="5485818"/>
                    <a:pt x="1354880" y="5558083"/>
                  </a:cubicBezTo>
                  <a:cubicBezTo>
                    <a:pt x="1509603" y="5702266"/>
                    <a:pt x="1676588" y="5830930"/>
                    <a:pt x="1855220" y="5937591"/>
                  </a:cubicBezTo>
                  <a:cubicBezTo>
                    <a:pt x="1944720" y="5990632"/>
                    <a:pt x="2036549" y="6039272"/>
                    <a:pt x="2131810" y="6080268"/>
                  </a:cubicBezTo>
                  <a:cubicBezTo>
                    <a:pt x="2226460" y="6122423"/>
                    <a:pt x="2324173" y="6157977"/>
                    <a:pt x="2423726" y="6188087"/>
                  </a:cubicBezTo>
                  <a:cubicBezTo>
                    <a:pt x="2523280" y="6218313"/>
                    <a:pt x="2624794" y="6242749"/>
                    <a:pt x="2727780" y="6262552"/>
                  </a:cubicBezTo>
                  <a:cubicBezTo>
                    <a:pt x="2830890" y="6282008"/>
                    <a:pt x="2935714" y="6295326"/>
                    <a:pt x="3041276" y="6304245"/>
                  </a:cubicBezTo>
                  <a:cubicBezTo>
                    <a:pt x="3146836" y="6313277"/>
                    <a:pt x="3253499" y="6317215"/>
                    <a:pt x="3360532" y="6317331"/>
                  </a:cubicBezTo>
                  <a:cubicBezTo>
                    <a:pt x="3387259" y="6317331"/>
                    <a:pt x="3414354" y="6317794"/>
                    <a:pt x="3439855" y="6316751"/>
                  </a:cubicBezTo>
                  <a:lnTo>
                    <a:pt x="3478721" y="6315826"/>
                  </a:lnTo>
                  <a:lnTo>
                    <a:pt x="3517463" y="6313971"/>
                  </a:lnTo>
                  <a:cubicBezTo>
                    <a:pt x="3569078" y="6311772"/>
                    <a:pt x="3620449" y="6306907"/>
                    <a:pt x="3671452" y="6301233"/>
                  </a:cubicBezTo>
                  <a:cubicBezTo>
                    <a:pt x="3875707" y="6277608"/>
                    <a:pt x="4074445" y="6225841"/>
                    <a:pt x="4265460" y="6149638"/>
                  </a:cubicBezTo>
                  <a:cubicBezTo>
                    <a:pt x="4361212" y="6111884"/>
                    <a:pt x="4454636" y="6067065"/>
                    <a:pt x="4546587" y="6018079"/>
                  </a:cubicBezTo>
                  <a:cubicBezTo>
                    <a:pt x="4638662" y="5969322"/>
                    <a:pt x="4729020" y="5915240"/>
                    <a:pt x="4818030" y="5858029"/>
                  </a:cubicBezTo>
                  <a:cubicBezTo>
                    <a:pt x="4907038" y="5800703"/>
                    <a:pt x="4994577" y="5739672"/>
                    <a:pt x="5081870" y="5676903"/>
                  </a:cubicBezTo>
                  <a:cubicBezTo>
                    <a:pt x="5125392" y="5645519"/>
                    <a:pt x="5168794" y="5613324"/>
                    <a:pt x="5212073" y="5581013"/>
                  </a:cubicBezTo>
                  <a:lnTo>
                    <a:pt x="5343625" y="5481533"/>
                  </a:lnTo>
                  <a:cubicBezTo>
                    <a:pt x="5432696" y="5414768"/>
                    <a:pt x="5521951" y="5349452"/>
                    <a:pt x="5610378" y="5284425"/>
                  </a:cubicBezTo>
                  <a:lnTo>
                    <a:pt x="5822102" y="5126414"/>
                  </a:lnTo>
                  <a:lnTo>
                    <a:pt x="5822102" y="5556641"/>
                  </a:lnTo>
                  <a:lnTo>
                    <a:pt x="5576325" y="5749979"/>
                  </a:lnTo>
                  <a:lnTo>
                    <a:pt x="5447715" y="5852818"/>
                  </a:lnTo>
                  <a:cubicBezTo>
                    <a:pt x="5403945" y="5887445"/>
                    <a:pt x="5359932" y="5922073"/>
                    <a:pt x="5315059" y="5956236"/>
                  </a:cubicBezTo>
                  <a:cubicBezTo>
                    <a:pt x="5225682" y="6024680"/>
                    <a:pt x="5133976" y="6091734"/>
                    <a:pt x="5038468" y="6155776"/>
                  </a:cubicBezTo>
                  <a:cubicBezTo>
                    <a:pt x="4943084" y="6219703"/>
                    <a:pt x="4845002" y="6281777"/>
                    <a:pt x="4741892" y="6338292"/>
                  </a:cubicBezTo>
                  <a:cubicBezTo>
                    <a:pt x="4638784" y="6394692"/>
                    <a:pt x="4532120" y="6447038"/>
                    <a:pt x="4420920" y="6492203"/>
                  </a:cubicBezTo>
                  <a:cubicBezTo>
                    <a:pt x="4199255" y="6583693"/>
                    <a:pt x="3959813" y="6644840"/>
                    <a:pt x="3717672" y="6670434"/>
                  </a:cubicBezTo>
                  <a:cubicBezTo>
                    <a:pt x="3657106" y="6676456"/>
                    <a:pt x="3596419" y="6681321"/>
                    <a:pt x="3535853" y="6683289"/>
                  </a:cubicBezTo>
                  <a:lnTo>
                    <a:pt x="3490367" y="6684910"/>
                  </a:lnTo>
                  <a:lnTo>
                    <a:pt x="3445005" y="6685142"/>
                  </a:lnTo>
                  <a:cubicBezTo>
                    <a:pt x="3414354" y="6685605"/>
                    <a:pt x="3385297" y="6684679"/>
                    <a:pt x="3355872" y="6684100"/>
                  </a:cubicBezTo>
                  <a:cubicBezTo>
                    <a:pt x="3297146" y="6683405"/>
                    <a:pt x="3238052" y="6680047"/>
                    <a:pt x="3179203" y="6677150"/>
                  </a:cubicBezTo>
                  <a:cubicBezTo>
                    <a:pt x="3120232" y="6672519"/>
                    <a:pt x="3061259" y="6668233"/>
                    <a:pt x="3002410" y="6661169"/>
                  </a:cubicBezTo>
                  <a:cubicBezTo>
                    <a:pt x="2884589" y="6647851"/>
                    <a:pt x="2766891" y="6629669"/>
                    <a:pt x="2650296" y="6604191"/>
                  </a:cubicBezTo>
                  <a:cubicBezTo>
                    <a:pt x="2533702" y="6578713"/>
                    <a:pt x="2418456" y="6545938"/>
                    <a:pt x="2306028" y="6505869"/>
                  </a:cubicBezTo>
                  <a:cubicBezTo>
                    <a:pt x="2193602" y="6465683"/>
                    <a:pt x="2084118" y="6417738"/>
                    <a:pt x="1978803" y="6363307"/>
                  </a:cubicBezTo>
                  <a:cubicBezTo>
                    <a:pt x="1873855" y="6308066"/>
                    <a:pt x="1773077" y="6246340"/>
                    <a:pt x="1678428" y="6177779"/>
                  </a:cubicBezTo>
                  <a:cubicBezTo>
                    <a:pt x="1488393" y="6041356"/>
                    <a:pt x="1321900" y="5881423"/>
                    <a:pt x="1175880" y="5710373"/>
                  </a:cubicBezTo>
                  <a:cubicBezTo>
                    <a:pt x="1103177" y="5624441"/>
                    <a:pt x="1035501" y="5535732"/>
                    <a:pt x="971502" y="5445399"/>
                  </a:cubicBezTo>
                  <a:cubicBezTo>
                    <a:pt x="907380" y="5355069"/>
                    <a:pt x="847550" y="5262768"/>
                    <a:pt x="790909" y="5169078"/>
                  </a:cubicBezTo>
                  <a:cubicBezTo>
                    <a:pt x="761974" y="5121712"/>
                    <a:pt x="735492" y="5077357"/>
                    <a:pt x="706680" y="5031959"/>
                  </a:cubicBezTo>
                  <a:cubicBezTo>
                    <a:pt x="678114" y="4986910"/>
                    <a:pt x="649058" y="4941860"/>
                    <a:pt x="619143" y="4897157"/>
                  </a:cubicBezTo>
                  <a:lnTo>
                    <a:pt x="436465" y="4628710"/>
                  </a:lnTo>
                  <a:cubicBezTo>
                    <a:pt x="406182" y="4583544"/>
                    <a:pt x="376267" y="4538147"/>
                    <a:pt x="347088" y="4492171"/>
                  </a:cubicBezTo>
                  <a:cubicBezTo>
                    <a:pt x="317908" y="4446194"/>
                    <a:pt x="288974" y="4400102"/>
                    <a:pt x="262001" y="4352619"/>
                  </a:cubicBezTo>
                  <a:cubicBezTo>
                    <a:pt x="207934" y="4258119"/>
                    <a:pt x="158280" y="4160840"/>
                    <a:pt x="118679" y="4059853"/>
                  </a:cubicBezTo>
                  <a:cubicBezTo>
                    <a:pt x="78343" y="3959214"/>
                    <a:pt x="48429" y="3854870"/>
                    <a:pt x="28322" y="3749136"/>
                  </a:cubicBezTo>
                  <a:cubicBezTo>
                    <a:pt x="9073" y="3643402"/>
                    <a:pt x="0" y="3536046"/>
                    <a:pt x="0" y="3428922"/>
                  </a:cubicBezTo>
                  <a:cubicBezTo>
                    <a:pt x="1594" y="3001816"/>
                    <a:pt x="89010" y="2575868"/>
                    <a:pt x="253052" y="2174356"/>
                  </a:cubicBezTo>
                  <a:cubicBezTo>
                    <a:pt x="294246" y="2074066"/>
                    <a:pt x="338873" y="1974700"/>
                    <a:pt x="389141" y="1877652"/>
                  </a:cubicBezTo>
                  <a:cubicBezTo>
                    <a:pt x="438672" y="1780256"/>
                    <a:pt x="493230" y="1684945"/>
                    <a:pt x="552079" y="1591834"/>
                  </a:cubicBezTo>
                  <a:cubicBezTo>
                    <a:pt x="669900" y="1405728"/>
                    <a:pt x="804394" y="1227729"/>
                    <a:pt x="954950" y="1061773"/>
                  </a:cubicBezTo>
                  <a:cubicBezTo>
                    <a:pt x="1030597" y="979085"/>
                    <a:pt x="1109552" y="898829"/>
                    <a:pt x="1192922" y="822626"/>
                  </a:cubicBezTo>
                  <a:cubicBezTo>
                    <a:pt x="1213642" y="803402"/>
                    <a:pt x="1234483" y="784409"/>
                    <a:pt x="1255939" y="765880"/>
                  </a:cubicBezTo>
                  <a:cubicBezTo>
                    <a:pt x="1277273" y="747234"/>
                    <a:pt x="1298237" y="728241"/>
                    <a:pt x="1320183" y="710291"/>
                  </a:cubicBezTo>
                  <a:cubicBezTo>
                    <a:pt x="1363585" y="673811"/>
                    <a:pt x="1408088" y="638489"/>
                    <a:pt x="1452961" y="603514"/>
                  </a:cubicBezTo>
                  <a:cubicBezTo>
                    <a:pt x="1633310" y="464543"/>
                    <a:pt x="1828125" y="341437"/>
                    <a:pt x="2033360" y="235818"/>
                  </a:cubicBezTo>
                  <a:cubicBezTo>
                    <a:pt x="2187242" y="156561"/>
                    <a:pt x="2347554" y="87597"/>
                    <a:pt x="2512513" y="3001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5102EBE-A80F-4CFF-B1DD-941EF9728B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04998" y="98659"/>
              <a:ext cx="5774333" cy="6315453"/>
            </a:xfrm>
            <a:custGeom>
              <a:avLst/>
              <a:gdLst>
                <a:gd name="connsiteX0" fmla="*/ 3707237 w 5774333"/>
                <a:gd name="connsiteY0" fmla="*/ 1489 h 6315453"/>
                <a:gd name="connsiteX1" fmla="*/ 4037665 w 5774333"/>
                <a:gd name="connsiteY1" fmla="*/ 6121 h 6315453"/>
                <a:gd name="connsiteX2" fmla="*/ 4692239 w 5774333"/>
                <a:gd name="connsiteY2" fmla="*/ 102128 h 6315453"/>
                <a:gd name="connsiteX3" fmla="*/ 5315059 w 5774333"/>
                <a:gd name="connsiteY3" fmla="*/ 324945 h 6315453"/>
                <a:gd name="connsiteX4" fmla="*/ 5738325 w 5774333"/>
                <a:gd name="connsiteY4" fmla="*/ 578286 h 6315453"/>
                <a:gd name="connsiteX5" fmla="*/ 5774333 w 5774333"/>
                <a:gd name="connsiteY5" fmla="*/ 606551 h 6315453"/>
                <a:gd name="connsiteX6" fmla="*/ 5774333 w 5774333"/>
                <a:gd name="connsiteY6" fmla="*/ 975490 h 6315453"/>
                <a:gd name="connsiteX7" fmla="*/ 5676001 w 5774333"/>
                <a:gd name="connsiteY7" fmla="*/ 889749 h 6315453"/>
                <a:gd name="connsiteX8" fmla="*/ 5177132 w 5774333"/>
                <a:gd name="connsiteY8" fmla="*/ 581926 h 6315453"/>
                <a:gd name="connsiteX9" fmla="*/ 4615735 w 5774333"/>
                <a:gd name="connsiteY9" fmla="*/ 388640 h 6315453"/>
                <a:gd name="connsiteX10" fmla="*/ 4020010 w 5774333"/>
                <a:gd name="connsiteY10" fmla="*/ 308500 h 6315453"/>
                <a:gd name="connsiteX11" fmla="*/ 3416315 w 5774333"/>
                <a:gd name="connsiteY11" fmla="*/ 328882 h 6315453"/>
                <a:gd name="connsiteX12" fmla="*/ 2823779 w 5774333"/>
                <a:gd name="connsiteY12" fmla="*/ 446545 h 6315453"/>
                <a:gd name="connsiteX13" fmla="*/ 2256987 w 5774333"/>
                <a:gd name="connsiteY13" fmla="*/ 651296 h 6315453"/>
                <a:gd name="connsiteX14" fmla="*/ 1244169 w 5774333"/>
                <a:gd name="connsiteY14" fmla="*/ 1280374 h 6315453"/>
                <a:gd name="connsiteX15" fmla="*/ 830141 w 5774333"/>
                <a:gd name="connsiteY15" fmla="*/ 1700184 h 6315453"/>
                <a:gd name="connsiteX16" fmla="*/ 502792 w 5774333"/>
                <a:gd name="connsiteY16" fmla="*/ 2182300 h 6315453"/>
                <a:gd name="connsiteX17" fmla="*/ 280637 w 5774333"/>
                <a:gd name="connsiteY17" fmla="*/ 2715256 h 6315453"/>
                <a:gd name="connsiteX18" fmla="*/ 199843 w 5774333"/>
                <a:gd name="connsiteY18" fmla="*/ 3283418 h 6315453"/>
                <a:gd name="connsiteX19" fmla="*/ 233926 w 5774333"/>
                <a:gd name="connsiteY19" fmla="*/ 3561593 h 6315453"/>
                <a:gd name="connsiteX20" fmla="*/ 334582 w 5774333"/>
                <a:gd name="connsiteY20" fmla="*/ 3821816 h 6315453"/>
                <a:gd name="connsiteX21" fmla="*/ 404834 w 5774333"/>
                <a:gd name="connsiteY21" fmla="*/ 3944343 h 6315453"/>
                <a:gd name="connsiteX22" fmla="*/ 485506 w 5774333"/>
                <a:gd name="connsiteY22" fmla="*/ 4062932 h 6315453"/>
                <a:gd name="connsiteX23" fmla="*/ 671861 w 5774333"/>
                <a:gd name="connsiteY23" fmla="*/ 4292120 h 6315453"/>
                <a:gd name="connsiteX24" fmla="*/ 873542 w 5774333"/>
                <a:gd name="connsiteY24" fmla="*/ 4523044 h 6315453"/>
                <a:gd name="connsiteX25" fmla="*/ 973831 w 5774333"/>
                <a:gd name="connsiteY25" fmla="*/ 4643601 h 6315453"/>
                <a:gd name="connsiteX26" fmla="*/ 1022014 w 5774333"/>
                <a:gd name="connsiteY26" fmla="*/ 4702780 h 6315453"/>
                <a:gd name="connsiteX27" fmla="*/ 1069215 w 5774333"/>
                <a:gd name="connsiteY27" fmla="*/ 4759411 h 6315453"/>
                <a:gd name="connsiteX28" fmla="*/ 1474784 w 5774333"/>
                <a:gd name="connsiteY28" fmla="*/ 5177948 h 6315453"/>
                <a:gd name="connsiteX29" fmla="*/ 1690442 w 5774333"/>
                <a:gd name="connsiteY29" fmla="*/ 5366255 h 6315453"/>
                <a:gd name="connsiteX30" fmla="*/ 1916276 w 5774333"/>
                <a:gd name="connsiteY30" fmla="*/ 5539852 h 6315453"/>
                <a:gd name="connsiteX31" fmla="*/ 2420784 w 5774333"/>
                <a:gd name="connsiteY31" fmla="*/ 5814437 h 6315453"/>
                <a:gd name="connsiteX32" fmla="*/ 2703015 w 5774333"/>
                <a:gd name="connsiteY32" fmla="*/ 5892029 h 6315453"/>
                <a:gd name="connsiteX33" fmla="*/ 2775350 w 5774333"/>
                <a:gd name="connsiteY33" fmla="*/ 5905695 h 6315453"/>
                <a:gd name="connsiteX34" fmla="*/ 2848299 w 5774333"/>
                <a:gd name="connsiteY34" fmla="*/ 5917161 h 6315453"/>
                <a:gd name="connsiteX35" fmla="*/ 2995544 w 5774333"/>
                <a:gd name="connsiteY35" fmla="*/ 5933605 h 6315453"/>
                <a:gd name="connsiteX36" fmla="*/ 3069596 w 5774333"/>
                <a:gd name="connsiteY36" fmla="*/ 5938933 h 6315453"/>
                <a:gd name="connsiteX37" fmla="*/ 3143894 w 5774333"/>
                <a:gd name="connsiteY37" fmla="*/ 5942639 h 6315453"/>
                <a:gd name="connsiteX38" fmla="*/ 3218436 w 5774333"/>
                <a:gd name="connsiteY38" fmla="*/ 5944260 h 6315453"/>
                <a:gd name="connsiteX39" fmla="*/ 3293101 w 5774333"/>
                <a:gd name="connsiteY39" fmla="*/ 5943913 h 6315453"/>
                <a:gd name="connsiteX40" fmla="*/ 3330494 w 5774333"/>
                <a:gd name="connsiteY40" fmla="*/ 5943565 h 6315453"/>
                <a:gd name="connsiteX41" fmla="*/ 3366540 w 5774333"/>
                <a:gd name="connsiteY41" fmla="*/ 5942059 h 6315453"/>
                <a:gd name="connsiteX42" fmla="*/ 3402462 w 5774333"/>
                <a:gd name="connsiteY42" fmla="*/ 5940323 h 6315453"/>
                <a:gd name="connsiteX43" fmla="*/ 3438262 w 5774333"/>
                <a:gd name="connsiteY43" fmla="*/ 5937543 h 6315453"/>
                <a:gd name="connsiteX44" fmla="*/ 3580236 w 5774333"/>
                <a:gd name="connsiteY44" fmla="*/ 5920982 h 6315453"/>
                <a:gd name="connsiteX45" fmla="*/ 4121034 w 5774333"/>
                <a:gd name="connsiteY45" fmla="*/ 5753290 h 6315453"/>
                <a:gd name="connsiteX46" fmla="*/ 4620639 w 5774333"/>
                <a:gd name="connsiteY46" fmla="*/ 5459364 h 6315453"/>
                <a:gd name="connsiteX47" fmla="*/ 4741771 w 5774333"/>
                <a:gd name="connsiteY47" fmla="*/ 5372971 h 6315453"/>
                <a:gd name="connsiteX48" fmla="*/ 4862901 w 5774333"/>
                <a:gd name="connsiteY48" fmla="*/ 5283682 h 6315453"/>
                <a:gd name="connsiteX49" fmla="*/ 5108229 w 5774333"/>
                <a:gd name="connsiteY49" fmla="*/ 5098386 h 6315453"/>
                <a:gd name="connsiteX50" fmla="*/ 5612493 w 5774333"/>
                <a:gd name="connsiteY50" fmla="*/ 4739724 h 6315453"/>
                <a:gd name="connsiteX51" fmla="*/ 5774333 w 5774333"/>
                <a:gd name="connsiteY51" fmla="*/ 4623488 h 6315453"/>
                <a:gd name="connsiteX52" fmla="*/ 5774333 w 5774333"/>
                <a:gd name="connsiteY52" fmla="*/ 5232926 h 6315453"/>
                <a:gd name="connsiteX53" fmla="*/ 5676492 w 5774333"/>
                <a:gd name="connsiteY53" fmla="*/ 5306859 h 6315453"/>
                <a:gd name="connsiteX54" fmla="*/ 5426260 w 5774333"/>
                <a:gd name="connsiteY54" fmla="*/ 5486233 h 6315453"/>
                <a:gd name="connsiteX55" fmla="*/ 5300225 w 5774333"/>
                <a:gd name="connsiteY55" fmla="*/ 5576217 h 6315453"/>
                <a:gd name="connsiteX56" fmla="*/ 5170757 w 5774333"/>
                <a:gd name="connsiteY56" fmla="*/ 5666780 h 6315453"/>
                <a:gd name="connsiteX57" fmla="*/ 5038100 w 5774333"/>
                <a:gd name="connsiteY57" fmla="*/ 5756185 h 6315453"/>
                <a:gd name="connsiteX58" fmla="*/ 4901276 w 5774333"/>
                <a:gd name="connsiteY58" fmla="*/ 5843043 h 6315453"/>
                <a:gd name="connsiteX59" fmla="*/ 4614019 w 5774333"/>
                <a:gd name="connsiteY59" fmla="*/ 6006103 h 6315453"/>
                <a:gd name="connsiteX60" fmla="*/ 4305061 w 5774333"/>
                <a:gd name="connsiteY60" fmla="*/ 6144726 h 6315453"/>
                <a:gd name="connsiteX61" fmla="*/ 3632710 w 5774333"/>
                <a:gd name="connsiteY61" fmla="*/ 6304196 h 6315453"/>
                <a:gd name="connsiteX62" fmla="*/ 3459594 w 5774333"/>
                <a:gd name="connsiteY62" fmla="*/ 6314504 h 6315453"/>
                <a:gd name="connsiteX63" fmla="*/ 3416315 w 5774333"/>
                <a:gd name="connsiteY63" fmla="*/ 6315429 h 6315453"/>
                <a:gd name="connsiteX64" fmla="*/ 3373159 w 5774333"/>
                <a:gd name="connsiteY64" fmla="*/ 6315198 h 6315453"/>
                <a:gd name="connsiteX65" fmla="*/ 3330127 w 5774333"/>
                <a:gd name="connsiteY65" fmla="*/ 6314735 h 6315453"/>
                <a:gd name="connsiteX66" fmla="*/ 3288320 w 5774333"/>
                <a:gd name="connsiteY66" fmla="*/ 6313230 h 6315453"/>
                <a:gd name="connsiteX67" fmla="*/ 2954350 w 5774333"/>
                <a:gd name="connsiteY67" fmla="*/ 6288098 h 6315453"/>
                <a:gd name="connsiteX68" fmla="*/ 2622466 w 5774333"/>
                <a:gd name="connsiteY68" fmla="*/ 6232742 h 6315453"/>
                <a:gd name="connsiteX69" fmla="*/ 2296466 w 5774333"/>
                <a:gd name="connsiteY69" fmla="*/ 6146001 h 6315453"/>
                <a:gd name="connsiteX70" fmla="*/ 1672419 w 5774333"/>
                <a:gd name="connsiteY70" fmla="*/ 5885197 h 6315453"/>
                <a:gd name="connsiteX71" fmla="*/ 1146578 w 5774333"/>
                <a:gd name="connsiteY71" fmla="*/ 5479168 h 6315453"/>
                <a:gd name="connsiteX72" fmla="*/ 933372 w 5774333"/>
                <a:gd name="connsiteY72" fmla="*/ 5234810 h 6315453"/>
                <a:gd name="connsiteX73" fmla="*/ 747140 w 5774333"/>
                <a:gd name="connsiteY73" fmla="*/ 4976091 h 6315453"/>
                <a:gd name="connsiteX74" fmla="*/ 703616 w 5774333"/>
                <a:gd name="connsiteY74" fmla="*/ 4910196 h 6315453"/>
                <a:gd name="connsiteX75" fmla="*/ 662053 w 5774333"/>
                <a:gd name="connsiteY75" fmla="*/ 4846269 h 6315453"/>
                <a:gd name="connsiteX76" fmla="*/ 580033 w 5774333"/>
                <a:gd name="connsiteY76" fmla="*/ 4722352 h 6315453"/>
                <a:gd name="connsiteX77" fmla="*/ 410105 w 5774333"/>
                <a:gd name="connsiteY77" fmla="*/ 4469193 h 6315453"/>
                <a:gd name="connsiteX78" fmla="*/ 244224 w 5774333"/>
                <a:gd name="connsiteY78" fmla="*/ 4201556 h 6315453"/>
                <a:gd name="connsiteX79" fmla="*/ 169437 w 5774333"/>
                <a:gd name="connsiteY79" fmla="*/ 4059690 h 6315453"/>
                <a:gd name="connsiteX80" fmla="*/ 105929 w 5774333"/>
                <a:gd name="connsiteY80" fmla="*/ 3911221 h 6315453"/>
                <a:gd name="connsiteX81" fmla="*/ 57256 w 5774333"/>
                <a:gd name="connsiteY81" fmla="*/ 3757195 h 6315453"/>
                <a:gd name="connsiteX82" fmla="*/ 39111 w 5774333"/>
                <a:gd name="connsiteY82" fmla="*/ 3678677 h 6315453"/>
                <a:gd name="connsiteX83" fmla="*/ 31142 w 5774333"/>
                <a:gd name="connsiteY83" fmla="*/ 3639300 h 6315453"/>
                <a:gd name="connsiteX84" fmla="*/ 24521 w 5774333"/>
                <a:gd name="connsiteY84" fmla="*/ 3599809 h 6315453"/>
                <a:gd name="connsiteX85" fmla="*/ 0 w 5774333"/>
                <a:gd name="connsiteY85" fmla="*/ 3283418 h 6315453"/>
                <a:gd name="connsiteX86" fmla="*/ 68045 w 5774333"/>
                <a:gd name="connsiteY86" fmla="*/ 2666963 h 6315453"/>
                <a:gd name="connsiteX87" fmla="*/ 272546 w 5774333"/>
                <a:gd name="connsiteY87" fmla="*/ 2076334 h 6315453"/>
                <a:gd name="connsiteX88" fmla="*/ 1039300 w 5774333"/>
                <a:gd name="connsiteY88" fmla="*/ 1073307 h 6315453"/>
                <a:gd name="connsiteX89" fmla="*/ 1547733 w 5774333"/>
                <a:gd name="connsiteY89" fmla="*/ 680365 h 6315453"/>
                <a:gd name="connsiteX90" fmla="*/ 2115995 w 5774333"/>
                <a:gd name="connsiteY90" fmla="*/ 368373 h 6315453"/>
                <a:gd name="connsiteX91" fmla="*/ 3377451 w 5774333"/>
                <a:gd name="connsiteY91" fmla="*/ 24304 h 6315453"/>
                <a:gd name="connsiteX92" fmla="*/ 3707237 w 5774333"/>
                <a:gd name="connsiteY92" fmla="*/ 1489 h 631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74333" h="6315453">
                  <a:moveTo>
                    <a:pt x="3707237" y="1489"/>
                  </a:moveTo>
                  <a:cubicBezTo>
                    <a:pt x="3817502" y="-1522"/>
                    <a:pt x="3927875" y="41"/>
                    <a:pt x="4037665" y="6121"/>
                  </a:cubicBezTo>
                  <a:cubicBezTo>
                    <a:pt x="4257614" y="18745"/>
                    <a:pt x="4477439" y="49665"/>
                    <a:pt x="4692239" y="102128"/>
                  </a:cubicBezTo>
                  <a:cubicBezTo>
                    <a:pt x="4907039" y="154474"/>
                    <a:pt x="5116811" y="228592"/>
                    <a:pt x="5315059" y="324945"/>
                  </a:cubicBezTo>
                  <a:cubicBezTo>
                    <a:pt x="5463562" y="397211"/>
                    <a:pt x="5606133" y="481527"/>
                    <a:pt x="5738325" y="578286"/>
                  </a:cubicBezTo>
                  <a:lnTo>
                    <a:pt x="5774333" y="606551"/>
                  </a:lnTo>
                  <a:lnTo>
                    <a:pt x="5774333" y="975490"/>
                  </a:lnTo>
                  <a:lnTo>
                    <a:pt x="5676001" y="889749"/>
                  </a:lnTo>
                  <a:cubicBezTo>
                    <a:pt x="5522381" y="769886"/>
                    <a:pt x="5355519" y="665657"/>
                    <a:pt x="5177132" y="581926"/>
                  </a:cubicBezTo>
                  <a:cubicBezTo>
                    <a:pt x="4998867" y="497965"/>
                    <a:pt x="4810183" y="433574"/>
                    <a:pt x="4615735" y="388640"/>
                  </a:cubicBezTo>
                  <a:cubicBezTo>
                    <a:pt x="4421289" y="343591"/>
                    <a:pt x="4221446" y="317649"/>
                    <a:pt x="4020010" y="308500"/>
                  </a:cubicBezTo>
                  <a:cubicBezTo>
                    <a:pt x="3818207" y="298887"/>
                    <a:pt x="3616649" y="305257"/>
                    <a:pt x="3416315" y="328882"/>
                  </a:cubicBezTo>
                  <a:cubicBezTo>
                    <a:pt x="3216106" y="352623"/>
                    <a:pt x="3017736" y="392346"/>
                    <a:pt x="2823779" y="446545"/>
                  </a:cubicBezTo>
                  <a:cubicBezTo>
                    <a:pt x="2629699" y="500513"/>
                    <a:pt x="2440401" y="570345"/>
                    <a:pt x="2256987" y="651296"/>
                  </a:cubicBezTo>
                  <a:cubicBezTo>
                    <a:pt x="1889058" y="811461"/>
                    <a:pt x="1545527" y="1023856"/>
                    <a:pt x="1244169" y="1280374"/>
                  </a:cubicBezTo>
                  <a:cubicBezTo>
                    <a:pt x="1093982" y="1409039"/>
                    <a:pt x="954828" y="1549400"/>
                    <a:pt x="830141" y="1700184"/>
                  </a:cubicBezTo>
                  <a:cubicBezTo>
                    <a:pt x="705209" y="1850736"/>
                    <a:pt x="594989" y="2012176"/>
                    <a:pt x="502792" y="2182300"/>
                  </a:cubicBezTo>
                  <a:cubicBezTo>
                    <a:pt x="410595" y="2352308"/>
                    <a:pt x="333847" y="2530307"/>
                    <a:pt x="280637" y="2715256"/>
                  </a:cubicBezTo>
                  <a:cubicBezTo>
                    <a:pt x="227306" y="2899741"/>
                    <a:pt x="199719" y="3091521"/>
                    <a:pt x="199843" y="3283418"/>
                  </a:cubicBezTo>
                  <a:cubicBezTo>
                    <a:pt x="200946" y="3377687"/>
                    <a:pt x="210754" y="3471261"/>
                    <a:pt x="233926" y="3561593"/>
                  </a:cubicBezTo>
                  <a:cubicBezTo>
                    <a:pt x="256730" y="3652040"/>
                    <a:pt x="292162" y="3738550"/>
                    <a:pt x="334582" y="3821816"/>
                  </a:cubicBezTo>
                  <a:cubicBezTo>
                    <a:pt x="356038" y="3863392"/>
                    <a:pt x="379823" y="3904157"/>
                    <a:pt x="404834" y="3944343"/>
                  </a:cubicBezTo>
                  <a:cubicBezTo>
                    <a:pt x="430212" y="3984413"/>
                    <a:pt x="457308" y="4023905"/>
                    <a:pt x="485506" y="4062932"/>
                  </a:cubicBezTo>
                  <a:cubicBezTo>
                    <a:pt x="542639" y="4140757"/>
                    <a:pt x="606146" y="4216265"/>
                    <a:pt x="671861" y="4292120"/>
                  </a:cubicBezTo>
                  <a:cubicBezTo>
                    <a:pt x="737576" y="4368091"/>
                    <a:pt x="806234" y="4444062"/>
                    <a:pt x="873542" y="4523044"/>
                  </a:cubicBezTo>
                  <a:cubicBezTo>
                    <a:pt x="907258" y="4562419"/>
                    <a:pt x="940606" y="4602721"/>
                    <a:pt x="973831" y="4643601"/>
                  </a:cubicBezTo>
                  <a:lnTo>
                    <a:pt x="1022014" y="4702780"/>
                  </a:lnTo>
                  <a:cubicBezTo>
                    <a:pt x="1037829" y="4721658"/>
                    <a:pt x="1052910" y="4740998"/>
                    <a:pt x="1069215" y="4759411"/>
                  </a:cubicBezTo>
                  <a:cubicBezTo>
                    <a:pt x="1196477" y="4909269"/>
                    <a:pt x="1334527" y="5047199"/>
                    <a:pt x="1474784" y="5177948"/>
                  </a:cubicBezTo>
                  <a:cubicBezTo>
                    <a:pt x="1545281" y="5243033"/>
                    <a:pt x="1617003" y="5305917"/>
                    <a:pt x="1690442" y="5366255"/>
                  </a:cubicBezTo>
                  <a:cubicBezTo>
                    <a:pt x="1763881" y="5426591"/>
                    <a:pt x="1838668" y="5484959"/>
                    <a:pt x="1916276" y="5539852"/>
                  </a:cubicBezTo>
                  <a:cubicBezTo>
                    <a:pt x="2070877" y="5649872"/>
                    <a:pt x="2237617" y="5748194"/>
                    <a:pt x="2420784" y="5814437"/>
                  </a:cubicBezTo>
                  <a:cubicBezTo>
                    <a:pt x="2512124" y="5847559"/>
                    <a:pt x="2606773" y="5872921"/>
                    <a:pt x="2703015" y="5892029"/>
                  </a:cubicBezTo>
                  <a:cubicBezTo>
                    <a:pt x="2727168" y="5896546"/>
                    <a:pt x="2751075" y="5901758"/>
                    <a:pt x="2775350" y="5905695"/>
                  </a:cubicBezTo>
                  <a:lnTo>
                    <a:pt x="2848299" y="5917161"/>
                  </a:lnTo>
                  <a:cubicBezTo>
                    <a:pt x="2897218" y="5923298"/>
                    <a:pt x="2946136" y="5929784"/>
                    <a:pt x="2995544" y="5933605"/>
                  </a:cubicBezTo>
                  <a:cubicBezTo>
                    <a:pt x="3020188" y="5935806"/>
                    <a:pt x="3044831" y="5937891"/>
                    <a:pt x="3069596" y="5938933"/>
                  </a:cubicBezTo>
                  <a:cubicBezTo>
                    <a:pt x="3094362" y="5940090"/>
                    <a:pt x="3119005" y="5941943"/>
                    <a:pt x="3143894" y="5942639"/>
                  </a:cubicBezTo>
                  <a:lnTo>
                    <a:pt x="3218436" y="5944260"/>
                  </a:lnTo>
                  <a:cubicBezTo>
                    <a:pt x="3243201" y="5944838"/>
                    <a:pt x="3268212" y="5944029"/>
                    <a:pt x="3293101" y="5943913"/>
                  </a:cubicBezTo>
                  <a:lnTo>
                    <a:pt x="3330494" y="5943565"/>
                  </a:lnTo>
                  <a:cubicBezTo>
                    <a:pt x="3342632" y="5943218"/>
                    <a:pt x="3354524" y="5942523"/>
                    <a:pt x="3366540" y="5942059"/>
                  </a:cubicBezTo>
                  <a:cubicBezTo>
                    <a:pt x="3378554" y="5941480"/>
                    <a:pt x="3390570" y="5941134"/>
                    <a:pt x="3402462" y="5940323"/>
                  </a:cubicBezTo>
                  <a:lnTo>
                    <a:pt x="3438262" y="5937543"/>
                  </a:lnTo>
                  <a:cubicBezTo>
                    <a:pt x="3485954" y="5933953"/>
                    <a:pt x="3533279" y="5927931"/>
                    <a:pt x="3580236" y="5920982"/>
                  </a:cubicBezTo>
                  <a:cubicBezTo>
                    <a:pt x="3768185" y="5891567"/>
                    <a:pt x="3948901" y="5834010"/>
                    <a:pt x="4121034" y="5753290"/>
                  </a:cubicBezTo>
                  <a:cubicBezTo>
                    <a:pt x="4293782" y="5673497"/>
                    <a:pt x="4458191" y="5571353"/>
                    <a:pt x="4620639" y="5459364"/>
                  </a:cubicBezTo>
                  <a:cubicBezTo>
                    <a:pt x="4661221" y="5431455"/>
                    <a:pt x="4701557" y="5402271"/>
                    <a:pt x="4741771" y="5372971"/>
                  </a:cubicBezTo>
                  <a:cubicBezTo>
                    <a:pt x="4782230" y="5343672"/>
                    <a:pt x="4822566" y="5313908"/>
                    <a:pt x="4862901" y="5283682"/>
                  </a:cubicBezTo>
                  <a:lnTo>
                    <a:pt x="5108229" y="5098386"/>
                  </a:lnTo>
                  <a:cubicBezTo>
                    <a:pt x="5276563" y="4972270"/>
                    <a:pt x="5446489" y="4854838"/>
                    <a:pt x="5612493" y="4739724"/>
                  </a:cubicBezTo>
                  <a:lnTo>
                    <a:pt x="5774333" y="4623488"/>
                  </a:lnTo>
                  <a:lnTo>
                    <a:pt x="5774333" y="5232926"/>
                  </a:lnTo>
                  <a:lnTo>
                    <a:pt x="5676492" y="5306859"/>
                  </a:lnTo>
                  <a:cubicBezTo>
                    <a:pt x="5592693" y="5367905"/>
                    <a:pt x="5508955" y="5427286"/>
                    <a:pt x="5426260" y="5486233"/>
                  </a:cubicBezTo>
                  <a:lnTo>
                    <a:pt x="5300225" y="5576217"/>
                  </a:lnTo>
                  <a:cubicBezTo>
                    <a:pt x="5257559" y="5606443"/>
                    <a:pt x="5214525" y="5636901"/>
                    <a:pt x="5170757" y="5666780"/>
                  </a:cubicBezTo>
                  <a:cubicBezTo>
                    <a:pt x="5127110" y="5696775"/>
                    <a:pt x="5082973" y="5726654"/>
                    <a:pt x="5038100" y="5756185"/>
                  </a:cubicBezTo>
                  <a:cubicBezTo>
                    <a:pt x="4993106" y="5785486"/>
                    <a:pt x="4947743" y="5814553"/>
                    <a:pt x="4901276" y="5843043"/>
                  </a:cubicBezTo>
                  <a:cubicBezTo>
                    <a:pt x="4808835" y="5900136"/>
                    <a:pt x="4713449" y="5955494"/>
                    <a:pt x="4614019" y="6006103"/>
                  </a:cubicBezTo>
                  <a:cubicBezTo>
                    <a:pt x="4514711" y="6056943"/>
                    <a:pt x="4411971" y="6104192"/>
                    <a:pt x="4305061" y="6144726"/>
                  </a:cubicBezTo>
                  <a:cubicBezTo>
                    <a:pt x="4092223" y="6226952"/>
                    <a:pt x="3863569" y="6282424"/>
                    <a:pt x="3632710" y="6304196"/>
                  </a:cubicBezTo>
                  <a:cubicBezTo>
                    <a:pt x="3574964" y="6309408"/>
                    <a:pt x="3517218" y="6313345"/>
                    <a:pt x="3459594" y="6314504"/>
                  </a:cubicBezTo>
                  <a:lnTo>
                    <a:pt x="3416315" y="6315429"/>
                  </a:lnTo>
                  <a:cubicBezTo>
                    <a:pt x="3401971" y="6315546"/>
                    <a:pt x="3387505" y="6315198"/>
                    <a:pt x="3373159" y="6315198"/>
                  </a:cubicBezTo>
                  <a:lnTo>
                    <a:pt x="3330127" y="6314735"/>
                  </a:lnTo>
                  <a:lnTo>
                    <a:pt x="3288320" y="6313230"/>
                  </a:lnTo>
                  <a:cubicBezTo>
                    <a:pt x="3176996" y="6309870"/>
                    <a:pt x="3065428" y="6301533"/>
                    <a:pt x="2954350" y="6288098"/>
                  </a:cubicBezTo>
                  <a:cubicBezTo>
                    <a:pt x="2843150" y="6275360"/>
                    <a:pt x="2732194" y="6257061"/>
                    <a:pt x="2622466" y="6232742"/>
                  </a:cubicBezTo>
                  <a:cubicBezTo>
                    <a:pt x="2512859" y="6208190"/>
                    <a:pt x="2404110" y="6179122"/>
                    <a:pt x="2296466" y="6146001"/>
                  </a:cubicBezTo>
                  <a:cubicBezTo>
                    <a:pt x="2081544" y="6079179"/>
                    <a:pt x="1869073" y="5996027"/>
                    <a:pt x="1672419" y="5885197"/>
                  </a:cubicBezTo>
                  <a:cubicBezTo>
                    <a:pt x="1475643" y="5774599"/>
                    <a:pt x="1299954" y="5634353"/>
                    <a:pt x="1146578" y="5479168"/>
                  </a:cubicBezTo>
                  <a:cubicBezTo>
                    <a:pt x="1069461" y="5401692"/>
                    <a:pt x="999333" y="5319235"/>
                    <a:pt x="933372" y="5234810"/>
                  </a:cubicBezTo>
                  <a:cubicBezTo>
                    <a:pt x="867781" y="5150038"/>
                    <a:pt x="805375" y="5063991"/>
                    <a:pt x="747140" y="4976091"/>
                  </a:cubicBezTo>
                  <a:cubicBezTo>
                    <a:pt x="732182" y="4954319"/>
                    <a:pt x="718082" y="4932199"/>
                    <a:pt x="703616" y="4910196"/>
                  </a:cubicBezTo>
                  <a:lnTo>
                    <a:pt x="662053" y="4846269"/>
                  </a:lnTo>
                  <a:cubicBezTo>
                    <a:pt x="635449" y="4804925"/>
                    <a:pt x="607864" y="4763928"/>
                    <a:pt x="580033" y="4722352"/>
                  </a:cubicBezTo>
                  <a:lnTo>
                    <a:pt x="410105" y="4469193"/>
                  </a:lnTo>
                  <a:cubicBezTo>
                    <a:pt x="353095" y="4382915"/>
                    <a:pt x="296820" y="4294089"/>
                    <a:pt x="244224" y="4201556"/>
                  </a:cubicBezTo>
                  <a:cubicBezTo>
                    <a:pt x="217987" y="4155232"/>
                    <a:pt x="192609" y="4108098"/>
                    <a:pt x="169437" y="4059690"/>
                  </a:cubicBezTo>
                  <a:cubicBezTo>
                    <a:pt x="146388" y="4011165"/>
                    <a:pt x="124932" y="3961715"/>
                    <a:pt x="105929" y="3911221"/>
                  </a:cubicBezTo>
                  <a:cubicBezTo>
                    <a:pt x="87293" y="3860613"/>
                    <a:pt x="70742" y="3809309"/>
                    <a:pt x="57256" y="3757195"/>
                  </a:cubicBezTo>
                  <a:cubicBezTo>
                    <a:pt x="50881" y="3731138"/>
                    <a:pt x="44383" y="3704965"/>
                    <a:pt x="39111" y="3678677"/>
                  </a:cubicBezTo>
                  <a:lnTo>
                    <a:pt x="31142" y="3639300"/>
                  </a:lnTo>
                  <a:lnTo>
                    <a:pt x="24521" y="3599809"/>
                  </a:lnTo>
                  <a:cubicBezTo>
                    <a:pt x="7234" y="3494423"/>
                    <a:pt x="0" y="3388457"/>
                    <a:pt x="0" y="3283418"/>
                  </a:cubicBezTo>
                  <a:cubicBezTo>
                    <a:pt x="491" y="3076698"/>
                    <a:pt x="23418" y="2869978"/>
                    <a:pt x="68045" y="2666963"/>
                  </a:cubicBezTo>
                  <a:cubicBezTo>
                    <a:pt x="112550" y="2464064"/>
                    <a:pt x="180717" y="2265104"/>
                    <a:pt x="272546" y="2076334"/>
                  </a:cubicBezTo>
                  <a:cubicBezTo>
                    <a:pt x="457062" y="1698794"/>
                    <a:pt x="724457" y="1360978"/>
                    <a:pt x="1039300" y="1073307"/>
                  </a:cubicBezTo>
                  <a:cubicBezTo>
                    <a:pt x="1197090" y="929472"/>
                    <a:pt x="1367630" y="798259"/>
                    <a:pt x="1547733" y="680365"/>
                  </a:cubicBezTo>
                  <a:cubicBezTo>
                    <a:pt x="1728081" y="562587"/>
                    <a:pt x="1917870" y="457663"/>
                    <a:pt x="2115995" y="368373"/>
                  </a:cubicBezTo>
                  <a:cubicBezTo>
                    <a:pt x="2512737" y="191070"/>
                    <a:pt x="2939883" y="73870"/>
                    <a:pt x="3377451" y="24304"/>
                  </a:cubicBezTo>
                  <a:cubicBezTo>
                    <a:pt x="3486812" y="12086"/>
                    <a:pt x="3596971" y="4500"/>
                    <a:pt x="3707237" y="148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C18CE1F-9DF1-47AF-9E66-6CE348AC23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464911 h 6229400"/>
                <a:gd name="connsiteX4" fmla="*/ 5660063 w 5769111"/>
                <a:gd name="connsiteY4" fmla="*/ 1328105 h 6229400"/>
                <a:gd name="connsiteX5" fmla="*/ 4910471 w 5769111"/>
                <a:gd name="connsiteY5" fmla="*/ 781599 h 6229400"/>
                <a:gd name="connsiteX6" fmla="*/ 3882695 w 5769111"/>
                <a:gd name="connsiteY6" fmla="*/ 579048 h 6229400"/>
                <a:gd name="connsiteX7" fmla="*/ 2683153 w 5769111"/>
                <a:gd name="connsiteY7" fmla="*/ 797003 h 6229400"/>
                <a:gd name="connsiteX8" fmla="*/ 1617493 w 5769111"/>
                <a:gd name="connsiteY8" fmla="*/ 1395738 h 6229400"/>
                <a:gd name="connsiteX9" fmla="*/ 880408 w 5769111"/>
                <a:gd name="connsiteY9" fmla="*/ 2259099 h 6229400"/>
                <a:gd name="connsiteX10" fmla="*/ 613135 w 5769111"/>
                <a:gd name="connsiteY10" fmla="*/ 3263863 h 6229400"/>
                <a:gd name="connsiteX11" fmla="*/ 1055484 w 5769111"/>
                <a:gd name="connsiteY11" fmla="*/ 4196825 h 6229400"/>
                <a:gd name="connsiteX12" fmla="*/ 1278376 w 5769111"/>
                <a:gd name="connsiteY12" fmla="*/ 4492950 h 6229400"/>
                <a:gd name="connsiteX13" fmla="*/ 3369851 w 5769111"/>
                <a:gd name="connsiteY13" fmla="*/ 5650468 h 6229400"/>
                <a:gd name="connsiteX14" fmla="*/ 4957551 w 5769111"/>
                <a:gd name="connsiteY14" fmla="*/ 4938355 h 6229400"/>
                <a:gd name="connsiteX15" fmla="*/ 5150773 w 5769111"/>
                <a:gd name="connsiteY15" fmla="*/ 4796950 h 6229400"/>
                <a:gd name="connsiteX16" fmla="*/ 5747247 w 5769111"/>
                <a:gd name="connsiteY16" fmla="*/ 4338176 h 6229400"/>
                <a:gd name="connsiteX17" fmla="*/ 5769111 w 5769111"/>
                <a:gd name="connsiteY17" fmla="*/ 4318497 h 6229400"/>
                <a:gd name="connsiteX18" fmla="*/ 5769111 w 5769111"/>
                <a:gd name="connsiteY18" fmla="*/ 5074612 h 6229400"/>
                <a:gd name="connsiteX19" fmla="*/ 5636252 w 5769111"/>
                <a:gd name="connsiteY19" fmla="*/ 5174208 h 6229400"/>
                <a:gd name="connsiteX20" fmla="*/ 5334922 w 5769111"/>
                <a:gd name="connsiteY20" fmla="*/ 5394528 h 6229400"/>
                <a:gd name="connsiteX21" fmla="*/ 3369727 w 5769111"/>
                <a:gd name="connsiteY21" fmla="*/ 6229400 h 6229400"/>
                <a:gd name="connsiteX22" fmla="*/ 771046 w 5769111"/>
                <a:gd name="connsiteY22" fmla="*/ 4817913 h 6229400"/>
                <a:gd name="connsiteX23" fmla="*/ 0 w 5769111"/>
                <a:gd name="connsiteY23" fmla="*/ 3263748 h 6229400"/>
                <a:gd name="connsiteX24" fmla="*/ 3882695 w 5769111"/>
                <a:gd name="connsiteY24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464911"/>
                  </a:lnTo>
                  <a:lnTo>
                    <a:pt x="5660063" y="1328105"/>
                  </a:lnTo>
                  <a:cubicBezTo>
                    <a:pt x="5449800" y="1091506"/>
                    <a:pt x="5197607" y="907600"/>
                    <a:pt x="4910471" y="781599"/>
                  </a:cubicBezTo>
                  <a:cubicBezTo>
                    <a:pt x="4604088" y="647260"/>
                    <a:pt x="4258349" y="579048"/>
                    <a:pt x="3882695" y="579048"/>
                  </a:cubicBezTo>
                  <a:cubicBezTo>
                    <a:pt x="3484238" y="579048"/>
                    <a:pt x="3080631" y="652240"/>
                    <a:pt x="2683153" y="797003"/>
                  </a:cubicBezTo>
                  <a:cubicBezTo>
                    <a:pt x="2296098" y="937595"/>
                    <a:pt x="1927678" y="1144662"/>
                    <a:pt x="1617493" y="1395738"/>
                  </a:cubicBezTo>
                  <a:cubicBezTo>
                    <a:pt x="1301915" y="1651098"/>
                    <a:pt x="1053890" y="1941665"/>
                    <a:pt x="880408" y="2259099"/>
                  </a:cubicBezTo>
                  <a:cubicBezTo>
                    <a:pt x="703125" y="2583597"/>
                    <a:pt x="613135" y="2921645"/>
                    <a:pt x="613135" y="3263863"/>
                  </a:cubicBezTo>
                  <a:cubicBezTo>
                    <a:pt x="613135" y="3608512"/>
                    <a:pt x="756702" y="3809789"/>
                    <a:pt x="1055484" y="4196825"/>
                  </a:cubicBezTo>
                  <a:cubicBezTo>
                    <a:pt x="1127574" y="4290167"/>
                    <a:pt x="1202116" y="4386753"/>
                    <a:pt x="1278376" y="4492950"/>
                  </a:cubicBezTo>
                  <a:cubicBezTo>
                    <a:pt x="1861105" y="5304313"/>
                    <a:pt x="2486623" y="5650468"/>
                    <a:pt x="3369851" y="5650468"/>
                  </a:cubicBezTo>
                  <a:cubicBezTo>
                    <a:pt x="3949515" y="5650468"/>
                    <a:pt x="4374822" y="5368471"/>
                    <a:pt x="4957551" y="4938355"/>
                  </a:cubicBezTo>
                  <a:cubicBezTo>
                    <a:pt x="5022653" y="4890293"/>
                    <a:pt x="5087755" y="4842811"/>
                    <a:pt x="5150773" y="4796950"/>
                  </a:cubicBezTo>
                  <a:cubicBezTo>
                    <a:pt x="5364254" y="4641404"/>
                    <a:pt x="5570313" y="4491241"/>
                    <a:pt x="5747247" y="4338176"/>
                  </a:cubicBezTo>
                  <a:lnTo>
                    <a:pt x="5769111" y="4318497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D26A8C-8D1D-41E6-A71E-FE9AC75F3F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675390 h 6229400"/>
                <a:gd name="connsiteX4" fmla="*/ 5711488 w 5769111"/>
                <a:gd name="connsiteY4" fmla="*/ 1585205 h 6229400"/>
                <a:gd name="connsiteX5" fmla="*/ 5566027 w 5769111"/>
                <a:gd name="connsiteY5" fmla="*/ 1402571 h 6229400"/>
                <a:gd name="connsiteX6" fmla="*/ 4858734 w 5769111"/>
                <a:gd name="connsiteY6" fmla="*/ 886639 h 6229400"/>
                <a:gd name="connsiteX7" fmla="*/ 3882695 w 5769111"/>
                <a:gd name="connsiteY7" fmla="*/ 694858 h 6229400"/>
                <a:gd name="connsiteX8" fmla="*/ 2727046 w 5769111"/>
                <a:gd name="connsiteY8" fmla="*/ 905053 h 6229400"/>
                <a:gd name="connsiteX9" fmla="*/ 1697186 w 5769111"/>
                <a:gd name="connsiteY9" fmla="*/ 1483638 h 6229400"/>
                <a:gd name="connsiteX10" fmla="*/ 989279 w 5769111"/>
                <a:gd name="connsiteY10" fmla="*/ 2312139 h 6229400"/>
                <a:gd name="connsiteX11" fmla="*/ 735615 w 5769111"/>
                <a:gd name="connsiteY11" fmla="*/ 3263863 h 6229400"/>
                <a:gd name="connsiteX12" fmla="*/ 1154424 w 5769111"/>
                <a:gd name="connsiteY12" fmla="*/ 4128614 h 6229400"/>
                <a:gd name="connsiteX13" fmla="*/ 1379768 w 5769111"/>
                <a:gd name="connsiteY13" fmla="*/ 4427981 h 6229400"/>
                <a:gd name="connsiteX14" fmla="*/ 2239456 w 5769111"/>
                <a:gd name="connsiteY14" fmla="*/ 5256947 h 6229400"/>
                <a:gd name="connsiteX15" fmla="*/ 3369727 w 5769111"/>
                <a:gd name="connsiteY15" fmla="*/ 5534658 h 6229400"/>
                <a:gd name="connsiteX16" fmla="*/ 4096760 w 5769111"/>
                <a:gd name="connsiteY16" fmla="*/ 5357817 h 6229400"/>
                <a:gd name="connsiteX17" fmla="*/ 4881905 w 5769111"/>
                <a:gd name="connsiteY17" fmla="*/ 4847212 h 6229400"/>
                <a:gd name="connsiteX18" fmla="*/ 5075739 w 5769111"/>
                <a:gd name="connsiteY18" fmla="*/ 4705346 h 6229400"/>
                <a:gd name="connsiteX19" fmla="*/ 5759930 w 5769111"/>
                <a:gd name="connsiteY19" fmla="*/ 4166809 h 6229400"/>
                <a:gd name="connsiteX20" fmla="*/ 5769111 w 5769111"/>
                <a:gd name="connsiteY20" fmla="*/ 4157764 h 6229400"/>
                <a:gd name="connsiteX21" fmla="*/ 5769111 w 5769111"/>
                <a:gd name="connsiteY21" fmla="*/ 5074612 h 6229400"/>
                <a:gd name="connsiteX22" fmla="*/ 5636252 w 5769111"/>
                <a:gd name="connsiteY22" fmla="*/ 5174208 h 6229400"/>
                <a:gd name="connsiteX23" fmla="*/ 5334922 w 5769111"/>
                <a:gd name="connsiteY23" fmla="*/ 5394528 h 6229400"/>
                <a:gd name="connsiteX24" fmla="*/ 3369727 w 5769111"/>
                <a:gd name="connsiteY24" fmla="*/ 6229400 h 6229400"/>
                <a:gd name="connsiteX25" fmla="*/ 771046 w 5769111"/>
                <a:gd name="connsiteY25" fmla="*/ 4817913 h 6229400"/>
                <a:gd name="connsiteX26" fmla="*/ 0 w 5769111"/>
                <a:gd name="connsiteY26" fmla="*/ 3263748 h 6229400"/>
                <a:gd name="connsiteX27" fmla="*/ 3882695 w 5769111"/>
                <a:gd name="connsiteY27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675390"/>
                  </a:lnTo>
                  <a:lnTo>
                    <a:pt x="5711488" y="1585205"/>
                  </a:lnTo>
                  <a:cubicBezTo>
                    <a:pt x="5665942" y="1521390"/>
                    <a:pt x="5617428" y="1460432"/>
                    <a:pt x="5566027" y="1402571"/>
                  </a:cubicBezTo>
                  <a:cubicBezTo>
                    <a:pt x="5367411" y="1179058"/>
                    <a:pt x="5129563" y="1005460"/>
                    <a:pt x="4858734" y="886639"/>
                  </a:cubicBezTo>
                  <a:cubicBezTo>
                    <a:pt x="4568779" y="759363"/>
                    <a:pt x="4240327" y="694858"/>
                    <a:pt x="3882695" y="694858"/>
                  </a:cubicBezTo>
                  <a:cubicBezTo>
                    <a:pt x="3504835" y="694858"/>
                    <a:pt x="3105151" y="767471"/>
                    <a:pt x="2727046" y="905053"/>
                  </a:cubicBezTo>
                  <a:cubicBezTo>
                    <a:pt x="2352985" y="1041013"/>
                    <a:pt x="1996826" y="1241132"/>
                    <a:pt x="1697186" y="1483638"/>
                  </a:cubicBezTo>
                  <a:cubicBezTo>
                    <a:pt x="1397913" y="1725796"/>
                    <a:pt x="1153199" y="2012308"/>
                    <a:pt x="989279" y="2312139"/>
                  </a:cubicBezTo>
                  <a:cubicBezTo>
                    <a:pt x="820946" y="2620077"/>
                    <a:pt x="735615" y="2940290"/>
                    <a:pt x="735615" y="3263863"/>
                  </a:cubicBezTo>
                  <a:cubicBezTo>
                    <a:pt x="735615" y="3573074"/>
                    <a:pt x="863980" y="3752464"/>
                    <a:pt x="1154424" y="4128614"/>
                  </a:cubicBezTo>
                  <a:cubicBezTo>
                    <a:pt x="1227127" y="4222767"/>
                    <a:pt x="1302282" y="4320162"/>
                    <a:pt x="1379768" y="4427981"/>
                  </a:cubicBezTo>
                  <a:cubicBezTo>
                    <a:pt x="1653784" y="4809458"/>
                    <a:pt x="1934912" y="5080685"/>
                    <a:pt x="2239456" y="5256947"/>
                  </a:cubicBezTo>
                  <a:cubicBezTo>
                    <a:pt x="2562268" y="5443863"/>
                    <a:pt x="2932037" y="5534658"/>
                    <a:pt x="3369727" y="5534658"/>
                  </a:cubicBezTo>
                  <a:cubicBezTo>
                    <a:pt x="3618120" y="5534658"/>
                    <a:pt x="3849103" y="5478491"/>
                    <a:pt x="4096760" y="5357817"/>
                  </a:cubicBezTo>
                  <a:cubicBezTo>
                    <a:pt x="4351037" y="5233901"/>
                    <a:pt x="4602740" y="5053238"/>
                    <a:pt x="4881905" y="4847212"/>
                  </a:cubicBezTo>
                  <a:cubicBezTo>
                    <a:pt x="4947375" y="4798920"/>
                    <a:pt x="5012599" y="4751322"/>
                    <a:pt x="5075739" y="4705346"/>
                  </a:cubicBezTo>
                  <a:cubicBezTo>
                    <a:pt x="5327320" y="4521990"/>
                    <a:pt x="5568418" y="4346256"/>
                    <a:pt x="5759930" y="4166809"/>
                  </a:cubicBezTo>
                  <a:lnTo>
                    <a:pt x="5769111" y="4157764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Graphic 6" descr="Recycle with solid fill">
            <a:extLst>
              <a:ext uri="{FF2B5EF4-FFF2-40B4-BE49-F238E27FC236}">
                <a16:creationId xmlns:a16="http://schemas.microsoft.com/office/drawing/2014/main" id="{F2ACEF8F-4BE4-5315-06D6-099032285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8121726" y="1629089"/>
            <a:ext cx="3620021" cy="36200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1660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9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65133FF-B62A-D05A-947E-ADC13D1D1D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45A9F99-D9B1-4094-A2E2-B90AC1DB7B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7FAF607-473A-4A43-A23D-BBFF5C4117B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8C17CD7-FB93-E67B-2386-FA132771BC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4105" y="802955"/>
            <a:ext cx="4977976" cy="1454051"/>
          </a:xfrm>
        </p:spPr>
        <p:txBody>
          <a:bodyPr>
            <a:normAutofit/>
          </a:bodyPr>
          <a:lstStyle/>
          <a:p>
            <a:r>
              <a:rPr lang="en-US" sz="3600">
                <a:solidFill>
                  <a:schemeClr val="tx2"/>
                </a:solidFill>
              </a:rPr>
              <a:t>Introduction to ADRB</a:t>
            </a:r>
          </a:p>
        </p:txBody>
      </p:sp>
      <p:pic>
        <p:nvPicPr>
          <p:cNvPr id="7" name="Graphic 6" descr="Empty Recycle Bin">
            <a:extLst>
              <a:ext uri="{FF2B5EF4-FFF2-40B4-BE49-F238E27FC236}">
                <a16:creationId xmlns:a16="http://schemas.microsoft.com/office/drawing/2014/main" id="{EEE695E5-4641-A7B2-9A0B-FD7B389C7B3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86951" y="1793846"/>
            <a:ext cx="3620021" cy="3620021"/>
          </a:xfrm>
          <a:prstGeom prst="rect">
            <a:avLst/>
          </a:prstGeom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6FAD755-3CAD-D92B-9FD3-2E05EFB4EC9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0574" y="2421682"/>
            <a:ext cx="4977578" cy="3639289"/>
          </a:xfrm>
        </p:spPr>
        <p:txBody>
          <a:bodyPr anchor="ctr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Required Permissions to Manage Active Directory Recycle Bin: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Domain Admins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Enterprise Admins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Built-in Administrators </a:t>
            </a:r>
          </a:p>
          <a:p>
            <a:pPr marL="800100" lvl="1" indent="-342900"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Accounts with delegated permissions </a:t>
            </a:r>
          </a:p>
          <a:p>
            <a:pPr marL="0" indent="0">
              <a:buNone/>
            </a:pPr>
            <a:endParaRPr lang="en-US" sz="1800" dirty="0">
              <a:solidFill>
                <a:schemeClr val="tx2"/>
              </a:solidFill>
            </a:endParaRPr>
          </a:p>
          <a:p>
            <a:pPr>
              <a:buFont typeface="Wingdings" pitchFamily="2" charset="2"/>
              <a:buChar char="Ø"/>
            </a:pPr>
            <a:r>
              <a:rPr lang="en-US" sz="1800" dirty="0">
                <a:solidFill>
                  <a:schemeClr val="tx2"/>
                </a:solidFill>
              </a:rPr>
              <a:t>Before the Active Directory Recycle Bin was introduced, deleted objects immediately became </a:t>
            </a:r>
            <a:r>
              <a:rPr lang="en-US" sz="1800" dirty="0" err="1">
                <a:solidFill>
                  <a:schemeClr val="tx2"/>
                </a:solidFill>
              </a:rPr>
              <a:t>tombstoned</a:t>
            </a:r>
            <a:r>
              <a:rPr lang="en-US" sz="1800" dirty="0">
                <a:solidFill>
                  <a:schemeClr val="tx2"/>
                </a:solidFill>
              </a:rPr>
              <a:t> objects, retaining only a minimal set of attributes and requiring complex recovery procedures.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5F6476F-D303-44D3-B30F-1BA348F0F6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flipH="1">
            <a:off x="2635" y="52996"/>
            <a:ext cx="5928607" cy="6805005"/>
            <a:chOff x="6095999" y="52996"/>
            <a:chExt cx="6093363" cy="6805005"/>
          </a:xfrm>
          <a:solidFill>
            <a:schemeClr val="accent5">
              <a:alpha val="10000"/>
            </a:schemeClr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972EB4B-0539-4430-9340-8117B9D7C3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96001" y="52996"/>
              <a:ext cx="6093361" cy="6805003"/>
            </a:xfrm>
            <a:custGeom>
              <a:avLst/>
              <a:gdLst>
                <a:gd name="connsiteX0" fmla="*/ 3391253 w 5890489"/>
                <a:gd name="connsiteY0" fmla="*/ 0 h 6578438"/>
                <a:gd name="connsiteX1" fmla="*/ 3434974 w 5890489"/>
                <a:gd name="connsiteY1" fmla="*/ 646 h 6578438"/>
                <a:gd name="connsiteX2" fmla="*/ 3522419 w 5890489"/>
                <a:gd name="connsiteY2" fmla="*/ 2712 h 6578438"/>
                <a:gd name="connsiteX3" fmla="*/ 3610261 w 5890489"/>
                <a:gd name="connsiteY3" fmla="*/ 6458 h 6578438"/>
                <a:gd name="connsiteX4" fmla="*/ 3786872 w 5890489"/>
                <a:gd name="connsiteY4" fmla="*/ 20667 h 6578438"/>
                <a:gd name="connsiteX5" fmla="*/ 3962291 w 5890489"/>
                <a:gd name="connsiteY5" fmla="*/ 43530 h 6578438"/>
                <a:gd name="connsiteX6" fmla="*/ 4135855 w 5890489"/>
                <a:gd name="connsiteY6" fmla="*/ 75176 h 6578438"/>
                <a:gd name="connsiteX7" fmla="*/ 4307299 w 5890489"/>
                <a:gd name="connsiteY7" fmla="*/ 114315 h 6578438"/>
                <a:gd name="connsiteX8" fmla="*/ 4476358 w 5890489"/>
                <a:gd name="connsiteY8" fmla="*/ 160816 h 6578438"/>
                <a:gd name="connsiteX9" fmla="*/ 4559829 w 5890489"/>
                <a:gd name="connsiteY9" fmla="*/ 186779 h 6578438"/>
                <a:gd name="connsiteX10" fmla="*/ 4642901 w 5890489"/>
                <a:gd name="connsiteY10" fmla="*/ 213648 h 6578438"/>
                <a:gd name="connsiteX11" fmla="*/ 5280847 w 5890489"/>
                <a:gd name="connsiteY11" fmla="*/ 485936 h 6578438"/>
                <a:gd name="connsiteX12" fmla="*/ 5865400 w 5890489"/>
                <a:gd name="connsiteY12" fmla="*/ 851099 h 6578438"/>
                <a:gd name="connsiteX13" fmla="*/ 5890489 w 5890489"/>
                <a:gd name="connsiteY13" fmla="*/ 870950 h 6578438"/>
                <a:gd name="connsiteX14" fmla="*/ 5890489 w 5890489"/>
                <a:gd name="connsiteY14" fmla="*/ 1321814 h 6578438"/>
                <a:gd name="connsiteX15" fmla="*/ 5887395 w 5890489"/>
                <a:gd name="connsiteY15" fmla="*/ 1318952 h 6578438"/>
                <a:gd name="connsiteX16" fmla="*/ 5830291 w 5890489"/>
                <a:gd name="connsiteY16" fmla="*/ 1265992 h 6578438"/>
                <a:gd name="connsiteX17" fmla="*/ 5815981 w 5890489"/>
                <a:gd name="connsiteY17" fmla="*/ 1252687 h 6578438"/>
                <a:gd name="connsiteX18" fmla="*/ 5801142 w 5890489"/>
                <a:gd name="connsiteY18" fmla="*/ 1240158 h 6578438"/>
                <a:gd name="connsiteX19" fmla="*/ 5771464 w 5890489"/>
                <a:gd name="connsiteY19" fmla="*/ 1214969 h 6578438"/>
                <a:gd name="connsiteX20" fmla="*/ 5651030 w 5890489"/>
                <a:gd name="connsiteY20" fmla="*/ 1115767 h 6578438"/>
                <a:gd name="connsiteX21" fmla="*/ 5123183 w 5890489"/>
                <a:gd name="connsiteY21" fmla="*/ 780443 h 6578438"/>
                <a:gd name="connsiteX22" fmla="*/ 4533860 w 5890489"/>
                <a:gd name="connsiteY22" fmla="*/ 567701 h 6578438"/>
                <a:gd name="connsiteX23" fmla="*/ 4457281 w 5890489"/>
                <a:gd name="connsiteY23" fmla="*/ 550780 h 6578438"/>
                <a:gd name="connsiteX24" fmla="*/ 4380568 w 5890489"/>
                <a:gd name="connsiteY24" fmla="*/ 535279 h 6578438"/>
                <a:gd name="connsiteX25" fmla="*/ 4303325 w 5890489"/>
                <a:gd name="connsiteY25" fmla="*/ 522879 h 6578438"/>
                <a:gd name="connsiteX26" fmla="*/ 4264769 w 5890489"/>
                <a:gd name="connsiteY26" fmla="*/ 516679 h 6578438"/>
                <a:gd name="connsiteX27" fmla="*/ 4226082 w 5890489"/>
                <a:gd name="connsiteY27" fmla="*/ 511253 h 6578438"/>
                <a:gd name="connsiteX28" fmla="*/ 4070934 w 5890489"/>
                <a:gd name="connsiteY28" fmla="*/ 494848 h 6578438"/>
                <a:gd name="connsiteX29" fmla="*/ 3915521 w 5890489"/>
                <a:gd name="connsiteY29" fmla="*/ 486065 h 6578438"/>
                <a:gd name="connsiteX30" fmla="*/ 3760241 w 5890489"/>
                <a:gd name="connsiteY30" fmla="*/ 484257 h 6578438"/>
                <a:gd name="connsiteX31" fmla="*/ 3682734 w 5890489"/>
                <a:gd name="connsiteY31" fmla="*/ 486581 h 6578438"/>
                <a:gd name="connsiteX32" fmla="*/ 3605491 w 5890489"/>
                <a:gd name="connsiteY32" fmla="*/ 488907 h 6578438"/>
                <a:gd name="connsiteX33" fmla="*/ 3527454 w 5890489"/>
                <a:gd name="connsiteY33" fmla="*/ 493169 h 6578438"/>
                <a:gd name="connsiteX34" fmla="*/ 3449151 w 5890489"/>
                <a:gd name="connsiteY34" fmla="*/ 498336 h 6578438"/>
                <a:gd name="connsiteX35" fmla="*/ 3410067 w 5890489"/>
                <a:gd name="connsiteY35" fmla="*/ 500532 h 6578438"/>
                <a:gd name="connsiteX36" fmla="*/ 3371246 w 5890489"/>
                <a:gd name="connsiteY36" fmla="*/ 504279 h 6578438"/>
                <a:gd name="connsiteX37" fmla="*/ 3293739 w 5890489"/>
                <a:gd name="connsiteY37" fmla="*/ 511512 h 6578438"/>
                <a:gd name="connsiteX38" fmla="*/ 2689445 w 5890489"/>
                <a:gd name="connsiteY38" fmla="*/ 610198 h 6578438"/>
                <a:gd name="connsiteX39" fmla="*/ 2117875 w 5890489"/>
                <a:gd name="connsiteY39" fmla="*/ 800335 h 6578438"/>
                <a:gd name="connsiteX40" fmla="*/ 1981276 w 5890489"/>
                <a:gd name="connsiteY40" fmla="*/ 865566 h 6578438"/>
                <a:gd name="connsiteX41" fmla="*/ 1847991 w 5890489"/>
                <a:gd name="connsiteY41" fmla="*/ 938676 h 6578438"/>
                <a:gd name="connsiteX42" fmla="*/ 1783069 w 5890489"/>
                <a:gd name="connsiteY42" fmla="*/ 978718 h 6578438"/>
                <a:gd name="connsiteX43" fmla="*/ 1750609 w 5890489"/>
                <a:gd name="connsiteY43" fmla="*/ 998869 h 6578438"/>
                <a:gd name="connsiteX44" fmla="*/ 1734312 w 5890489"/>
                <a:gd name="connsiteY44" fmla="*/ 1008945 h 6578438"/>
                <a:gd name="connsiteX45" fmla="*/ 1718547 w 5890489"/>
                <a:gd name="connsiteY45" fmla="*/ 1019924 h 6578438"/>
                <a:gd name="connsiteX46" fmla="*/ 1655481 w 5890489"/>
                <a:gd name="connsiteY46" fmla="*/ 1063582 h 6578438"/>
                <a:gd name="connsiteX47" fmla="*/ 1593077 w 5890489"/>
                <a:gd name="connsiteY47" fmla="*/ 1108664 h 6578438"/>
                <a:gd name="connsiteX48" fmla="*/ 1532263 w 5890489"/>
                <a:gd name="connsiteY48" fmla="*/ 1156197 h 6578438"/>
                <a:gd name="connsiteX49" fmla="*/ 1472509 w 5890489"/>
                <a:gd name="connsiteY49" fmla="*/ 1205152 h 6578438"/>
                <a:gd name="connsiteX50" fmla="*/ 1414212 w 5890489"/>
                <a:gd name="connsiteY50" fmla="*/ 1256175 h 6578438"/>
                <a:gd name="connsiteX51" fmla="*/ 1357242 w 5890489"/>
                <a:gd name="connsiteY51" fmla="*/ 1308359 h 6578438"/>
                <a:gd name="connsiteX52" fmla="*/ 1153072 w 5890489"/>
                <a:gd name="connsiteY52" fmla="*/ 1529498 h 6578438"/>
                <a:gd name="connsiteX53" fmla="*/ 1002694 w 5890489"/>
                <a:gd name="connsiteY53" fmla="*/ 1770658 h 6578438"/>
                <a:gd name="connsiteX54" fmla="*/ 974076 w 5890489"/>
                <a:gd name="connsiteY54" fmla="*/ 1835371 h 6578438"/>
                <a:gd name="connsiteX55" fmla="*/ 949564 w 5890489"/>
                <a:gd name="connsiteY55" fmla="*/ 1903573 h 6578438"/>
                <a:gd name="connsiteX56" fmla="*/ 927173 w 5890489"/>
                <a:gd name="connsiteY56" fmla="*/ 1974229 h 6578438"/>
                <a:gd name="connsiteX57" fmla="*/ 906107 w 5890489"/>
                <a:gd name="connsiteY57" fmla="*/ 2046952 h 6578438"/>
                <a:gd name="connsiteX58" fmla="*/ 751092 w 5890489"/>
                <a:gd name="connsiteY58" fmla="*/ 2676266 h 6578438"/>
                <a:gd name="connsiteX59" fmla="*/ 547189 w 5890489"/>
                <a:gd name="connsiteY59" fmla="*/ 3308422 h 6578438"/>
                <a:gd name="connsiteX60" fmla="*/ 441195 w 5890489"/>
                <a:gd name="connsiteY60" fmla="*/ 3866306 h 6578438"/>
                <a:gd name="connsiteX61" fmla="*/ 527182 w 5890489"/>
                <a:gd name="connsiteY61" fmla="*/ 4439174 h 6578438"/>
                <a:gd name="connsiteX62" fmla="*/ 775073 w 5890489"/>
                <a:gd name="connsiteY62" fmla="*/ 4987240 h 6578438"/>
                <a:gd name="connsiteX63" fmla="*/ 943206 w 5890489"/>
                <a:gd name="connsiteY63" fmla="*/ 5244933 h 6578438"/>
                <a:gd name="connsiteX64" fmla="*/ 1133728 w 5890489"/>
                <a:gd name="connsiteY64" fmla="*/ 5490356 h 6578438"/>
                <a:gd name="connsiteX65" fmla="*/ 1359626 w 5890489"/>
                <a:gd name="connsiteY65" fmla="*/ 5709815 h 6578438"/>
                <a:gd name="connsiteX66" fmla="*/ 1481254 w 5890489"/>
                <a:gd name="connsiteY66" fmla="*/ 5809146 h 6578438"/>
                <a:gd name="connsiteX67" fmla="*/ 1543260 w 5890489"/>
                <a:gd name="connsiteY67" fmla="*/ 5856940 h 6578438"/>
                <a:gd name="connsiteX68" fmla="*/ 1607518 w 5890489"/>
                <a:gd name="connsiteY68" fmla="*/ 5901374 h 6578438"/>
                <a:gd name="connsiteX69" fmla="*/ 2145566 w 5890489"/>
                <a:gd name="connsiteY69" fmla="*/ 6193814 h 6578438"/>
                <a:gd name="connsiteX70" fmla="*/ 2214991 w 5890489"/>
                <a:gd name="connsiteY70" fmla="*/ 6221844 h 6578438"/>
                <a:gd name="connsiteX71" fmla="*/ 2249307 w 5890489"/>
                <a:gd name="connsiteY71" fmla="*/ 6236182 h 6578438"/>
                <a:gd name="connsiteX72" fmla="*/ 2284285 w 5890489"/>
                <a:gd name="connsiteY72" fmla="*/ 6248711 h 6578438"/>
                <a:gd name="connsiteX73" fmla="*/ 2354241 w 5890489"/>
                <a:gd name="connsiteY73" fmla="*/ 6273124 h 6578438"/>
                <a:gd name="connsiteX74" fmla="*/ 2371597 w 5890489"/>
                <a:gd name="connsiteY74" fmla="*/ 6279324 h 6578438"/>
                <a:gd name="connsiteX75" fmla="*/ 2387894 w 5890489"/>
                <a:gd name="connsiteY75" fmla="*/ 6287719 h 6578438"/>
                <a:gd name="connsiteX76" fmla="*/ 2421414 w 5890489"/>
                <a:gd name="connsiteY76" fmla="*/ 6302186 h 6578438"/>
                <a:gd name="connsiteX77" fmla="*/ 2489117 w 5890489"/>
                <a:gd name="connsiteY77" fmla="*/ 6329441 h 6578438"/>
                <a:gd name="connsiteX78" fmla="*/ 2522902 w 5890489"/>
                <a:gd name="connsiteY78" fmla="*/ 6343134 h 6578438"/>
                <a:gd name="connsiteX79" fmla="*/ 2556953 w 5890489"/>
                <a:gd name="connsiteY79" fmla="*/ 6356051 h 6578438"/>
                <a:gd name="connsiteX80" fmla="*/ 2695009 w 5890489"/>
                <a:gd name="connsiteY80" fmla="*/ 6401905 h 6578438"/>
                <a:gd name="connsiteX81" fmla="*/ 3268035 w 5890489"/>
                <a:gd name="connsiteY81" fmla="*/ 6501238 h 6578438"/>
                <a:gd name="connsiteX82" fmla="*/ 3341038 w 5890489"/>
                <a:gd name="connsiteY82" fmla="*/ 6506145 h 6578438"/>
                <a:gd name="connsiteX83" fmla="*/ 3414703 w 5890489"/>
                <a:gd name="connsiteY83" fmla="*/ 6507050 h 6578438"/>
                <a:gd name="connsiteX84" fmla="*/ 3488237 w 5890489"/>
                <a:gd name="connsiteY84" fmla="*/ 6508212 h 6578438"/>
                <a:gd name="connsiteX85" fmla="*/ 3524142 w 5890489"/>
                <a:gd name="connsiteY85" fmla="*/ 6507955 h 6578438"/>
                <a:gd name="connsiteX86" fmla="*/ 3559252 w 5890489"/>
                <a:gd name="connsiteY86" fmla="*/ 6506921 h 6578438"/>
                <a:gd name="connsiteX87" fmla="*/ 3629207 w 5890489"/>
                <a:gd name="connsiteY87" fmla="*/ 6503045 h 6578438"/>
                <a:gd name="connsiteX88" fmla="*/ 3698633 w 5890489"/>
                <a:gd name="connsiteY88" fmla="*/ 6496845 h 6578438"/>
                <a:gd name="connsiteX89" fmla="*/ 3733213 w 5890489"/>
                <a:gd name="connsiteY89" fmla="*/ 6493357 h 6578438"/>
                <a:gd name="connsiteX90" fmla="*/ 3767529 w 5890489"/>
                <a:gd name="connsiteY90" fmla="*/ 6488707 h 6578438"/>
                <a:gd name="connsiteX91" fmla="*/ 3801845 w 5890489"/>
                <a:gd name="connsiteY91" fmla="*/ 6484057 h 6578438"/>
                <a:gd name="connsiteX92" fmla="*/ 3835895 w 5890489"/>
                <a:gd name="connsiteY92" fmla="*/ 6478116 h 6578438"/>
                <a:gd name="connsiteX93" fmla="*/ 4364801 w 5890489"/>
                <a:gd name="connsiteY93" fmla="*/ 6308517 h 6578438"/>
                <a:gd name="connsiteX94" fmla="*/ 4861379 w 5890489"/>
                <a:gd name="connsiteY94" fmla="*/ 6000576 h 6578438"/>
                <a:gd name="connsiteX95" fmla="*/ 5341263 w 5890489"/>
                <a:gd name="connsiteY95" fmla="*/ 5605834 h 6578438"/>
                <a:gd name="connsiteX96" fmla="*/ 5587301 w 5890489"/>
                <a:gd name="connsiteY96" fmla="*/ 5390379 h 6578438"/>
                <a:gd name="connsiteX97" fmla="*/ 5849105 w 5890489"/>
                <a:gd name="connsiteY97" fmla="*/ 5176344 h 6578438"/>
                <a:gd name="connsiteX98" fmla="*/ 5890489 w 5890489"/>
                <a:gd name="connsiteY98" fmla="*/ 5145260 h 6578438"/>
                <a:gd name="connsiteX99" fmla="*/ 5890489 w 5890489"/>
                <a:gd name="connsiteY99" fmla="*/ 5995323 h 6578438"/>
                <a:gd name="connsiteX100" fmla="*/ 5811477 w 5890489"/>
                <a:gd name="connsiteY100" fmla="*/ 6077819 h 6578438"/>
                <a:gd name="connsiteX101" fmla="*/ 5301384 w 5890489"/>
                <a:gd name="connsiteY101" fmla="*/ 6542958 h 6578438"/>
                <a:gd name="connsiteX102" fmla="*/ 5252008 w 5890489"/>
                <a:gd name="connsiteY102" fmla="*/ 6578438 h 6578438"/>
                <a:gd name="connsiteX103" fmla="*/ 1653730 w 5890489"/>
                <a:gd name="connsiteY103" fmla="*/ 6578438 h 6578438"/>
                <a:gd name="connsiteX104" fmla="*/ 1549768 w 5890489"/>
                <a:gd name="connsiteY104" fmla="*/ 6488821 h 6578438"/>
                <a:gd name="connsiteX105" fmla="*/ 1298282 w 5890489"/>
                <a:gd name="connsiteY105" fmla="*/ 6243932 h 6578438"/>
                <a:gd name="connsiteX106" fmla="*/ 1237999 w 5890489"/>
                <a:gd name="connsiteY106" fmla="*/ 6181671 h 6578438"/>
                <a:gd name="connsiteX107" fmla="*/ 1179967 w 5890489"/>
                <a:gd name="connsiteY107" fmla="*/ 6117862 h 6578438"/>
                <a:gd name="connsiteX108" fmla="*/ 1121936 w 5890489"/>
                <a:gd name="connsiteY108" fmla="*/ 6054569 h 6578438"/>
                <a:gd name="connsiteX109" fmla="*/ 1065628 w 5890489"/>
                <a:gd name="connsiteY109" fmla="*/ 5990243 h 6578438"/>
                <a:gd name="connsiteX110" fmla="*/ 954335 w 5890489"/>
                <a:gd name="connsiteY110" fmla="*/ 5861460 h 6578438"/>
                <a:gd name="connsiteX111" fmla="*/ 898953 w 5890489"/>
                <a:gd name="connsiteY111" fmla="*/ 5797393 h 6578438"/>
                <a:gd name="connsiteX112" fmla="*/ 842908 w 5890489"/>
                <a:gd name="connsiteY112" fmla="*/ 5733582 h 6578438"/>
                <a:gd name="connsiteX113" fmla="*/ 622442 w 5890489"/>
                <a:gd name="connsiteY113" fmla="*/ 5471884 h 6578438"/>
                <a:gd name="connsiteX114" fmla="*/ 425559 w 5890489"/>
                <a:gd name="connsiteY114" fmla="*/ 5190036 h 6578438"/>
                <a:gd name="connsiteX115" fmla="*/ 123877 w 5890489"/>
                <a:gd name="connsiteY115" fmla="*/ 4564210 h 6578438"/>
                <a:gd name="connsiteX116" fmla="*/ 130 w 5890489"/>
                <a:gd name="connsiteY116" fmla="*/ 3865530 h 6578438"/>
                <a:gd name="connsiteX117" fmla="*/ 30602 w 5890489"/>
                <a:gd name="connsiteY117" fmla="*/ 3505793 h 6578438"/>
                <a:gd name="connsiteX118" fmla="*/ 126924 w 5890489"/>
                <a:gd name="connsiteY118" fmla="*/ 3157164 h 6578438"/>
                <a:gd name="connsiteX119" fmla="*/ 334803 w 5890489"/>
                <a:gd name="connsiteY119" fmla="*/ 2560530 h 6578438"/>
                <a:gd name="connsiteX120" fmla="*/ 381176 w 5890489"/>
                <a:gd name="connsiteY120" fmla="*/ 2409144 h 6578438"/>
                <a:gd name="connsiteX121" fmla="*/ 425825 w 5890489"/>
                <a:gd name="connsiteY121" fmla="*/ 2255819 h 6578438"/>
                <a:gd name="connsiteX122" fmla="*/ 470210 w 5890489"/>
                <a:gd name="connsiteY122" fmla="*/ 2099523 h 6578438"/>
                <a:gd name="connsiteX123" fmla="*/ 492998 w 5890489"/>
                <a:gd name="connsiteY123" fmla="*/ 2020213 h 6578438"/>
                <a:gd name="connsiteX124" fmla="*/ 517509 w 5890489"/>
                <a:gd name="connsiteY124" fmla="*/ 1939224 h 6578438"/>
                <a:gd name="connsiteX125" fmla="*/ 544007 w 5890489"/>
                <a:gd name="connsiteY125" fmla="*/ 1857201 h 6578438"/>
                <a:gd name="connsiteX126" fmla="*/ 573288 w 5890489"/>
                <a:gd name="connsiteY126" fmla="*/ 1774274 h 6578438"/>
                <a:gd name="connsiteX127" fmla="*/ 606146 w 5890489"/>
                <a:gd name="connsiteY127" fmla="*/ 1690832 h 6578438"/>
                <a:gd name="connsiteX128" fmla="*/ 644569 w 5890489"/>
                <a:gd name="connsiteY128" fmla="*/ 1607775 h 6578438"/>
                <a:gd name="connsiteX129" fmla="*/ 837874 w 5890489"/>
                <a:gd name="connsiteY129" fmla="*/ 1297638 h 6578438"/>
                <a:gd name="connsiteX130" fmla="*/ 1069602 w 5890489"/>
                <a:gd name="connsiteY130" fmla="*/ 1032194 h 6578438"/>
                <a:gd name="connsiteX131" fmla="*/ 1130548 w 5890489"/>
                <a:gd name="connsiteY131" fmla="*/ 970839 h 6578438"/>
                <a:gd name="connsiteX132" fmla="*/ 1192024 w 5890489"/>
                <a:gd name="connsiteY132" fmla="*/ 910129 h 6578438"/>
                <a:gd name="connsiteX133" fmla="*/ 1255356 w 5890489"/>
                <a:gd name="connsiteY133" fmla="*/ 850841 h 6578438"/>
                <a:gd name="connsiteX134" fmla="*/ 1319614 w 5890489"/>
                <a:gd name="connsiteY134" fmla="*/ 792068 h 6578438"/>
                <a:gd name="connsiteX135" fmla="*/ 1385728 w 5890489"/>
                <a:gd name="connsiteY135" fmla="*/ 734975 h 6578438"/>
                <a:gd name="connsiteX136" fmla="*/ 1452768 w 5890489"/>
                <a:gd name="connsiteY136" fmla="*/ 678528 h 6578438"/>
                <a:gd name="connsiteX137" fmla="*/ 1469594 w 5890489"/>
                <a:gd name="connsiteY137" fmla="*/ 664449 h 6578438"/>
                <a:gd name="connsiteX138" fmla="*/ 1487083 w 5890489"/>
                <a:gd name="connsiteY138" fmla="*/ 651015 h 6578438"/>
                <a:gd name="connsiteX139" fmla="*/ 1522193 w 5890489"/>
                <a:gd name="connsiteY139" fmla="*/ 624277 h 6578438"/>
                <a:gd name="connsiteX140" fmla="*/ 1592415 w 5890489"/>
                <a:gd name="connsiteY140" fmla="*/ 570671 h 6578438"/>
                <a:gd name="connsiteX141" fmla="*/ 1738287 w 5890489"/>
                <a:gd name="connsiteY141" fmla="*/ 469402 h 6578438"/>
                <a:gd name="connsiteX142" fmla="*/ 1890918 w 5890489"/>
                <a:gd name="connsiteY142" fmla="*/ 376530 h 6578438"/>
                <a:gd name="connsiteX143" fmla="*/ 2555363 w 5890489"/>
                <a:gd name="connsiteY143" fmla="*/ 105274 h 6578438"/>
                <a:gd name="connsiteX144" fmla="*/ 3259291 w 5890489"/>
                <a:gd name="connsiteY144" fmla="*/ 3229 h 6578438"/>
                <a:gd name="connsiteX145" fmla="*/ 3347265 w 5890489"/>
                <a:gd name="connsiteY145" fmla="*/ 903 h 6578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890489" h="6578438">
                  <a:moveTo>
                    <a:pt x="3391253" y="0"/>
                  </a:moveTo>
                  <a:lnTo>
                    <a:pt x="3434974" y="646"/>
                  </a:lnTo>
                  <a:lnTo>
                    <a:pt x="3522419" y="2712"/>
                  </a:lnTo>
                  <a:cubicBezTo>
                    <a:pt x="3551567" y="3488"/>
                    <a:pt x="3580451" y="3746"/>
                    <a:pt x="3610261" y="6458"/>
                  </a:cubicBezTo>
                  <a:cubicBezTo>
                    <a:pt x="3669353" y="10850"/>
                    <a:pt x="3728179" y="14337"/>
                    <a:pt x="3786872" y="20667"/>
                  </a:cubicBezTo>
                  <a:lnTo>
                    <a:pt x="3962291" y="43530"/>
                  </a:lnTo>
                  <a:lnTo>
                    <a:pt x="4135855" y="75176"/>
                  </a:lnTo>
                  <a:cubicBezTo>
                    <a:pt x="4193224" y="87836"/>
                    <a:pt x="4250328" y="101398"/>
                    <a:pt x="4307299" y="114315"/>
                  </a:cubicBezTo>
                  <a:cubicBezTo>
                    <a:pt x="4364139" y="128394"/>
                    <a:pt x="4420050" y="145575"/>
                    <a:pt x="4476358" y="160816"/>
                  </a:cubicBezTo>
                  <a:cubicBezTo>
                    <a:pt x="4504580" y="167921"/>
                    <a:pt x="4532138" y="177995"/>
                    <a:pt x="4559829" y="186779"/>
                  </a:cubicBezTo>
                  <a:lnTo>
                    <a:pt x="4642901" y="213648"/>
                  </a:lnTo>
                  <a:cubicBezTo>
                    <a:pt x="4863234" y="288307"/>
                    <a:pt x="5076414" y="379371"/>
                    <a:pt x="5280847" y="485936"/>
                  </a:cubicBezTo>
                  <a:cubicBezTo>
                    <a:pt x="5485018" y="592631"/>
                    <a:pt x="5681768" y="713145"/>
                    <a:pt x="5865400" y="851099"/>
                  </a:cubicBezTo>
                  <a:lnTo>
                    <a:pt x="5890489" y="870950"/>
                  </a:lnTo>
                  <a:lnTo>
                    <a:pt x="5890489" y="1321814"/>
                  </a:lnTo>
                  <a:lnTo>
                    <a:pt x="5887395" y="1318952"/>
                  </a:lnTo>
                  <a:lnTo>
                    <a:pt x="5830291" y="1265992"/>
                  </a:lnTo>
                  <a:lnTo>
                    <a:pt x="5815981" y="1252687"/>
                  </a:lnTo>
                  <a:lnTo>
                    <a:pt x="5801142" y="1240158"/>
                  </a:lnTo>
                  <a:lnTo>
                    <a:pt x="5771464" y="1214969"/>
                  </a:lnTo>
                  <a:cubicBezTo>
                    <a:pt x="5731849" y="1181385"/>
                    <a:pt x="5692897" y="1146896"/>
                    <a:pt x="5651030" y="1115767"/>
                  </a:cubicBezTo>
                  <a:cubicBezTo>
                    <a:pt x="5487534" y="986985"/>
                    <a:pt x="5311321" y="872542"/>
                    <a:pt x="5123183" y="780443"/>
                  </a:cubicBezTo>
                  <a:cubicBezTo>
                    <a:pt x="4935309" y="688087"/>
                    <a:pt x="4737102" y="616398"/>
                    <a:pt x="4533860" y="567701"/>
                  </a:cubicBezTo>
                  <a:lnTo>
                    <a:pt x="4457281" y="550780"/>
                  </a:lnTo>
                  <a:cubicBezTo>
                    <a:pt x="4431709" y="545484"/>
                    <a:pt x="4406536" y="538896"/>
                    <a:pt x="4380568" y="535279"/>
                  </a:cubicBezTo>
                  <a:lnTo>
                    <a:pt x="4303325" y="522879"/>
                  </a:lnTo>
                  <a:lnTo>
                    <a:pt x="4264769" y="516679"/>
                  </a:lnTo>
                  <a:cubicBezTo>
                    <a:pt x="4251918" y="514612"/>
                    <a:pt x="4239067" y="512415"/>
                    <a:pt x="4226082" y="511253"/>
                  </a:cubicBezTo>
                  <a:cubicBezTo>
                    <a:pt x="4174145" y="505829"/>
                    <a:pt x="4122606" y="499498"/>
                    <a:pt x="4070934" y="494848"/>
                  </a:cubicBezTo>
                  <a:lnTo>
                    <a:pt x="3915521" y="486065"/>
                  </a:lnTo>
                  <a:lnTo>
                    <a:pt x="3760241" y="484257"/>
                  </a:lnTo>
                  <a:cubicBezTo>
                    <a:pt x="3734405" y="483869"/>
                    <a:pt x="3708571" y="485936"/>
                    <a:pt x="3682734" y="486581"/>
                  </a:cubicBezTo>
                  <a:lnTo>
                    <a:pt x="3605491" y="488907"/>
                  </a:lnTo>
                  <a:cubicBezTo>
                    <a:pt x="3579921" y="489165"/>
                    <a:pt x="3553555" y="491490"/>
                    <a:pt x="3527454" y="493169"/>
                  </a:cubicBezTo>
                  <a:lnTo>
                    <a:pt x="3449151" y="498336"/>
                  </a:lnTo>
                  <a:lnTo>
                    <a:pt x="3410067" y="500532"/>
                  </a:lnTo>
                  <a:lnTo>
                    <a:pt x="3371246" y="504279"/>
                  </a:lnTo>
                  <a:cubicBezTo>
                    <a:pt x="3345410" y="506862"/>
                    <a:pt x="3319575" y="509315"/>
                    <a:pt x="3293739" y="511512"/>
                  </a:cubicBezTo>
                  <a:cubicBezTo>
                    <a:pt x="3087450" y="531662"/>
                    <a:pt x="2885531" y="563180"/>
                    <a:pt x="2689445" y="610198"/>
                  </a:cubicBezTo>
                  <a:cubicBezTo>
                    <a:pt x="2493357" y="657344"/>
                    <a:pt x="2302303" y="719088"/>
                    <a:pt x="2117875" y="800335"/>
                  </a:cubicBezTo>
                  <a:cubicBezTo>
                    <a:pt x="2072298" y="821648"/>
                    <a:pt x="2026854" y="843606"/>
                    <a:pt x="1981276" y="865566"/>
                  </a:cubicBezTo>
                  <a:cubicBezTo>
                    <a:pt x="1937025" y="889978"/>
                    <a:pt x="1891978" y="913229"/>
                    <a:pt x="1847991" y="938676"/>
                  </a:cubicBezTo>
                  <a:lnTo>
                    <a:pt x="1783069" y="978718"/>
                  </a:lnTo>
                  <a:lnTo>
                    <a:pt x="1750609" y="998869"/>
                  </a:lnTo>
                  <a:lnTo>
                    <a:pt x="1734312" y="1008945"/>
                  </a:lnTo>
                  <a:lnTo>
                    <a:pt x="1718547" y="1019924"/>
                  </a:lnTo>
                  <a:lnTo>
                    <a:pt x="1655481" y="1063582"/>
                  </a:lnTo>
                  <a:cubicBezTo>
                    <a:pt x="1634414" y="1078178"/>
                    <a:pt x="1612950" y="1092259"/>
                    <a:pt x="1593077" y="1108664"/>
                  </a:cubicBezTo>
                  <a:lnTo>
                    <a:pt x="1532263" y="1156197"/>
                  </a:lnTo>
                  <a:cubicBezTo>
                    <a:pt x="1511992" y="1172085"/>
                    <a:pt x="1491587" y="1187844"/>
                    <a:pt x="1472509" y="1205152"/>
                  </a:cubicBezTo>
                  <a:lnTo>
                    <a:pt x="1414212" y="1256175"/>
                  </a:lnTo>
                  <a:cubicBezTo>
                    <a:pt x="1395001" y="1273354"/>
                    <a:pt x="1375127" y="1290147"/>
                    <a:pt x="1357242" y="1308359"/>
                  </a:cubicBezTo>
                  <a:cubicBezTo>
                    <a:pt x="1283178" y="1379532"/>
                    <a:pt x="1212163" y="1452513"/>
                    <a:pt x="1153072" y="1529498"/>
                  </a:cubicBezTo>
                  <a:cubicBezTo>
                    <a:pt x="1090933" y="1605578"/>
                    <a:pt x="1043501" y="1685794"/>
                    <a:pt x="1002694" y="1770658"/>
                  </a:cubicBezTo>
                  <a:lnTo>
                    <a:pt x="974076" y="1835371"/>
                  </a:lnTo>
                  <a:lnTo>
                    <a:pt x="949564" y="1903573"/>
                  </a:lnTo>
                  <a:cubicBezTo>
                    <a:pt x="940820" y="1925661"/>
                    <a:pt x="934593" y="1950719"/>
                    <a:pt x="927173" y="1974229"/>
                  </a:cubicBezTo>
                  <a:cubicBezTo>
                    <a:pt x="920019" y="1998254"/>
                    <a:pt x="912468" y="2021504"/>
                    <a:pt x="906107" y="2046952"/>
                  </a:cubicBezTo>
                  <a:cubicBezTo>
                    <a:pt x="853906" y="2245614"/>
                    <a:pt x="809918" y="2463136"/>
                    <a:pt x="751092" y="2676266"/>
                  </a:cubicBezTo>
                  <a:cubicBezTo>
                    <a:pt x="693458" y="2889912"/>
                    <a:pt x="624166" y="3100976"/>
                    <a:pt x="547189" y="3308422"/>
                  </a:cubicBezTo>
                  <a:cubicBezTo>
                    <a:pt x="479617" y="3487580"/>
                    <a:pt x="444109" y="3675523"/>
                    <a:pt x="441195" y="3866306"/>
                  </a:cubicBezTo>
                  <a:cubicBezTo>
                    <a:pt x="438014" y="4057089"/>
                    <a:pt x="469282" y="4250456"/>
                    <a:pt x="527182" y="4439174"/>
                  </a:cubicBezTo>
                  <a:cubicBezTo>
                    <a:pt x="584815" y="4628278"/>
                    <a:pt x="671067" y="4811828"/>
                    <a:pt x="775073" y="4987240"/>
                  </a:cubicBezTo>
                  <a:cubicBezTo>
                    <a:pt x="827009" y="5075075"/>
                    <a:pt x="884246" y="5160327"/>
                    <a:pt x="943206" y="5244933"/>
                  </a:cubicBezTo>
                  <a:cubicBezTo>
                    <a:pt x="1002296" y="5329411"/>
                    <a:pt x="1064964" y="5412337"/>
                    <a:pt x="1133728" y="5490356"/>
                  </a:cubicBezTo>
                  <a:cubicBezTo>
                    <a:pt x="1203949" y="5567728"/>
                    <a:pt x="1279337" y="5642259"/>
                    <a:pt x="1359626" y="5709815"/>
                  </a:cubicBezTo>
                  <a:cubicBezTo>
                    <a:pt x="1398711" y="5744949"/>
                    <a:pt x="1439916" y="5777241"/>
                    <a:pt x="1481254" y="5809146"/>
                  </a:cubicBezTo>
                  <a:cubicBezTo>
                    <a:pt x="1501922" y="5825163"/>
                    <a:pt x="1522325" y="5841309"/>
                    <a:pt x="1543260" y="5856940"/>
                  </a:cubicBezTo>
                  <a:cubicBezTo>
                    <a:pt x="1564591" y="5871923"/>
                    <a:pt x="1585921" y="5886777"/>
                    <a:pt x="1607518" y="5901374"/>
                  </a:cubicBezTo>
                  <a:cubicBezTo>
                    <a:pt x="1778565" y="6019693"/>
                    <a:pt x="1961271" y="6115924"/>
                    <a:pt x="2145566" y="6193814"/>
                  </a:cubicBezTo>
                  <a:lnTo>
                    <a:pt x="2214991" y="6221844"/>
                  </a:lnTo>
                  <a:lnTo>
                    <a:pt x="2249307" y="6236182"/>
                  </a:lnTo>
                  <a:cubicBezTo>
                    <a:pt x="2260702" y="6241089"/>
                    <a:pt x="2272625" y="6244577"/>
                    <a:pt x="2284285" y="6248711"/>
                  </a:cubicBezTo>
                  <a:lnTo>
                    <a:pt x="2354241" y="6273124"/>
                  </a:lnTo>
                  <a:cubicBezTo>
                    <a:pt x="2360070" y="6275190"/>
                    <a:pt x="2365899" y="6277128"/>
                    <a:pt x="2371597" y="6279324"/>
                  </a:cubicBezTo>
                  <a:cubicBezTo>
                    <a:pt x="2377161" y="6281778"/>
                    <a:pt x="2382329" y="6285007"/>
                    <a:pt x="2387894" y="6287719"/>
                  </a:cubicBezTo>
                  <a:cubicBezTo>
                    <a:pt x="2398757" y="6293274"/>
                    <a:pt x="2410153" y="6297666"/>
                    <a:pt x="2421414" y="6302186"/>
                  </a:cubicBezTo>
                  <a:lnTo>
                    <a:pt x="2489117" y="6329441"/>
                  </a:lnTo>
                  <a:lnTo>
                    <a:pt x="2522902" y="6343134"/>
                  </a:lnTo>
                  <a:cubicBezTo>
                    <a:pt x="2534165" y="6347654"/>
                    <a:pt x="2545294" y="6352563"/>
                    <a:pt x="2556953" y="6356051"/>
                  </a:cubicBezTo>
                  <a:lnTo>
                    <a:pt x="2695009" y="6401905"/>
                  </a:lnTo>
                  <a:cubicBezTo>
                    <a:pt x="2880895" y="6457190"/>
                    <a:pt x="3073141" y="6489095"/>
                    <a:pt x="3268035" y="6501238"/>
                  </a:cubicBezTo>
                  <a:cubicBezTo>
                    <a:pt x="3292413" y="6502659"/>
                    <a:pt x="3316527" y="6505629"/>
                    <a:pt x="3341038" y="6506145"/>
                  </a:cubicBezTo>
                  <a:lnTo>
                    <a:pt x="3414703" y="6507050"/>
                  </a:lnTo>
                  <a:lnTo>
                    <a:pt x="3488237" y="6508212"/>
                  </a:lnTo>
                  <a:cubicBezTo>
                    <a:pt x="3500690" y="6508729"/>
                    <a:pt x="3512483" y="6508471"/>
                    <a:pt x="3524142" y="6507955"/>
                  </a:cubicBezTo>
                  <a:lnTo>
                    <a:pt x="3559252" y="6506921"/>
                  </a:lnTo>
                  <a:cubicBezTo>
                    <a:pt x="3582835" y="6506792"/>
                    <a:pt x="3605889" y="6504467"/>
                    <a:pt x="3629207" y="6503045"/>
                  </a:cubicBezTo>
                  <a:cubicBezTo>
                    <a:pt x="3652526" y="6502012"/>
                    <a:pt x="3675579" y="6499171"/>
                    <a:pt x="3698633" y="6496845"/>
                  </a:cubicBezTo>
                  <a:cubicBezTo>
                    <a:pt x="3710160" y="6495683"/>
                    <a:pt x="3721819" y="6494907"/>
                    <a:pt x="3733213" y="6493357"/>
                  </a:cubicBezTo>
                  <a:lnTo>
                    <a:pt x="3767529" y="6488707"/>
                  </a:lnTo>
                  <a:lnTo>
                    <a:pt x="3801845" y="6484057"/>
                  </a:lnTo>
                  <a:lnTo>
                    <a:pt x="3835895" y="6478116"/>
                  </a:lnTo>
                  <a:cubicBezTo>
                    <a:pt x="4017673" y="6446727"/>
                    <a:pt x="4194152" y="6390281"/>
                    <a:pt x="4364801" y="6308517"/>
                  </a:cubicBezTo>
                  <a:cubicBezTo>
                    <a:pt x="4535583" y="6227139"/>
                    <a:pt x="4700138" y="6120962"/>
                    <a:pt x="4861379" y="6000576"/>
                  </a:cubicBezTo>
                  <a:cubicBezTo>
                    <a:pt x="5022621" y="5879931"/>
                    <a:pt x="5180684" y="5745337"/>
                    <a:pt x="5341263" y="5605834"/>
                  </a:cubicBezTo>
                  <a:lnTo>
                    <a:pt x="5587301" y="5390379"/>
                  </a:lnTo>
                  <a:cubicBezTo>
                    <a:pt x="5674216" y="5315718"/>
                    <a:pt x="5761527" y="5244416"/>
                    <a:pt x="5849105" y="5176344"/>
                  </a:cubicBezTo>
                  <a:lnTo>
                    <a:pt x="5890489" y="5145260"/>
                  </a:lnTo>
                  <a:lnTo>
                    <a:pt x="5890489" y="5995323"/>
                  </a:lnTo>
                  <a:lnTo>
                    <a:pt x="5811477" y="6077819"/>
                  </a:lnTo>
                  <a:cubicBezTo>
                    <a:pt x="5654739" y="6238377"/>
                    <a:pt x="5487138" y="6396093"/>
                    <a:pt x="5301384" y="6542958"/>
                  </a:cubicBezTo>
                  <a:lnTo>
                    <a:pt x="5252008" y="6578438"/>
                  </a:lnTo>
                  <a:lnTo>
                    <a:pt x="1653730" y="6578438"/>
                  </a:lnTo>
                  <a:lnTo>
                    <a:pt x="1549768" y="6488821"/>
                  </a:lnTo>
                  <a:cubicBezTo>
                    <a:pt x="1461976" y="6409495"/>
                    <a:pt x="1378573" y="6327182"/>
                    <a:pt x="1298282" y="6243932"/>
                  </a:cubicBezTo>
                  <a:cubicBezTo>
                    <a:pt x="1278277" y="6223006"/>
                    <a:pt x="1258138" y="6202210"/>
                    <a:pt x="1237999" y="6181671"/>
                  </a:cubicBezTo>
                  <a:lnTo>
                    <a:pt x="1179967" y="6117862"/>
                  </a:lnTo>
                  <a:lnTo>
                    <a:pt x="1121936" y="6054569"/>
                  </a:lnTo>
                  <a:cubicBezTo>
                    <a:pt x="1102328" y="6033644"/>
                    <a:pt x="1084573" y="6011427"/>
                    <a:pt x="1065628" y="5990243"/>
                  </a:cubicBezTo>
                  <a:cubicBezTo>
                    <a:pt x="1028662" y="5947099"/>
                    <a:pt x="990239" y="5904991"/>
                    <a:pt x="954335" y="5861460"/>
                  </a:cubicBezTo>
                  <a:cubicBezTo>
                    <a:pt x="936050" y="5840018"/>
                    <a:pt x="917634" y="5818446"/>
                    <a:pt x="898953" y="5797393"/>
                  </a:cubicBezTo>
                  <a:cubicBezTo>
                    <a:pt x="880404" y="5776208"/>
                    <a:pt x="861325" y="5755412"/>
                    <a:pt x="842908" y="5733582"/>
                  </a:cubicBezTo>
                  <a:cubicBezTo>
                    <a:pt x="767919" y="5647942"/>
                    <a:pt x="693061" y="5561786"/>
                    <a:pt x="622442" y="5471884"/>
                  </a:cubicBezTo>
                  <a:cubicBezTo>
                    <a:pt x="551559" y="5382112"/>
                    <a:pt x="486639" y="5287430"/>
                    <a:pt x="425559" y="5190036"/>
                  </a:cubicBezTo>
                  <a:cubicBezTo>
                    <a:pt x="303668" y="4994990"/>
                    <a:pt x="200193" y="4786123"/>
                    <a:pt x="123877" y="4564210"/>
                  </a:cubicBezTo>
                  <a:cubicBezTo>
                    <a:pt x="47694" y="4342555"/>
                    <a:pt x="2249" y="4106045"/>
                    <a:pt x="130" y="3865530"/>
                  </a:cubicBezTo>
                  <a:cubicBezTo>
                    <a:pt x="-1328" y="3745403"/>
                    <a:pt x="9537" y="3624629"/>
                    <a:pt x="30602" y="3505793"/>
                  </a:cubicBezTo>
                  <a:cubicBezTo>
                    <a:pt x="51802" y="3386828"/>
                    <a:pt x="84659" y="3270059"/>
                    <a:pt x="126924" y="3157164"/>
                  </a:cubicBezTo>
                  <a:cubicBezTo>
                    <a:pt x="200457" y="2959276"/>
                    <a:pt x="271737" y="2761388"/>
                    <a:pt x="334803" y="2560530"/>
                  </a:cubicBezTo>
                  <a:lnTo>
                    <a:pt x="381176" y="2409144"/>
                  </a:lnTo>
                  <a:lnTo>
                    <a:pt x="425825" y="2255819"/>
                  </a:lnTo>
                  <a:lnTo>
                    <a:pt x="470210" y="2099523"/>
                  </a:lnTo>
                  <a:lnTo>
                    <a:pt x="492998" y="2020213"/>
                  </a:lnTo>
                  <a:lnTo>
                    <a:pt x="517509" y="1939224"/>
                  </a:lnTo>
                  <a:cubicBezTo>
                    <a:pt x="525061" y="1912485"/>
                    <a:pt x="534866" y="1884586"/>
                    <a:pt x="544007" y="1857201"/>
                  </a:cubicBezTo>
                  <a:cubicBezTo>
                    <a:pt x="553680" y="1829559"/>
                    <a:pt x="561496" y="1802304"/>
                    <a:pt x="573288" y="1774274"/>
                  </a:cubicBezTo>
                  <a:lnTo>
                    <a:pt x="606146" y="1690832"/>
                  </a:lnTo>
                  <a:cubicBezTo>
                    <a:pt x="618467" y="1663060"/>
                    <a:pt x="631716" y="1635417"/>
                    <a:pt x="644569" y="1607775"/>
                  </a:cubicBezTo>
                  <a:cubicBezTo>
                    <a:pt x="698625" y="1498368"/>
                    <a:pt x="763413" y="1391287"/>
                    <a:pt x="837874" y="1297638"/>
                  </a:cubicBezTo>
                  <a:cubicBezTo>
                    <a:pt x="910348" y="1201278"/>
                    <a:pt x="990107" y="1115897"/>
                    <a:pt x="1069602" y="1032194"/>
                  </a:cubicBezTo>
                  <a:cubicBezTo>
                    <a:pt x="1089079" y="1010624"/>
                    <a:pt x="1110012" y="990990"/>
                    <a:pt x="1130548" y="970839"/>
                  </a:cubicBezTo>
                  <a:lnTo>
                    <a:pt x="1192024" y="910129"/>
                  </a:lnTo>
                  <a:cubicBezTo>
                    <a:pt x="1212031" y="889462"/>
                    <a:pt x="1234024" y="870475"/>
                    <a:pt x="1255356" y="850841"/>
                  </a:cubicBezTo>
                  <a:lnTo>
                    <a:pt x="1319614" y="792068"/>
                  </a:lnTo>
                  <a:cubicBezTo>
                    <a:pt x="1340680" y="772176"/>
                    <a:pt x="1363469" y="753834"/>
                    <a:pt x="1385728" y="734975"/>
                  </a:cubicBezTo>
                  <a:lnTo>
                    <a:pt x="1452768" y="678528"/>
                  </a:lnTo>
                  <a:lnTo>
                    <a:pt x="1469594" y="664449"/>
                  </a:lnTo>
                  <a:lnTo>
                    <a:pt x="1487083" y="651015"/>
                  </a:lnTo>
                  <a:lnTo>
                    <a:pt x="1522193" y="624277"/>
                  </a:lnTo>
                  <a:lnTo>
                    <a:pt x="1592415" y="570671"/>
                  </a:lnTo>
                  <a:cubicBezTo>
                    <a:pt x="1640110" y="535925"/>
                    <a:pt x="1689531" y="503245"/>
                    <a:pt x="1738287" y="469402"/>
                  </a:cubicBezTo>
                  <a:cubicBezTo>
                    <a:pt x="1788634" y="438015"/>
                    <a:pt x="1839643" y="407013"/>
                    <a:pt x="1890918" y="376530"/>
                  </a:cubicBezTo>
                  <a:cubicBezTo>
                    <a:pt x="2098400" y="258209"/>
                    <a:pt x="2323503" y="166241"/>
                    <a:pt x="2555363" y="105274"/>
                  </a:cubicBezTo>
                  <a:cubicBezTo>
                    <a:pt x="2787223" y="44047"/>
                    <a:pt x="3024516" y="12013"/>
                    <a:pt x="3259291" y="3229"/>
                  </a:cubicBezTo>
                  <a:lnTo>
                    <a:pt x="3347265" y="903"/>
                  </a:ln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CA5348F-9FF6-485F-898D-1BED7EC7270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95999" y="52997"/>
              <a:ext cx="6093363" cy="6805004"/>
            </a:xfrm>
            <a:custGeom>
              <a:avLst/>
              <a:gdLst>
                <a:gd name="connsiteX0" fmla="*/ 3517682 w 5890491"/>
                <a:gd name="connsiteY0" fmla="*/ 0 h 6578439"/>
                <a:gd name="connsiteX1" fmla="*/ 5849513 w 5890491"/>
                <a:gd name="connsiteY1" fmla="*/ 841730 h 6578439"/>
                <a:gd name="connsiteX2" fmla="*/ 5890491 w 5890491"/>
                <a:gd name="connsiteY2" fmla="*/ 879061 h 6578439"/>
                <a:gd name="connsiteX3" fmla="*/ 5890491 w 5890491"/>
                <a:gd name="connsiteY3" fmla="*/ 2034114 h 6578439"/>
                <a:gd name="connsiteX4" fmla="*/ 5757065 w 5890491"/>
                <a:gd name="connsiteY4" fmla="*/ 1854938 h 6578439"/>
                <a:gd name="connsiteX5" fmla="*/ 5564060 w 5890491"/>
                <a:gd name="connsiteY5" fmla="*/ 1642182 h 6578439"/>
                <a:gd name="connsiteX6" fmla="*/ 3517551 w 5890491"/>
                <a:gd name="connsiteY6" fmla="*/ 790012 h 6578439"/>
                <a:gd name="connsiteX7" fmla="*/ 1611552 w 5890491"/>
                <a:gd name="connsiteY7" fmla="*/ 1543282 h 6578439"/>
                <a:gd name="connsiteX8" fmla="*/ 1340656 w 5890491"/>
                <a:gd name="connsiteY8" fmla="*/ 1897925 h 6578439"/>
                <a:gd name="connsiteX9" fmla="*/ 1201705 w 5890491"/>
                <a:gd name="connsiteY9" fmla="*/ 2361213 h 6578439"/>
                <a:gd name="connsiteX10" fmla="*/ 852705 w 5890491"/>
                <a:gd name="connsiteY10" fmla="*/ 3529176 h 6578439"/>
                <a:gd name="connsiteX11" fmla="*/ 863863 w 5890491"/>
                <a:gd name="connsiteY11" fmla="*/ 4437051 h 6578439"/>
                <a:gd name="connsiteX12" fmla="*/ 1413569 w 5890491"/>
                <a:gd name="connsiteY12" fmla="*/ 5357174 h 6578439"/>
                <a:gd name="connsiteX13" fmla="*/ 2339129 w 5890491"/>
                <a:gd name="connsiteY13" fmla="*/ 6143367 h 6578439"/>
                <a:gd name="connsiteX14" fmla="*/ 3439449 w 5890491"/>
                <a:gd name="connsiteY14" fmla="*/ 6420049 h 6578439"/>
                <a:gd name="connsiteX15" fmla="*/ 5251388 w 5890491"/>
                <a:gd name="connsiteY15" fmla="*/ 5349009 h 6578439"/>
                <a:gd name="connsiteX16" fmla="*/ 5657731 w 5890491"/>
                <a:gd name="connsiteY16" fmla="*/ 4959205 h 6578439"/>
                <a:gd name="connsiteX17" fmla="*/ 5836127 w 5890491"/>
                <a:gd name="connsiteY17" fmla="*/ 4792052 h 6578439"/>
                <a:gd name="connsiteX18" fmla="*/ 5890491 w 5890491"/>
                <a:gd name="connsiteY18" fmla="*/ 4738662 h 6578439"/>
                <a:gd name="connsiteX19" fmla="*/ 5890491 w 5890491"/>
                <a:gd name="connsiteY19" fmla="*/ 5821964 h 6578439"/>
                <a:gd name="connsiteX20" fmla="*/ 5802001 w 5890491"/>
                <a:gd name="connsiteY20" fmla="*/ 5907904 h 6578439"/>
                <a:gd name="connsiteX21" fmla="*/ 5294358 w 5890491"/>
                <a:gd name="connsiteY21" fmla="*/ 6397505 h 6578439"/>
                <a:gd name="connsiteX22" fmla="*/ 5077178 w 5890491"/>
                <a:gd name="connsiteY22" fmla="*/ 6578439 h 6578439"/>
                <a:gd name="connsiteX23" fmla="*/ 1567290 w 5890491"/>
                <a:gd name="connsiteY23" fmla="*/ 6578439 h 6578439"/>
                <a:gd name="connsiteX24" fmla="*/ 1508588 w 5890491"/>
                <a:gd name="connsiteY24" fmla="*/ 6535186 h 6578439"/>
                <a:gd name="connsiteX25" fmla="*/ 826498 w 5890491"/>
                <a:gd name="connsiteY25" fmla="*/ 5876034 h 6578439"/>
                <a:gd name="connsiteX26" fmla="*/ 122403 w 5890491"/>
                <a:gd name="connsiteY26" fmla="*/ 3255655 h 6578439"/>
                <a:gd name="connsiteX27" fmla="*/ 1061197 w 5890491"/>
                <a:gd name="connsiteY27" fmla="*/ 984650 h 6578439"/>
                <a:gd name="connsiteX28" fmla="*/ 3517682 w 5890491"/>
                <a:gd name="connsiteY28" fmla="*/ 0 h 657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90491" h="6578439">
                  <a:moveTo>
                    <a:pt x="3517682" y="0"/>
                  </a:moveTo>
                  <a:cubicBezTo>
                    <a:pt x="4402017" y="0"/>
                    <a:pt x="5213742" y="315483"/>
                    <a:pt x="5849513" y="841730"/>
                  </a:cubicBezTo>
                  <a:lnTo>
                    <a:pt x="5890491" y="879061"/>
                  </a:lnTo>
                  <a:lnTo>
                    <a:pt x="5890491" y="2034114"/>
                  </a:lnTo>
                  <a:lnTo>
                    <a:pt x="5757065" y="1854938"/>
                  </a:lnTo>
                  <a:cubicBezTo>
                    <a:pt x="5696443" y="1781264"/>
                    <a:pt x="5632076" y="1710299"/>
                    <a:pt x="5564060" y="1642182"/>
                  </a:cubicBezTo>
                  <a:cubicBezTo>
                    <a:pt x="5015393" y="1092636"/>
                    <a:pt x="4288592" y="790012"/>
                    <a:pt x="3517551" y="790012"/>
                  </a:cubicBezTo>
                  <a:cubicBezTo>
                    <a:pt x="2701750" y="790012"/>
                    <a:pt x="2131676" y="1015335"/>
                    <a:pt x="1611552" y="1543282"/>
                  </a:cubicBezTo>
                  <a:cubicBezTo>
                    <a:pt x="1435754" y="1721722"/>
                    <a:pt x="1375945" y="1822729"/>
                    <a:pt x="1340656" y="1897925"/>
                  </a:cubicBezTo>
                  <a:cubicBezTo>
                    <a:pt x="1289148" y="2007623"/>
                    <a:pt x="1252432" y="2155907"/>
                    <a:pt x="1201705" y="2361213"/>
                  </a:cubicBezTo>
                  <a:cubicBezTo>
                    <a:pt x="1133721" y="2635919"/>
                    <a:pt x="1040568" y="3012290"/>
                    <a:pt x="852705" y="3529176"/>
                  </a:cubicBezTo>
                  <a:cubicBezTo>
                    <a:pt x="749952" y="3811784"/>
                    <a:pt x="753584" y="4108747"/>
                    <a:pt x="863863" y="4437051"/>
                  </a:cubicBezTo>
                  <a:cubicBezTo>
                    <a:pt x="964800" y="4737438"/>
                    <a:pt x="1154869" y="5055603"/>
                    <a:pt x="1413569" y="5357174"/>
                  </a:cubicBezTo>
                  <a:cubicBezTo>
                    <a:pt x="1718326" y="5712343"/>
                    <a:pt x="2021008" y="5969404"/>
                    <a:pt x="2339129" y="6143367"/>
                  </a:cubicBezTo>
                  <a:cubicBezTo>
                    <a:pt x="2679565" y="6329577"/>
                    <a:pt x="3039591" y="6420049"/>
                    <a:pt x="3439449" y="6420049"/>
                  </a:cubicBezTo>
                  <a:cubicBezTo>
                    <a:pt x="4142246" y="6420049"/>
                    <a:pt x="4633828" y="5976251"/>
                    <a:pt x="5251388" y="5349009"/>
                  </a:cubicBezTo>
                  <a:cubicBezTo>
                    <a:pt x="5389949" y="5208364"/>
                    <a:pt x="5526047" y="5081677"/>
                    <a:pt x="5657731" y="4959205"/>
                  </a:cubicBezTo>
                  <a:cubicBezTo>
                    <a:pt x="5719520" y="4901722"/>
                    <a:pt x="5779200" y="4846206"/>
                    <a:pt x="5836127" y="4792052"/>
                  </a:cubicBezTo>
                  <a:lnTo>
                    <a:pt x="5890491" y="4738662"/>
                  </a:lnTo>
                  <a:lnTo>
                    <a:pt x="5890491" y="5821964"/>
                  </a:lnTo>
                  <a:lnTo>
                    <a:pt x="5802001" y="5907904"/>
                  </a:lnTo>
                  <a:cubicBezTo>
                    <a:pt x="5634962" y="6077456"/>
                    <a:pt x="5467509" y="6243625"/>
                    <a:pt x="5294358" y="6397505"/>
                  </a:cubicBezTo>
                  <a:lnTo>
                    <a:pt x="5077178" y="6578439"/>
                  </a:lnTo>
                  <a:lnTo>
                    <a:pt x="1567290" y="6578439"/>
                  </a:lnTo>
                  <a:lnTo>
                    <a:pt x="1508588" y="6535186"/>
                  </a:lnTo>
                  <a:cubicBezTo>
                    <a:pt x="1263991" y="6345442"/>
                    <a:pt x="1038054" y="6122666"/>
                    <a:pt x="826498" y="5876034"/>
                  </a:cubicBezTo>
                  <a:cubicBezTo>
                    <a:pt x="261613" y="5217713"/>
                    <a:pt x="-239182" y="4250314"/>
                    <a:pt x="122403" y="3255655"/>
                  </a:cubicBezTo>
                  <a:cubicBezTo>
                    <a:pt x="607497" y="1921629"/>
                    <a:pt x="393040" y="1662857"/>
                    <a:pt x="1061197" y="984650"/>
                  </a:cubicBezTo>
                  <a:cubicBezTo>
                    <a:pt x="1729484" y="306444"/>
                    <a:pt x="2498060" y="0"/>
                    <a:pt x="3517682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3B89F41-1D91-447A-88C5-8A917809FEE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96000" y="52997"/>
              <a:ext cx="6093362" cy="6805004"/>
            </a:xfrm>
            <a:custGeom>
              <a:avLst/>
              <a:gdLst>
                <a:gd name="connsiteX0" fmla="*/ 5890490 w 5890490"/>
                <a:gd name="connsiteY0" fmla="*/ 5389037 h 6578439"/>
                <a:gd name="connsiteX1" fmla="*/ 5890490 w 5890490"/>
                <a:gd name="connsiteY1" fmla="*/ 5855587 h 6578439"/>
                <a:gd name="connsiteX2" fmla="*/ 5784593 w 5890490"/>
                <a:gd name="connsiteY2" fmla="*/ 5962054 h 6578439"/>
                <a:gd name="connsiteX3" fmla="*/ 5663414 w 5890490"/>
                <a:gd name="connsiteY3" fmla="*/ 6082564 h 6578439"/>
                <a:gd name="connsiteX4" fmla="*/ 5147099 w 5890490"/>
                <a:gd name="connsiteY4" fmla="*/ 6547726 h 6578439"/>
                <a:gd name="connsiteX5" fmla="*/ 5105015 w 5890490"/>
                <a:gd name="connsiteY5" fmla="*/ 6578439 h 6578439"/>
                <a:gd name="connsiteX6" fmla="*/ 4385601 w 5890490"/>
                <a:gd name="connsiteY6" fmla="*/ 6578439 h 6578439"/>
                <a:gd name="connsiteX7" fmla="*/ 4507252 w 5890490"/>
                <a:gd name="connsiteY7" fmla="*/ 6515968 h 6578439"/>
                <a:gd name="connsiteX8" fmla="*/ 4909330 w 5890490"/>
                <a:gd name="connsiteY8" fmla="*/ 6253453 h 6578439"/>
                <a:gd name="connsiteX9" fmla="*/ 5411374 w 5890490"/>
                <a:gd name="connsiteY9" fmla="*/ 5828544 h 6578439"/>
                <a:gd name="connsiteX10" fmla="*/ 5533570 w 5890490"/>
                <a:gd name="connsiteY10" fmla="*/ 5714534 h 6578439"/>
                <a:gd name="connsiteX11" fmla="*/ 5657425 w 5890490"/>
                <a:gd name="connsiteY11" fmla="*/ 5597650 h 6578439"/>
                <a:gd name="connsiteX12" fmla="*/ 3336813 w 5890490"/>
                <a:gd name="connsiteY12" fmla="*/ 499 h 6578439"/>
                <a:gd name="connsiteX13" fmla="*/ 3513674 w 5890490"/>
                <a:gd name="connsiteY13" fmla="*/ 1202 h 6578439"/>
                <a:gd name="connsiteX14" fmla="*/ 3602743 w 5890490"/>
                <a:gd name="connsiteY14" fmla="*/ 4827 h 6578439"/>
                <a:gd name="connsiteX15" fmla="*/ 3647213 w 5890490"/>
                <a:gd name="connsiteY15" fmla="*/ 6703 h 6578439"/>
                <a:gd name="connsiteX16" fmla="*/ 3691684 w 5890490"/>
                <a:gd name="connsiteY16" fmla="*/ 9453 h 6578439"/>
                <a:gd name="connsiteX17" fmla="*/ 3868927 w 5890490"/>
                <a:gd name="connsiteY17" fmla="*/ 27080 h 6578439"/>
                <a:gd name="connsiteX18" fmla="*/ 5200872 w 5890490"/>
                <a:gd name="connsiteY18" fmla="*/ 472240 h 6578439"/>
                <a:gd name="connsiteX19" fmla="*/ 5772711 w 5890490"/>
                <a:gd name="connsiteY19" fmla="*/ 866334 h 6578439"/>
                <a:gd name="connsiteX20" fmla="*/ 5890490 w 5890490"/>
                <a:gd name="connsiteY20" fmla="*/ 972426 h 6578439"/>
                <a:gd name="connsiteX21" fmla="*/ 5890490 w 5890490"/>
                <a:gd name="connsiteY21" fmla="*/ 1158576 h 6578439"/>
                <a:gd name="connsiteX22" fmla="*/ 5676045 w 5890490"/>
                <a:gd name="connsiteY22" fmla="*/ 986969 h 6578439"/>
                <a:gd name="connsiteX23" fmla="*/ 5103776 w 5890490"/>
                <a:gd name="connsiteY23" fmla="*/ 655879 h 6578439"/>
                <a:gd name="connsiteX24" fmla="*/ 4482465 w 5890490"/>
                <a:gd name="connsiteY24" fmla="*/ 440363 h 6578439"/>
                <a:gd name="connsiteX25" fmla="*/ 4402444 w 5890490"/>
                <a:gd name="connsiteY25" fmla="*/ 422111 h 6578439"/>
                <a:gd name="connsiteX26" fmla="*/ 4322423 w 5890490"/>
                <a:gd name="connsiteY26" fmla="*/ 404610 h 6578439"/>
                <a:gd name="connsiteX27" fmla="*/ 4241892 w 5890490"/>
                <a:gd name="connsiteY27" fmla="*/ 389858 h 6578439"/>
                <a:gd name="connsiteX28" fmla="*/ 4201627 w 5890490"/>
                <a:gd name="connsiteY28" fmla="*/ 382483 h 6578439"/>
                <a:gd name="connsiteX29" fmla="*/ 4161234 w 5890490"/>
                <a:gd name="connsiteY29" fmla="*/ 375857 h 6578439"/>
                <a:gd name="connsiteX30" fmla="*/ 3999280 w 5890490"/>
                <a:gd name="connsiteY30" fmla="*/ 353606 h 6578439"/>
                <a:gd name="connsiteX31" fmla="*/ 3836817 w 5890490"/>
                <a:gd name="connsiteY31" fmla="*/ 338480 h 6578439"/>
                <a:gd name="connsiteX32" fmla="*/ 3673972 w 5890490"/>
                <a:gd name="connsiteY32" fmla="*/ 330604 h 6578439"/>
                <a:gd name="connsiteX33" fmla="*/ 3511126 w 5890490"/>
                <a:gd name="connsiteY33" fmla="*/ 328978 h 6578439"/>
                <a:gd name="connsiteX34" fmla="*/ 3183142 w 5890490"/>
                <a:gd name="connsiteY34" fmla="*/ 342854 h 6578439"/>
                <a:gd name="connsiteX35" fmla="*/ 2541444 w 5890490"/>
                <a:gd name="connsiteY35" fmla="*/ 439988 h 6578439"/>
                <a:gd name="connsiteX36" fmla="*/ 1933895 w 5890490"/>
                <a:gd name="connsiteY36" fmla="*/ 650505 h 6578439"/>
                <a:gd name="connsiteX37" fmla="*/ 1378079 w 5890490"/>
                <a:gd name="connsiteY37" fmla="*/ 983905 h 6578439"/>
                <a:gd name="connsiteX38" fmla="*/ 1312967 w 5890490"/>
                <a:gd name="connsiteY38" fmla="*/ 1033660 h 6578439"/>
                <a:gd name="connsiteX39" fmla="*/ 1248364 w 5890490"/>
                <a:gd name="connsiteY39" fmla="*/ 1084413 h 6578439"/>
                <a:gd name="connsiteX40" fmla="*/ 1185163 w 5890490"/>
                <a:gd name="connsiteY40" fmla="*/ 1137168 h 6578439"/>
                <a:gd name="connsiteX41" fmla="*/ 1122852 w 5890490"/>
                <a:gd name="connsiteY41" fmla="*/ 1190922 h 6578439"/>
                <a:gd name="connsiteX42" fmla="*/ 892092 w 5890490"/>
                <a:gd name="connsiteY42" fmla="*/ 1421440 h 6578439"/>
                <a:gd name="connsiteX43" fmla="*/ 707202 w 5890490"/>
                <a:gd name="connsiteY43" fmla="*/ 1684212 h 6578439"/>
                <a:gd name="connsiteX44" fmla="*/ 670121 w 5890490"/>
                <a:gd name="connsiteY44" fmla="*/ 1756093 h 6578439"/>
                <a:gd name="connsiteX45" fmla="*/ 637630 w 5890490"/>
                <a:gd name="connsiteY45" fmla="*/ 1830724 h 6578439"/>
                <a:gd name="connsiteX46" fmla="*/ 607685 w 5890490"/>
                <a:gd name="connsiteY46" fmla="*/ 1907105 h 6578439"/>
                <a:gd name="connsiteX47" fmla="*/ 580034 w 5890490"/>
                <a:gd name="connsiteY47" fmla="*/ 1984986 h 6578439"/>
                <a:gd name="connsiteX48" fmla="*/ 481919 w 5890490"/>
                <a:gd name="connsiteY48" fmla="*/ 2304386 h 6578439"/>
                <a:gd name="connsiteX49" fmla="*/ 433881 w 5890490"/>
                <a:gd name="connsiteY49" fmla="*/ 2465399 h 6578439"/>
                <a:gd name="connsiteX50" fmla="*/ 384442 w 5890490"/>
                <a:gd name="connsiteY50" fmla="*/ 2626163 h 6578439"/>
                <a:gd name="connsiteX51" fmla="*/ 166039 w 5890490"/>
                <a:gd name="connsiteY51" fmla="*/ 3261338 h 6578439"/>
                <a:gd name="connsiteX52" fmla="*/ 56202 w 5890490"/>
                <a:gd name="connsiteY52" fmla="*/ 3910265 h 6578439"/>
                <a:gd name="connsiteX53" fmla="*/ 93664 w 5890490"/>
                <a:gd name="connsiteY53" fmla="*/ 4237292 h 6578439"/>
                <a:gd name="connsiteX54" fmla="*/ 111758 w 5890490"/>
                <a:gd name="connsiteY54" fmla="*/ 4317548 h 6578439"/>
                <a:gd name="connsiteX55" fmla="*/ 133038 w 5890490"/>
                <a:gd name="connsiteY55" fmla="*/ 4397054 h 6578439"/>
                <a:gd name="connsiteX56" fmla="*/ 157757 w 5890490"/>
                <a:gd name="connsiteY56" fmla="*/ 4475560 h 6578439"/>
                <a:gd name="connsiteX57" fmla="*/ 185153 w 5890490"/>
                <a:gd name="connsiteY57" fmla="*/ 4553066 h 6578439"/>
                <a:gd name="connsiteX58" fmla="*/ 493642 w 5890490"/>
                <a:gd name="connsiteY58" fmla="*/ 5132239 h 6578439"/>
                <a:gd name="connsiteX59" fmla="*/ 914391 w 5890490"/>
                <a:gd name="connsiteY59" fmla="*/ 5636528 h 6578439"/>
                <a:gd name="connsiteX60" fmla="*/ 1402034 w 5890490"/>
                <a:gd name="connsiteY60" fmla="*/ 6076188 h 6578439"/>
                <a:gd name="connsiteX61" fmla="*/ 1664397 w 5890490"/>
                <a:gd name="connsiteY61" fmla="*/ 6267079 h 6578439"/>
                <a:gd name="connsiteX62" fmla="*/ 1938992 w 5890490"/>
                <a:gd name="connsiteY62" fmla="*/ 6434343 h 6578439"/>
                <a:gd name="connsiteX63" fmla="*/ 2225931 w 5890490"/>
                <a:gd name="connsiteY63" fmla="*/ 6574322 h 6578439"/>
                <a:gd name="connsiteX64" fmla="*/ 2236328 w 5890490"/>
                <a:gd name="connsiteY64" fmla="*/ 6578439 h 6578439"/>
                <a:gd name="connsiteX65" fmla="*/ 1504665 w 5890490"/>
                <a:gd name="connsiteY65" fmla="*/ 6578439 h 6578439"/>
                <a:gd name="connsiteX66" fmla="*/ 1456827 w 5890490"/>
                <a:gd name="connsiteY66" fmla="*/ 6543476 h 6578439"/>
                <a:gd name="connsiteX67" fmla="*/ 1188475 w 5890490"/>
                <a:gd name="connsiteY67" fmla="*/ 6314083 h 6578439"/>
                <a:gd name="connsiteX68" fmla="*/ 721728 w 5890490"/>
                <a:gd name="connsiteY68" fmla="*/ 5798666 h 6578439"/>
                <a:gd name="connsiteX69" fmla="*/ 344175 w 5890490"/>
                <a:gd name="connsiteY69" fmla="*/ 5219495 h 6578439"/>
                <a:gd name="connsiteX70" fmla="*/ 87293 w 5890490"/>
                <a:gd name="connsiteY70" fmla="*/ 4583569 h 6578439"/>
                <a:gd name="connsiteX71" fmla="*/ 65886 w 5890490"/>
                <a:gd name="connsiteY71" fmla="*/ 4500813 h 6578439"/>
                <a:gd name="connsiteX72" fmla="*/ 47409 w 5890490"/>
                <a:gd name="connsiteY72" fmla="*/ 4417431 h 6578439"/>
                <a:gd name="connsiteX73" fmla="*/ 39000 w 5890490"/>
                <a:gd name="connsiteY73" fmla="*/ 4375677 h 6578439"/>
                <a:gd name="connsiteX74" fmla="*/ 31610 w 5890490"/>
                <a:gd name="connsiteY74" fmla="*/ 4333674 h 6578439"/>
                <a:gd name="connsiteX75" fmla="*/ 18868 w 5890490"/>
                <a:gd name="connsiteY75" fmla="*/ 4249417 h 6578439"/>
                <a:gd name="connsiteX76" fmla="*/ 646 w 5890490"/>
                <a:gd name="connsiteY76" fmla="*/ 3910265 h 6578439"/>
                <a:gd name="connsiteX77" fmla="*/ 130234 w 5890490"/>
                <a:gd name="connsiteY77" fmla="*/ 3248337 h 6578439"/>
                <a:gd name="connsiteX78" fmla="*/ 335383 w 5890490"/>
                <a:gd name="connsiteY78" fmla="*/ 2611911 h 6578439"/>
                <a:gd name="connsiteX79" fmla="*/ 487272 w 5890490"/>
                <a:gd name="connsiteY79" fmla="*/ 1958609 h 6578439"/>
                <a:gd name="connsiteX80" fmla="*/ 508550 w 5890490"/>
                <a:gd name="connsiteY80" fmla="*/ 1876227 h 6578439"/>
                <a:gd name="connsiteX81" fmla="*/ 531742 w 5890490"/>
                <a:gd name="connsiteY81" fmla="*/ 1793721 h 6578439"/>
                <a:gd name="connsiteX82" fmla="*/ 558245 w 5890490"/>
                <a:gd name="connsiteY82" fmla="*/ 1711465 h 6578439"/>
                <a:gd name="connsiteX83" fmla="*/ 590100 w 5890490"/>
                <a:gd name="connsiteY83" fmla="*/ 1630332 h 6578439"/>
                <a:gd name="connsiteX84" fmla="*/ 758680 w 5890490"/>
                <a:gd name="connsiteY84" fmla="*/ 1322433 h 6578439"/>
                <a:gd name="connsiteX85" fmla="*/ 976317 w 5890490"/>
                <a:gd name="connsiteY85" fmla="*/ 1049286 h 6578439"/>
                <a:gd name="connsiteX86" fmla="*/ 1035314 w 5890490"/>
                <a:gd name="connsiteY86" fmla="*/ 985406 h 6578439"/>
                <a:gd name="connsiteX87" fmla="*/ 1095329 w 5890490"/>
                <a:gd name="connsiteY87" fmla="*/ 922526 h 6578439"/>
                <a:gd name="connsiteX88" fmla="*/ 1157384 w 5890490"/>
                <a:gd name="connsiteY88" fmla="*/ 861271 h 6578439"/>
                <a:gd name="connsiteX89" fmla="*/ 1220841 w 5890490"/>
                <a:gd name="connsiteY89" fmla="*/ 801017 h 6578439"/>
                <a:gd name="connsiteX90" fmla="*/ 1286462 w 5890490"/>
                <a:gd name="connsiteY90" fmla="*/ 742886 h 6578439"/>
                <a:gd name="connsiteX91" fmla="*/ 1353233 w 5890490"/>
                <a:gd name="connsiteY91" fmla="*/ 685632 h 6578439"/>
                <a:gd name="connsiteX92" fmla="*/ 1369924 w 5890490"/>
                <a:gd name="connsiteY92" fmla="*/ 671256 h 6578439"/>
                <a:gd name="connsiteX93" fmla="*/ 1387380 w 5890490"/>
                <a:gd name="connsiteY93" fmla="*/ 657755 h 6578439"/>
                <a:gd name="connsiteX94" fmla="*/ 1422422 w 5890490"/>
                <a:gd name="connsiteY94" fmla="*/ 630877 h 6578439"/>
                <a:gd name="connsiteX95" fmla="*/ 1492759 w 5890490"/>
                <a:gd name="connsiteY95" fmla="*/ 577248 h 6578439"/>
                <a:gd name="connsiteX96" fmla="*/ 1528820 w 5890490"/>
                <a:gd name="connsiteY96" fmla="*/ 551496 h 6578439"/>
                <a:gd name="connsiteX97" fmla="*/ 1565390 w 5890490"/>
                <a:gd name="connsiteY97" fmla="*/ 526370 h 6578439"/>
                <a:gd name="connsiteX98" fmla="*/ 1639040 w 5890490"/>
                <a:gd name="connsiteY98" fmla="*/ 476490 h 6578439"/>
                <a:gd name="connsiteX99" fmla="*/ 1792075 w 5890490"/>
                <a:gd name="connsiteY99" fmla="*/ 384859 h 6578439"/>
                <a:gd name="connsiteX100" fmla="*/ 2455943 w 5890490"/>
                <a:gd name="connsiteY100" fmla="*/ 117836 h 6578439"/>
                <a:gd name="connsiteX101" fmla="*/ 3159952 w 5890490"/>
                <a:gd name="connsiteY101" fmla="*/ 7203 h 6578439"/>
                <a:gd name="connsiteX102" fmla="*/ 3336813 w 5890490"/>
                <a:gd name="connsiteY102" fmla="*/ 499 h 657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5890490" h="6578439">
                  <a:moveTo>
                    <a:pt x="5890490" y="5389037"/>
                  </a:moveTo>
                  <a:lnTo>
                    <a:pt x="5890490" y="5855587"/>
                  </a:lnTo>
                  <a:lnTo>
                    <a:pt x="5784593" y="5962054"/>
                  </a:lnTo>
                  <a:cubicBezTo>
                    <a:pt x="5744454" y="6002308"/>
                    <a:pt x="5704062" y="6042436"/>
                    <a:pt x="5663414" y="6082564"/>
                  </a:cubicBezTo>
                  <a:cubicBezTo>
                    <a:pt x="5500314" y="6242577"/>
                    <a:pt x="5330970" y="6400714"/>
                    <a:pt x="5147099" y="6547726"/>
                  </a:cubicBezTo>
                  <a:lnTo>
                    <a:pt x="5105015" y="6578439"/>
                  </a:lnTo>
                  <a:lnTo>
                    <a:pt x="4385601" y="6578439"/>
                  </a:lnTo>
                  <a:lnTo>
                    <a:pt x="4507252" y="6515968"/>
                  </a:lnTo>
                  <a:cubicBezTo>
                    <a:pt x="4645901" y="6439679"/>
                    <a:pt x="4779837" y="6350961"/>
                    <a:pt x="4909330" y="6253453"/>
                  </a:cubicBezTo>
                  <a:cubicBezTo>
                    <a:pt x="5082369" y="6123567"/>
                    <a:pt x="5248145" y="5979180"/>
                    <a:pt x="5411374" y="5828544"/>
                  </a:cubicBezTo>
                  <a:cubicBezTo>
                    <a:pt x="5452149" y="5790791"/>
                    <a:pt x="5492924" y="5752788"/>
                    <a:pt x="5533570" y="5714534"/>
                  </a:cubicBezTo>
                  <a:lnTo>
                    <a:pt x="5657425" y="5597650"/>
                  </a:lnTo>
                  <a:close/>
                  <a:moveTo>
                    <a:pt x="3336813" y="499"/>
                  </a:moveTo>
                  <a:cubicBezTo>
                    <a:pt x="3395682" y="-392"/>
                    <a:pt x="3454550" y="-48"/>
                    <a:pt x="3513674" y="1202"/>
                  </a:cubicBezTo>
                  <a:lnTo>
                    <a:pt x="3602743" y="4827"/>
                  </a:lnTo>
                  <a:lnTo>
                    <a:pt x="3647213" y="6703"/>
                  </a:lnTo>
                  <a:cubicBezTo>
                    <a:pt x="3661994" y="7327"/>
                    <a:pt x="3676903" y="7703"/>
                    <a:pt x="3691684" y="9453"/>
                  </a:cubicBezTo>
                  <a:lnTo>
                    <a:pt x="3868927" y="27080"/>
                  </a:lnTo>
                  <a:cubicBezTo>
                    <a:pt x="4340645" y="85584"/>
                    <a:pt x="4795160" y="243221"/>
                    <a:pt x="5200872" y="472240"/>
                  </a:cubicBezTo>
                  <a:cubicBezTo>
                    <a:pt x="5403855" y="587124"/>
                    <a:pt x="5594988" y="719447"/>
                    <a:pt x="5772711" y="866334"/>
                  </a:cubicBezTo>
                  <a:lnTo>
                    <a:pt x="5890490" y="972426"/>
                  </a:lnTo>
                  <a:lnTo>
                    <a:pt x="5890490" y="1158576"/>
                  </a:lnTo>
                  <a:lnTo>
                    <a:pt x="5676045" y="986969"/>
                  </a:lnTo>
                  <a:cubicBezTo>
                    <a:pt x="5496587" y="857740"/>
                    <a:pt x="5304275" y="746699"/>
                    <a:pt x="5103776" y="655879"/>
                  </a:cubicBezTo>
                  <a:cubicBezTo>
                    <a:pt x="4903214" y="564747"/>
                    <a:pt x="4695006" y="492492"/>
                    <a:pt x="4482465" y="440363"/>
                  </a:cubicBezTo>
                  <a:lnTo>
                    <a:pt x="4402444" y="422111"/>
                  </a:lnTo>
                  <a:cubicBezTo>
                    <a:pt x="4375813" y="416111"/>
                    <a:pt x="4349436" y="408859"/>
                    <a:pt x="4322423" y="404610"/>
                  </a:cubicBezTo>
                  <a:lnTo>
                    <a:pt x="4241892" y="389858"/>
                  </a:lnTo>
                  <a:lnTo>
                    <a:pt x="4201627" y="382483"/>
                  </a:lnTo>
                  <a:cubicBezTo>
                    <a:pt x="4188248" y="379983"/>
                    <a:pt x="4174869" y="377483"/>
                    <a:pt x="4161234" y="375857"/>
                  </a:cubicBezTo>
                  <a:cubicBezTo>
                    <a:pt x="4107208" y="368482"/>
                    <a:pt x="4053308" y="360482"/>
                    <a:pt x="3999280" y="353606"/>
                  </a:cubicBezTo>
                  <a:cubicBezTo>
                    <a:pt x="3944999" y="348855"/>
                    <a:pt x="3890844" y="343854"/>
                    <a:pt x="3836817" y="338480"/>
                  </a:cubicBezTo>
                  <a:lnTo>
                    <a:pt x="3673972" y="330604"/>
                  </a:lnTo>
                  <a:cubicBezTo>
                    <a:pt x="3619690" y="329104"/>
                    <a:pt x="3565281" y="329604"/>
                    <a:pt x="3511126" y="328978"/>
                  </a:cubicBezTo>
                  <a:cubicBezTo>
                    <a:pt x="3402054" y="330728"/>
                    <a:pt x="3291706" y="334604"/>
                    <a:pt x="3183142" y="342854"/>
                  </a:cubicBezTo>
                  <a:cubicBezTo>
                    <a:pt x="2965505" y="358855"/>
                    <a:pt x="2750670" y="389733"/>
                    <a:pt x="2541444" y="439988"/>
                  </a:cubicBezTo>
                  <a:cubicBezTo>
                    <a:pt x="2332216" y="490117"/>
                    <a:pt x="2128850" y="559997"/>
                    <a:pt x="1933895" y="650505"/>
                  </a:cubicBezTo>
                  <a:cubicBezTo>
                    <a:pt x="1738939" y="741261"/>
                    <a:pt x="1553540" y="854146"/>
                    <a:pt x="1378079" y="983905"/>
                  </a:cubicBezTo>
                  <a:lnTo>
                    <a:pt x="1312967" y="1033660"/>
                  </a:lnTo>
                  <a:cubicBezTo>
                    <a:pt x="1291178" y="1050286"/>
                    <a:pt x="1269006" y="1066412"/>
                    <a:pt x="1248364" y="1084413"/>
                  </a:cubicBezTo>
                  <a:lnTo>
                    <a:pt x="1185163" y="1137168"/>
                  </a:lnTo>
                  <a:cubicBezTo>
                    <a:pt x="1164138" y="1154794"/>
                    <a:pt x="1142603" y="1172046"/>
                    <a:pt x="1122852" y="1190922"/>
                  </a:cubicBezTo>
                  <a:cubicBezTo>
                    <a:pt x="1041557" y="1264303"/>
                    <a:pt x="961663" y="1339309"/>
                    <a:pt x="892092" y="1421440"/>
                  </a:cubicBezTo>
                  <a:cubicBezTo>
                    <a:pt x="819589" y="1501822"/>
                    <a:pt x="759827" y="1590329"/>
                    <a:pt x="707202" y="1684212"/>
                  </a:cubicBezTo>
                  <a:cubicBezTo>
                    <a:pt x="694715" y="1708089"/>
                    <a:pt x="682227" y="1731841"/>
                    <a:pt x="670121" y="1756093"/>
                  </a:cubicBezTo>
                  <a:lnTo>
                    <a:pt x="637630" y="1830724"/>
                  </a:lnTo>
                  <a:cubicBezTo>
                    <a:pt x="626161" y="1855350"/>
                    <a:pt x="617624" y="1881603"/>
                    <a:pt x="607685" y="1907105"/>
                  </a:cubicBezTo>
                  <a:cubicBezTo>
                    <a:pt x="598128" y="1932857"/>
                    <a:pt x="588317" y="1958483"/>
                    <a:pt x="580034" y="1984986"/>
                  </a:cubicBezTo>
                  <a:cubicBezTo>
                    <a:pt x="544611" y="2089620"/>
                    <a:pt x="513393" y="2197128"/>
                    <a:pt x="481919" y="2304386"/>
                  </a:cubicBezTo>
                  <a:lnTo>
                    <a:pt x="433881" y="2465399"/>
                  </a:lnTo>
                  <a:lnTo>
                    <a:pt x="384442" y="2626163"/>
                  </a:lnTo>
                  <a:cubicBezTo>
                    <a:pt x="317672" y="2839680"/>
                    <a:pt x="243129" y="3050946"/>
                    <a:pt x="166039" y="3261338"/>
                  </a:cubicBezTo>
                  <a:cubicBezTo>
                    <a:pt x="88822" y="3468979"/>
                    <a:pt x="50850" y="3690248"/>
                    <a:pt x="56202" y="3910265"/>
                  </a:cubicBezTo>
                  <a:cubicBezTo>
                    <a:pt x="58495" y="4020274"/>
                    <a:pt x="71493" y="4129783"/>
                    <a:pt x="93664" y="4237292"/>
                  </a:cubicBezTo>
                  <a:cubicBezTo>
                    <a:pt x="99143" y="4264168"/>
                    <a:pt x="104623" y="4291045"/>
                    <a:pt x="111758" y="4317548"/>
                  </a:cubicBezTo>
                  <a:cubicBezTo>
                    <a:pt x="118384" y="4344176"/>
                    <a:pt x="124627" y="4370802"/>
                    <a:pt x="133038" y="4397054"/>
                  </a:cubicBezTo>
                  <a:cubicBezTo>
                    <a:pt x="140810" y="4423307"/>
                    <a:pt x="148456" y="4449683"/>
                    <a:pt x="157757" y="4475560"/>
                  </a:cubicBezTo>
                  <a:cubicBezTo>
                    <a:pt x="166549" y="4501562"/>
                    <a:pt x="175087" y="4527564"/>
                    <a:pt x="185153" y="4553066"/>
                  </a:cubicBezTo>
                  <a:cubicBezTo>
                    <a:pt x="262371" y="4758458"/>
                    <a:pt x="368895" y="4951974"/>
                    <a:pt x="493642" y="5132239"/>
                  </a:cubicBezTo>
                  <a:cubicBezTo>
                    <a:pt x="618389" y="5312627"/>
                    <a:pt x="760846" y="5480391"/>
                    <a:pt x="914391" y="5636528"/>
                  </a:cubicBezTo>
                  <a:cubicBezTo>
                    <a:pt x="1069081" y="5793166"/>
                    <a:pt x="1231544" y="5941677"/>
                    <a:pt x="1402034" y="6076188"/>
                  </a:cubicBezTo>
                  <a:cubicBezTo>
                    <a:pt x="1487535" y="6143320"/>
                    <a:pt x="1574565" y="6207574"/>
                    <a:pt x="1664397" y="6267079"/>
                  </a:cubicBezTo>
                  <a:cubicBezTo>
                    <a:pt x="1753592" y="6327459"/>
                    <a:pt x="1845336" y="6383088"/>
                    <a:pt x="1938992" y="6434343"/>
                  </a:cubicBezTo>
                  <a:cubicBezTo>
                    <a:pt x="2032647" y="6485659"/>
                    <a:pt x="2128309" y="6532600"/>
                    <a:pt x="2225931" y="6574322"/>
                  </a:cubicBezTo>
                  <a:lnTo>
                    <a:pt x="2236328" y="6578439"/>
                  </a:lnTo>
                  <a:lnTo>
                    <a:pt x="1504665" y="6578439"/>
                  </a:lnTo>
                  <a:lnTo>
                    <a:pt x="1456827" y="6543476"/>
                  </a:lnTo>
                  <a:cubicBezTo>
                    <a:pt x="1363554" y="6470595"/>
                    <a:pt x="1273848" y="6394340"/>
                    <a:pt x="1188475" y="6314083"/>
                  </a:cubicBezTo>
                  <a:cubicBezTo>
                    <a:pt x="1017856" y="6153445"/>
                    <a:pt x="863803" y="5979931"/>
                    <a:pt x="721728" y="5798666"/>
                  </a:cubicBezTo>
                  <a:cubicBezTo>
                    <a:pt x="579397" y="5616027"/>
                    <a:pt x="452103" y="5422511"/>
                    <a:pt x="344175" y="5219495"/>
                  </a:cubicBezTo>
                  <a:cubicBezTo>
                    <a:pt x="236505" y="5016354"/>
                    <a:pt x="147946" y="4803586"/>
                    <a:pt x="87293" y="4583569"/>
                  </a:cubicBezTo>
                  <a:cubicBezTo>
                    <a:pt x="79138" y="4556193"/>
                    <a:pt x="72639" y="4528440"/>
                    <a:pt x="65886" y="4500813"/>
                  </a:cubicBezTo>
                  <a:cubicBezTo>
                    <a:pt x="58751" y="4473311"/>
                    <a:pt x="53144" y="4445308"/>
                    <a:pt x="47409" y="4417431"/>
                  </a:cubicBezTo>
                  <a:cubicBezTo>
                    <a:pt x="44733" y="4403430"/>
                    <a:pt x="41294" y="4389679"/>
                    <a:pt x="39000" y="4375677"/>
                  </a:cubicBezTo>
                  <a:lnTo>
                    <a:pt x="31610" y="4333674"/>
                  </a:lnTo>
                  <a:cubicBezTo>
                    <a:pt x="26258" y="4305797"/>
                    <a:pt x="22563" y="4277544"/>
                    <a:pt x="18868" y="4249417"/>
                  </a:cubicBezTo>
                  <a:cubicBezTo>
                    <a:pt x="4214" y="4136784"/>
                    <a:pt x="-2158" y="4023275"/>
                    <a:pt x="646" y="3910265"/>
                  </a:cubicBezTo>
                  <a:cubicBezTo>
                    <a:pt x="5997" y="3683872"/>
                    <a:pt x="50596" y="3459605"/>
                    <a:pt x="130234" y="3248337"/>
                  </a:cubicBezTo>
                  <a:cubicBezTo>
                    <a:pt x="207961" y="3039196"/>
                    <a:pt x="278044" y="2827179"/>
                    <a:pt x="335383" y="2611911"/>
                  </a:cubicBezTo>
                  <a:cubicBezTo>
                    <a:pt x="393743" y="2396644"/>
                    <a:pt x="435792" y="2178627"/>
                    <a:pt x="487272" y="1958609"/>
                  </a:cubicBezTo>
                  <a:cubicBezTo>
                    <a:pt x="493259" y="1931107"/>
                    <a:pt x="501287" y="1903730"/>
                    <a:pt x="508550" y="1876227"/>
                  </a:cubicBezTo>
                  <a:cubicBezTo>
                    <a:pt x="516195" y="1848725"/>
                    <a:pt x="522312" y="1820972"/>
                    <a:pt x="531742" y="1793721"/>
                  </a:cubicBezTo>
                  <a:lnTo>
                    <a:pt x="558245" y="1711465"/>
                  </a:lnTo>
                  <a:cubicBezTo>
                    <a:pt x="568439" y="1684337"/>
                    <a:pt x="579652" y="1657459"/>
                    <a:pt x="590100" y="1630332"/>
                  </a:cubicBezTo>
                  <a:cubicBezTo>
                    <a:pt x="635080" y="1523075"/>
                    <a:pt x="690637" y="1417566"/>
                    <a:pt x="758680" y="1322433"/>
                  </a:cubicBezTo>
                  <a:cubicBezTo>
                    <a:pt x="824430" y="1225051"/>
                    <a:pt x="899610" y="1136168"/>
                    <a:pt x="976317" y="1049286"/>
                  </a:cubicBezTo>
                  <a:cubicBezTo>
                    <a:pt x="995049" y="1027035"/>
                    <a:pt x="1015436" y="1006533"/>
                    <a:pt x="1035314" y="985406"/>
                  </a:cubicBezTo>
                  <a:lnTo>
                    <a:pt x="1095329" y="922526"/>
                  </a:lnTo>
                  <a:cubicBezTo>
                    <a:pt x="1114953" y="901149"/>
                    <a:pt x="1136359" y="881397"/>
                    <a:pt x="1157384" y="861271"/>
                  </a:cubicBezTo>
                  <a:lnTo>
                    <a:pt x="1220841" y="801017"/>
                  </a:lnTo>
                  <a:cubicBezTo>
                    <a:pt x="1241610" y="780514"/>
                    <a:pt x="1264418" y="762014"/>
                    <a:pt x="1286462" y="742886"/>
                  </a:cubicBezTo>
                  <a:lnTo>
                    <a:pt x="1353233" y="685632"/>
                  </a:lnTo>
                  <a:lnTo>
                    <a:pt x="1369924" y="671256"/>
                  </a:lnTo>
                  <a:cubicBezTo>
                    <a:pt x="1375658" y="666631"/>
                    <a:pt x="1381520" y="662255"/>
                    <a:pt x="1387380" y="657755"/>
                  </a:cubicBezTo>
                  <a:lnTo>
                    <a:pt x="1422422" y="630877"/>
                  </a:lnTo>
                  <a:lnTo>
                    <a:pt x="1492759" y="577248"/>
                  </a:lnTo>
                  <a:cubicBezTo>
                    <a:pt x="1504355" y="567997"/>
                    <a:pt x="1516714" y="559997"/>
                    <a:pt x="1528820" y="551496"/>
                  </a:cubicBezTo>
                  <a:lnTo>
                    <a:pt x="1565390" y="526370"/>
                  </a:lnTo>
                  <a:lnTo>
                    <a:pt x="1639040" y="476490"/>
                  </a:lnTo>
                  <a:cubicBezTo>
                    <a:pt x="1689754" y="445613"/>
                    <a:pt x="1740723" y="414986"/>
                    <a:pt x="1792075" y="384859"/>
                  </a:cubicBezTo>
                  <a:cubicBezTo>
                    <a:pt x="2000282" y="268724"/>
                    <a:pt x="2224927" y="179467"/>
                    <a:pt x="2455943" y="117836"/>
                  </a:cubicBezTo>
                  <a:cubicBezTo>
                    <a:pt x="2687088" y="55957"/>
                    <a:pt x="2923964" y="21204"/>
                    <a:pt x="3159952" y="7203"/>
                  </a:cubicBezTo>
                  <a:cubicBezTo>
                    <a:pt x="3219076" y="3515"/>
                    <a:pt x="3277945" y="1389"/>
                    <a:pt x="3336813" y="49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669038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3776C7-6DC0-A107-8BF9-1E536A42C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C3074B-C0A0-6397-A34E-A6AB95D68D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Introduction to ADRB</a:t>
            </a:r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DC8CFF8C-265F-E993-A9E9-CEA9F73C41F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3484" r="11500" b="14181"/>
          <a:stretch>
            <a:fillRect/>
          </a:stretch>
        </p:blipFill>
        <p:spPr>
          <a:xfrm>
            <a:off x="1600832" y="1690688"/>
            <a:ext cx="8990335" cy="4672878"/>
          </a:xfrm>
          <a:prstGeom prst="rect">
            <a:avLst/>
          </a:prstGeom>
        </p:spPr>
      </p:pic>
      <p:sp>
        <p:nvSpPr>
          <p:cNvPr id="5" name="Right Arrow 4">
            <a:extLst>
              <a:ext uri="{FF2B5EF4-FFF2-40B4-BE49-F238E27FC236}">
                <a16:creationId xmlns:a16="http://schemas.microsoft.com/office/drawing/2014/main" id="{97E014BD-ACB5-489D-5A1A-5DFEB2A46FAD}"/>
              </a:ext>
            </a:extLst>
          </p:cNvPr>
          <p:cNvSpPr/>
          <p:nvPr/>
        </p:nvSpPr>
        <p:spPr>
          <a:xfrm>
            <a:off x="4655127" y="3962400"/>
            <a:ext cx="1810328" cy="31791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ight Arrow 5">
            <a:extLst>
              <a:ext uri="{FF2B5EF4-FFF2-40B4-BE49-F238E27FC236}">
                <a16:creationId xmlns:a16="http://schemas.microsoft.com/office/drawing/2014/main" id="{38C5F36C-7549-159B-10EE-B3927C37CDC6}"/>
              </a:ext>
            </a:extLst>
          </p:cNvPr>
          <p:cNvSpPr/>
          <p:nvPr/>
        </p:nvSpPr>
        <p:spPr>
          <a:xfrm rot="7759625">
            <a:off x="10116232" y="3348759"/>
            <a:ext cx="1511212" cy="424873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46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4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846A609-DEA6-4D2C-90DE-E5C94747DA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Down Arrow 7">
            <a:extLst>
              <a:ext uri="{FF2B5EF4-FFF2-40B4-BE49-F238E27FC236}">
                <a16:creationId xmlns:a16="http://schemas.microsoft.com/office/drawing/2014/main" id="{D4771268-CB57-404A-9271-370EB28F60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800100" y="1491343"/>
            <a:ext cx="3333749" cy="3499103"/>
          </a:xfrm>
          <a:prstGeom prst="downArrow">
            <a:avLst>
              <a:gd name="adj1" fmla="val 100000"/>
              <a:gd name="adj2" fmla="val 15788"/>
            </a:avLst>
          </a:prstGeom>
          <a:solidFill>
            <a:srgbClr val="404040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0C02B1-CA11-9DDE-5CBD-C9D9368B45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1967266"/>
            <a:ext cx="2628900" cy="2547257"/>
          </a:xfrm>
          <a:noFill/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Introduction to ADRB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5D083AE-FCCA-2947-FAD7-621ABF87E4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5833" b="5613"/>
          <a:stretch>
            <a:fillRect/>
          </a:stretch>
        </p:blipFill>
        <p:spPr>
          <a:xfrm>
            <a:off x="4777316" y="1650113"/>
            <a:ext cx="6780700" cy="35554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38923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A0DD6E0-A0F6-F68A-0D76-E7DB27CCE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Down Arrow 7">
            <a:extLst>
              <a:ext uri="{FF2B5EF4-FFF2-40B4-BE49-F238E27FC236}">
                <a16:creationId xmlns:a16="http://schemas.microsoft.com/office/drawing/2014/main" id="{D4771268-CB57-404A-9271-370EB28F60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800100" y="1491343"/>
            <a:ext cx="3333749" cy="3499103"/>
          </a:xfrm>
          <a:prstGeom prst="downArrow">
            <a:avLst>
              <a:gd name="adj1" fmla="val 100000"/>
              <a:gd name="adj2" fmla="val 15788"/>
            </a:avLst>
          </a:prstGeom>
          <a:solidFill>
            <a:srgbClr val="404040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A282BE7-36CE-6742-BEA7-6DA87C6148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1967266"/>
            <a:ext cx="2628900" cy="2547257"/>
          </a:xfrm>
          <a:noFill/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Introduction to ADRB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CD9627C-B6DB-7541-4660-8BE4889C62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213"/>
          <a:stretch>
            <a:fillRect/>
          </a:stretch>
        </p:blipFill>
        <p:spPr>
          <a:xfrm>
            <a:off x="4777316" y="1350641"/>
            <a:ext cx="6780700" cy="41543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387530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2F144D2-6A21-51E1-9002-CCC264295E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461A4354-4AD4-F68B-956F-81C42F1EFC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8A4E94C-F300-E3A6-2E12-0D8471C5C1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Introduction to Necromancy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0CE7623-3B0E-E45E-4BCD-7F0E939777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B9D69C9-38C4-4BEF-5125-A4A984D97C9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36541777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8" name="Rectangle 57">
            <a:extLst>
              <a:ext uri="{FF2B5EF4-FFF2-40B4-BE49-F238E27FC236}">
                <a16:creationId xmlns:a16="http://schemas.microsoft.com/office/drawing/2014/main" id="{131BAD53-4E89-4F62-BBB7-26359763ED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62756DA2-40EB-4C6F-B962-5822FFB54F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39CEA65-C8C0-08E7-EA0B-F9B28543ED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/>
              <a:t>Introduction to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59ABFB5-F800-C3BF-38AB-0799799FCD5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2366" y="2194102"/>
            <a:ext cx="3427001" cy="3908586"/>
          </a:xfrm>
        </p:spPr>
        <p:txBody>
          <a:bodyPr>
            <a:normAutofit/>
          </a:bodyPr>
          <a:lstStyle/>
          <a:p>
            <a:r>
              <a:rPr lang="en-US" sz="1700"/>
              <a:t>Built with Python 3.x </a:t>
            </a:r>
          </a:p>
          <a:p>
            <a:r>
              <a:rPr lang="en-US" sz="1700"/>
              <a:t>Poetry framework</a:t>
            </a:r>
          </a:p>
          <a:p>
            <a:r>
              <a:rPr lang="en-US" sz="1700"/>
              <a:t>Identifies whether Active Directory Recycle Bin is enabled</a:t>
            </a:r>
          </a:p>
          <a:p>
            <a:r>
              <a:rPr lang="en-US" sz="1700"/>
              <a:t>Checks whether the current user can read the hidden Deleted Objects container</a:t>
            </a:r>
          </a:p>
          <a:p>
            <a:r>
              <a:rPr lang="en-US" sz="1700"/>
              <a:t>Restores users, computers, service accounts, and groups</a:t>
            </a:r>
          </a:p>
          <a:p>
            <a:r>
              <a:rPr lang="en-US" sz="1700"/>
              <a:t>Adds restored group members back to active groups</a:t>
            </a:r>
          </a:p>
          <a:p>
            <a:r>
              <a:rPr lang="en-US" sz="1700"/>
              <a:t>Reads and decodes encoded SIDs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0C36A7A-91F6-3EC7-FB8D-D10C76C093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468" r="4337"/>
          <a:stretch>
            <a:fillRect/>
          </a:stretch>
        </p:blipFill>
        <p:spPr>
          <a:xfrm>
            <a:off x="5010343" y="1301991"/>
            <a:ext cx="6967292" cy="43721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21769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Down Arrow 7">
            <a:extLst>
              <a:ext uri="{FF2B5EF4-FFF2-40B4-BE49-F238E27FC236}">
                <a16:creationId xmlns:a16="http://schemas.microsoft.com/office/drawing/2014/main" id="{D4771268-CB57-404A-9271-370EB28F60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800100" y="1491343"/>
            <a:ext cx="3333749" cy="3499103"/>
          </a:xfrm>
          <a:prstGeom prst="downArrow">
            <a:avLst>
              <a:gd name="adj1" fmla="val 100000"/>
              <a:gd name="adj2" fmla="val 15788"/>
            </a:avLst>
          </a:prstGeom>
          <a:solidFill>
            <a:srgbClr val="404040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DAC6EE-CE1C-36EF-1671-C0F2A66E11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1967266"/>
            <a:ext cx="2628900" cy="2547257"/>
          </a:xfrm>
          <a:noFill/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Introduction to Necromancy</a:t>
            </a:r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6453778C-EA85-3E6A-A4E5-24DB5FCADE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r="4693"/>
          <a:stretch>
            <a:fillRect/>
          </a:stretch>
        </p:blipFill>
        <p:spPr>
          <a:xfrm>
            <a:off x="4777316" y="2262822"/>
            <a:ext cx="6780700" cy="23300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672301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76401BD-80F2-F3B4-318F-33BB039BA3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Down Arrow 7">
            <a:extLst>
              <a:ext uri="{FF2B5EF4-FFF2-40B4-BE49-F238E27FC236}">
                <a16:creationId xmlns:a16="http://schemas.microsoft.com/office/drawing/2014/main" id="{D4771268-CB57-404A-9271-370EB28F60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800100" y="1491343"/>
            <a:ext cx="3333749" cy="3499103"/>
          </a:xfrm>
          <a:prstGeom prst="downArrow">
            <a:avLst>
              <a:gd name="adj1" fmla="val 100000"/>
              <a:gd name="adj2" fmla="val 15788"/>
            </a:avLst>
          </a:prstGeom>
          <a:solidFill>
            <a:srgbClr val="404040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02BBDE3-E80C-F800-07F1-8792AA5970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1967266"/>
            <a:ext cx="2628900" cy="2547257"/>
          </a:xfrm>
          <a:noFill/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Introduction to Necromancy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BBC33C20-249F-432C-98B8-35F2902CCC5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777316" y="2232737"/>
            <a:ext cx="6780700" cy="23901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7684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1A2A06B-3197-8578-0E03-2487CAB2A8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E5967F63-F981-7A41-6A21-8C47C14D30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9ABB437-F1FA-8FFD-147E-373576A809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Credential Harvesting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5A640CD-E9CA-A745-A93B-C69EF2825AA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F481221-CD9D-CFAE-46F6-FD294E5B0C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99770127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131BAD53-4E89-4F62-BBB7-26359763ED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62756DA2-40EB-4C6F-B962-5822FFB54F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B8629F5-9AFE-D50B-9803-90029C4246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>
                <a:latin typeface="Aptos" panose="020B0004020202020204" pitchFamily="34" charset="0"/>
              </a:rPr>
              <a:t>Credential Harvesting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8B1AB7-BAD7-0EBF-13E6-45767252CF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2366" y="2194102"/>
            <a:ext cx="3427001" cy="3908586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Sensitive data in description, info, or custom attributes, including cleartext passwords</a:t>
            </a:r>
          </a:p>
          <a:p>
            <a:pPr>
              <a:buFont typeface="Wingdings" pitchFamily="2" charset="2"/>
              <a:buChar char="Ø"/>
            </a:pPr>
            <a:endParaRPr lang="en-US" sz="2000" dirty="0"/>
          </a:p>
          <a:p>
            <a:pPr>
              <a:buFont typeface="Wingdings" pitchFamily="2" charset="2"/>
              <a:buChar char="Ø"/>
            </a:pPr>
            <a:endParaRPr lang="en-US" sz="20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88A9EE6-14F1-2CDC-C18A-532849734F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6873" y="1428129"/>
            <a:ext cx="6949729" cy="44825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242760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8FE98CE-70FE-E607-F5C4-61D71C06D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1FF0056-5159-5BE2-649E-5BE2F764BB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7C98A6B-C1A6-94A6-CCE8-811B65D60F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0DF733-D657-60AA-1910-2D5C9AC45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>
                <a:latin typeface="Aptos" panose="020B0004020202020204" pitchFamily="34" charset="0"/>
              </a:rPr>
              <a:t>Credential Harvesting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1E68F13-A3F9-36DB-3E23-CC0273F6DD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2366" y="2194102"/>
            <a:ext cx="3427001" cy="3908586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The harvested credentials can be reused to perform password spraying across multiple services.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If the restored account's credentials remain valid, it can be used to regain and maintain persistent access.</a:t>
            </a:r>
          </a:p>
          <a:p>
            <a:pPr>
              <a:buFont typeface="Wingdings" pitchFamily="2" charset="2"/>
              <a:buChar char="Ø"/>
            </a:pPr>
            <a:endParaRPr lang="en-US" sz="2000" dirty="0"/>
          </a:p>
        </p:txBody>
      </p:sp>
      <p:pic>
        <p:nvPicPr>
          <p:cNvPr id="4" name="Content Placeholder 5">
            <a:extLst>
              <a:ext uri="{FF2B5EF4-FFF2-40B4-BE49-F238E27FC236}">
                <a16:creationId xmlns:a16="http://schemas.microsoft.com/office/drawing/2014/main" id="{358E71C0-CBC6-8A93-FCA3-A8A2686491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01308" y="2436397"/>
            <a:ext cx="7423151" cy="24496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874620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52C6E1C-CE60-5EE3-84C5-397FF1226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20900CE9-34FC-90B4-96BE-F5AB1F07A8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6312475-2E30-80F3-8D48-167D0432EB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dirty="0"/>
              <a:t>Ghost Group Resurrection</a:t>
            </a:r>
            <a:endParaRPr lang="en-US" sz="8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78A839D-8693-DE4F-129D-F21926DE93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495972A-0B24-6808-5350-1BD06B521D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70534755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0E07DA0-61F0-DA0C-196F-631AEAB74F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D25BF71B-7B63-C4BF-4874-66F8E3CA53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AD476A8-5CD6-4887-0580-C1FB539081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2948EA2-5626-7896-5208-5A2FB0E883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/>
              <a:t>Ghost Group Resurrection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9F6FD4-01A5-FF94-1A4E-E12C6D0D11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2366" y="2194102"/>
            <a:ext cx="3427001" cy="3908586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Deleted security groups leave their SID orphaned in every ACL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When the group is restored from the AD Recycle Bin, it reclaims the exact same SID and with it, every permission that was never cleaned up</a:t>
            </a:r>
          </a:p>
          <a:p>
            <a:pPr>
              <a:buFont typeface="Wingdings" pitchFamily="2" charset="2"/>
              <a:buChar char="Ø"/>
            </a:pPr>
            <a:endParaRPr lang="en-US" sz="16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683645A-2357-727E-86BE-D158BF2CF2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1251" y="2318740"/>
            <a:ext cx="6922008" cy="24227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055297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9C3E65F-E2FB-6E8F-2B74-44EE50A064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B2167F4A-D531-266F-9ED8-A44080A66C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610AB955-9E51-26EA-B844-F883761E05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8D0BDC-9947-B7F8-7543-FDB6669D7A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/>
              <a:t>Ghost Group Resurrection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E7EEFEA9-67F3-0145-EE46-2360D2CE5E7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087482" y="0"/>
            <a:ext cx="7104518" cy="2949252"/>
          </a:xfrm>
          <a:prstGeom prst="rect">
            <a:avLst/>
          </a:prstGeom>
        </p:spPr>
      </p:pic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185A2D38-08C8-C241-4F18-7AAFB29F6B41}"/>
              </a:ext>
            </a:extLst>
          </p:cNvPr>
          <p:cNvSpPr txBox="1">
            <a:spLocks/>
          </p:cNvSpPr>
          <p:nvPr/>
        </p:nvSpPr>
        <p:spPr>
          <a:xfrm>
            <a:off x="862366" y="2194102"/>
            <a:ext cx="3427001" cy="390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Char char="Ø"/>
            </a:pPr>
            <a:r>
              <a:rPr lang="en-US" sz="2000" dirty="0"/>
              <a:t>Locate the deleted group</a:t>
            </a:r>
          </a:p>
        </p:txBody>
      </p:sp>
    </p:spTree>
    <p:extLst>
      <p:ext uri="{BB962C8B-B14F-4D97-AF65-F5344CB8AC3E}">
        <p14:creationId xmlns:p14="http://schemas.microsoft.com/office/powerpoint/2010/main" val="145710022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6D77F3E-C08D-A3CB-E7C9-3F5B413876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49E82149-A194-60BD-6D96-7CA0EEA019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4B6177FB-F2DA-4921-11BB-6409FC818D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E07EA46-DD7E-35C2-DFCE-7E4CE0D5BC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/>
              <a:t>Ghost Group Resurrection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358F8AB6-4103-B36B-AE19-B9731CB71AE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087482" y="0"/>
            <a:ext cx="7104518" cy="2949252"/>
          </a:xfrm>
          <a:prstGeom prst="rect">
            <a:avLst/>
          </a:prstGeom>
        </p:spPr>
      </p:pic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B77600A1-A1AB-8B6C-93BF-7762D7C4F32D}"/>
              </a:ext>
            </a:extLst>
          </p:cNvPr>
          <p:cNvSpPr txBox="1">
            <a:spLocks/>
          </p:cNvSpPr>
          <p:nvPr/>
        </p:nvSpPr>
        <p:spPr>
          <a:xfrm>
            <a:off x="862366" y="2194102"/>
            <a:ext cx="3427001" cy="390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Char char="Ø"/>
            </a:pPr>
            <a:r>
              <a:rPr lang="en-US" sz="2000" dirty="0"/>
              <a:t>Locate the deleted group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Restore the deleted group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FD078FD-B10A-DBC3-4717-53352A343D5D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3337"/>
          <a:stretch>
            <a:fillRect/>
          </a:stretch>
        </p:blipFill>
        <p:spPr>
          <a:xfrm>
            <a:off x="5087482" y="2949252"/>
            <a:ext cx="7104518" cy="2012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009596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222280F-0EC3-2F0F-EA7F-E20D8313B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6B4363A0-B54D-C7C9-D37C-9740A6F115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F18CB5F-4BAC-FF41-0C8C-CECDBF32FCE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74307E9-876B-67AF-B2A6-63A694F6D7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>
            <a:normAutofit/>
          </a:bodyPr>
          <a:lstStyle/>
          <a:p>
            <a:r>
              <a:rPr lang="en-US" dirty="0"/>
              <a:t>Ghost Group Resurrection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003EE5EE-B589-B089-EF9D-2DEEC06D8C3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087482" y="0"/>
            <a:ext cx="7104518" cy="2949252"/>
          </a:xfrm>
          <a:prstGeom prst="rect">
            <a:avLst/>
          </a:prstGeom>
        </p:spPr>
      </p:pic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B448EA8E-AEB2-66E7-85E9-85DC646B6743}"/>
              </a:ext>
            </a:extLst>
          </p:cNvPr>
          <p:cNvSpPr txBox="1">
            <a:spLocks/>
          </p:cNvSpPr>
          <p:nvPr/>
        </p:nvSpPr>
        <p:spPr>
          <a:xfrm>
            <a:off x="862366" y="2194102"/>
            <a:ext cx="3427001" cy="390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Char char="Ø"/>
            </a:pPr>
            <a:r>
              <a:rPr lang="en-US" sz="2000" dirty="0"/>
              <a:t>Locate the deleted group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Restore the deleted group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Add attacker account to the restored group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09165EC-5CCE-1613-3BD4-696948E9BDF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3337"/>
          <a:stretch>
            <a:fillRect/>
          </a:stretch>
        </p:blipFill>
        <p:spPr>
          <a:xfrm>
            <a:off x="5087482" y="2949252"/>
            <a:ext cx="7104518" cy="2012215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BD4FDEC-52E3-B4E0-BCDE-3695BF72CC8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87482" y="4961467"/>
            <a:ext cx="7086045" cy="18965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556652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7FF47CB7-972F-479F-A36D-9E72D26EC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D153B68-5844-490D-8E67-F616D6D72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993D0B-9E13-DFAB-1D0A-1586926095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/>
              <a:t>Ghost Group Resurrection</a:t>
            </a:r>
            <a:endParaRPr lang="en-US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1230C1C7-136B-A018-B4CF-EFFAEC4E31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0777" y="3077385"/>
            <a:ext cx="11650446" cy="1864069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A0D773F-7A7D-4DBB-9DEA-86BB8B8F4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973661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7BD845E-68DE-8868-EDBD-6B4334F14F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E6684A1E-8A60-2674-F121-45760E8F06A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F81469-F712-B1A0-1D26-8B71878C43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dirty="0"/>
              <a:t>SID History Necromancy</a:t>
            </a:r>
            <a:endParaRPr lang="en-US" sz="8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CE0D3E9-CBDF-73E1-85E0-3227D95468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02A562C-1748-3762-8C13-DF60BF904D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12964468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E914257E-1E2A-4AC7-89EC-1FB65C9C0A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03E1C8F1-97F5-489C-8308-958F096572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1AA7C1C-4554-EBEA-0898-AC3A0FC6FA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SID History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D12AE8-B5E6-8812-AE97-3EC9560D59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3900" y="1252538"/>
            <a:ext cx="5431240" cy="41931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Deleted objects may retain </a:t>
            </a:r>
            <a:r>
              <a:rPr lang="en-US" sz="1800" kern="120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sIDHistory</a:t>
            </a:r>
            <a:r>
              <a:rPr lang="en-US" sz="18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attributes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5EA43E7-EA08-C958-3B29-4CE9368D17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3346" y="2008641"/>
            <a:ext cx="8645308" cy="4128135"/>
          </a:xfrm>
          <a:prstGeom prst="rect">
            <a:avLst/>
          </a:prstGeom>
        </p:spPr>
      </p:pic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EB62645-D4DA-4E99-8344-B1536F63D1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587666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A19B9A8-96B8-5FDA-BA29-9228D2BFA1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AE084189-5F6F-0871-F76B-87A5D59462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331D3C78-598B-6124-312C-22A6D595C84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0082ECB-781A-FE13-CA9E-D509B82595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SID History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1DAD41C-0A1A-62E3-7C23-D68C46791F3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3900" y="1252538"/>
            <a:ext cx="5431240" cy="41931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dirty="0"/>
              <a:t>Restore the deleted object</a:t>
            </a:r>
            <a:endParaRPr lang="en-US" sz="1800" kern="120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0E198D0-FC63-D9A1-8221-69652C43D7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183A7AA-2B22-9827-6649-F9B55D183A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00860" y="2255195"/>
            <a:ext cx="10201169" cy="36859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275869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C92445A-688E-9906-7ED7-A1E0E521E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7778C35E-BE8A-20AC-959F-76A24CD9F0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CBF9F2CC-F9C2-728B-25DC-B46A0B0091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BC5D36-20FE-4AE5-BD99-0919F40905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SID History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B8A752-A5D8-B954-4666-A85020DA88F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3900" y="1252538"/>
            <a:ext cx="5431240" cy="41931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Change the password of the restored account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248E5DD-66EC-E5CE-8163-786AC8FF29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5F7C423-F27D-C1EF-3D3A-3F4F75A900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533" y="2751592"/>
            <a:ext cx="10671364" cy="25062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063379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FEE744D-88CA-CD0A-4063-0705900BBC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BA3B34BC-48E0-B70B-3697-9111C8F8BD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0770D49E-5984-D241-6D18-7901EAA392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076AF7-E430-F204-A266-F7DF796BFA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SID History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822301-55AD-4328-89E6-D75DBD03BBD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3900" y="1252538"/>
            <a:ext cx="5431240" cy="41931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dirty="0"/>
              <a:t>Perform </a:t>
            </a:r>
            <a:r>
              <a:rPr lang="en-US" sz="1800" dirty="0" err="1"/>
              <a:t>DCSync</a:t>
            </a:r>
            <a:endParaRPr lang="en-US" sz="1800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30535BD-AA94-11FA-FF3A-43915A5A38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E1C89A0-3AD7-D100-658C-5DBD33ED8C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533" y="2262332"/>
            <a:ext cx="7772400" cy="1753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249382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AB065A3-CC76-7DE6-C219-62F99E9C2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9D5A4336-2832-FD23-C736-1CD2F7ABCC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4F8376EC-C7B8-873F-BAE4-FE7EC1BB21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0709F38-ABE4-89AA-D6D5-AC79AE5F18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SID History Necromancy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3812A9F-B849-4D4C-CC1A-F04F435F44B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3900" y="1252538"/>
            <a:ext cx="5431240" cy="41931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8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Perform </a:t>
            </a:r>
            <a:r>
              <a:rPr lang="en-US" sz="1800" kern="120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DCSync</a:t>
            </a:r>
            <a:endParaRPr lang="en-US" sz="1800" kern="120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6934F2D-68C3-1CD8-E89E-718D9913C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AD950CD-9632-41B7-E9E1-97D47E0B21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533" y="2262332"/>
            <a:ext cx="7772400" cy="1753308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B68862F-C631-6752-D2BD-CD7E0BE2F0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75686" y="4015640"/>
            <a:ext cx="7016314" cy="25290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85631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329EC5A-B3BF-12CF-A2AF-919FD04B4A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44A53713-2D2A-E643-9A8B-BBB5A8C4743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B1ACF1B-2D4C-D6F9-71FD-89484D492E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dirty="0" err="1">
                <a:latin typeface="Aptos" panose="020B0004020202020204" pitchFamily="34" charset="0"/>
              </a:rPr>
              <a:t>gMSA</a:t>
            </a:r>
            <a:r>
              <a:rPr lang="en-US" sz="8000" dirty="0">
                <a:latin typeface="Aptos" panose="020B0004020202020204" pitchFamily="34" charset="0"/>
              </a:rPr>
              <a:t> Graveyard</a:t>
            </a:r>
            <a:endParaRPr lang="en-US" sz="8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6C47276-2774-F24C-F747-DFF20A8836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7970BF1-1447-7FFC-5772-F6BC330DDF6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6287911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7FF47CB7-972F-479F-A36D-9E72D26EC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0D153B68-5844-490D-8E67-F616D6D72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760EEC-EC68-4F1B-37BF-D55005F767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 err="1">
                <a:latin typeface="Aptos" panose="020B0004020202020204" pitchFamily="34" charset="0"/>
              </a:rPr>
              <a:t>gMSA</a:t>
            </a:r>
            <a:r>
              <a:rPr lang="en-US" dirty="0">
                <a:latin typeface="Aptos" panose="020B0004020202020204" pitchFamily="34" charset="0"/>
              </a:rPr>
              <a:t> Graveyard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B518B1-A2EE-4824-56A5-05E51FA12D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Spot the </a:t>
            </a:r>
            <a:r>
              <a:rPr lang="en-US" sz="2000"/>
              <a:t>gMSA</a:t>
            </a:r>
            <a:r>
              <a:rPr lang="en-US" sz="2000" dirty="0"/>
              <a:t> with preserved password descriptor</a:t>
            </a:r>
          </a:p>
          <a:p>
            <a:endParaRPr lang="en-US" sz="2000" dirty="0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A0D773F-7A7D-4DBB-9DEA-86BB8B8F4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66DCDE3-1D75-07C6-04AA-15AA5D8C37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54824" y="3074847"/>
            <a:ext cx="8337175" cy="33204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987435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EAB9318-334C-03CE-A69E-24776A08E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7FF47CB7-972F-479F-A36D-9E72D26EC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0D153B68-5844-490D-8E67-F616D6D72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F9FCCEB-9AE0-2A1D-4B1C-90806CB659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 err="1">
                <a:latin typeface="Aptos" panose="020B0004020202020204" pitchFamily="34" charset="0"/>
              </a:rPr>
              <a:t>gMSA</a:t>
            </a:r>
            <a:r>
              <a:rPr lang="en-US" dirty="0">
                <a:latin typeface="Aptos" panose="020B0004020202020204" pitchFamily="34" charset="0"/>
              </a:rPr>
              <a:t> Graveyard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705F1C-70C5-603E-C8AA-D92945B1D94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 Restore the </a:t>
            </a:r>
            <a:r>
              <a:rPr lang="en-US" sz="2000"/>
              <a:t>gMSA</a:t>
            </a:r>
            <a:r>
              <a:rPr lang="en-US" sz="2000" dirty="0"/>
              <a:t> account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A0D773F-7A7D-4DBB-9DEA-86BB8B8F4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D62E786-89E5-17AB-AAA4-B2A1E50C10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60048" y="3248595"/>
            <a:ext cx="9631951" cy="30951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733514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7B8E716-1EED-6A6E-1383-C05ACFD0B9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7FF47CB7-972F-479F-A36D-9E72D26EC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0D153B68-5844-490D-8E67-F616D6D72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5C2BF03-B9A1-868C-E4EF-50E7F5D701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US" kern="1200" dirty="0" err="1">
                <a:latin typeface="+mj-lt"/>
                <a:ea typeface="+mj-ea"/>
                <a:cs typeface="+mj-cs"/>
              </a:rPr>
              <a:t>gMSA</a:t>
            </a:r>
            <a:r>
              <a:rPr lang="en-US" kern="1200" dirty="0">
                <a:latin typeface="+mj-lt"/>
                <a:ea typeface="+mj-ea"/>
                <a:cs typeface="+mj-cs"/>
              </a:rPr>
              <a:t> Graveyard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D2FD24-E248-DE54-D63B-4AE7EDBD4E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kern="1200" dirty="0">
                <a:latin typeface="+mn-lt"/>
                <a:ea typeface="+mn-ea"/>
                <a:cs typeface="+mn-cs"/>
              </a:rPr>
              <a:t> Read the </a:t>
            </a:r>
            <a:r>
              <a:rPr lang="en-US" sz="2000" kern="1200" dirty="0" err="1">
                <a:latin typeface="+mn-lt"/>
                <a:ea typeface="+mn-ea"/>
                <a:cs typeface="+mn-cs"/>
              </a:rPr>
              <a:t>gMSA</a:t>
            </a:r>
            <a:r>
              <a:rPr lang="en-US" sz="2000" kern="1200" dirty="0">
                <a:latin typeface="+mn-lt"/>
                <a:ea typeface="+mn-ea"/>
                <a:cs typeface="+mn-cs"/>
              </a:rPr>
              <a:t> password</a:t>
            </a:r>
          </a:p>
          <a:p>
            <a:pPr>
              <a:buFont typeface="Wingdings" pitchFamily="2" charset="2"/>
              <a:buChar char="Ø"/>
            </a:pPr>
            <a:r>
              <a:rPr lang="en-US" sz="2000" dirty="0"/>
              <a:t>I</a:t>
            </a:r>
            <a:r>
              <a:rPr lang="en-US" sz="2000" kern="1200" dirty="0">
                <a:latin typeface="+mn-lt"/>
                <a:ea typeface="+mn-ea"/>
                <a:cs typeface="+mn-cs"/>
              </a:rPr>
              <a:t>nstead of </a:t>
            </a:r>
            <a:r>
              <a:rPr lang="en-US" sz="2000" kern="1200" dirty="0" err="1">
                <a:latin typeface="+mn-lt"/>
                <a:ea typeface="+mn-ea"/>
                <a:cs typeface="+mn-cs"/>
              </a:rPr>
              <a:t>DCSync</a:t>
            </a:r>
            <a:endParaRPr lang="en-US" sz="2000" kern="1200" dirty="0">
              <a:latin typeface="+mn-lt"/>
              <a:ea typeface="+mn-ea"/>
              <a:cs typeface="+mn-cs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A0D773F-7A7D-4DBB-9DEA-86BB8B8F4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02E3B93-3259-510D-3FD7-5E7F94DB2B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30071" y="3134640"/>
            <a:ext cx="9161928" cy="31244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88985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69E0619-F61F-0265-6EE1-E555E62AA1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8F4BA4B7-38C2-B9BE-E4E1-EF2DAF4F5B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3091327-4EFA-FD2E-D55D-9AF61065A7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dirty="0" err="1">
                <a:latin typeface="Aptos" panose="020B0004020202020204" pitchFamily="34" charset="0"/>
              </a:rPr>
              <a:t>gMSA</a:t>
            </a:r>
            <a:r>
              <a:rPr lang="en-US" sz="8000" dirty="0">
                <a:latin typeface="Aptos" panose="020B0004020202020204" pitchFamily="34" charset="0"/>
              </a:rPr>
              <a:t> Graveyard 2</a:t>
            </a:r>
            <a:endParaRPr lang="en-US" sz="8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3AA0BB5-1E20-A581-06DC-C76038B5E0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136269A-EC1A-5A12-380C-FEF975F9B1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28983588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A666A61-7F02-094B-5E17-3926C93A9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815E86C9-C686-9091-D865-04FDC54054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06AC528F-1061-FFEE-148B-6BDC733EA1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BE82E00-2E0D-CD8E-3E06-E9B514B1E1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 err="1">
                <a:latin typeface="Aptos" panose="020B0004020202020204" pitchFamily="34" charset="0"/>
              </a:rPr>
              <a:t>gMSA</a:t>
            </a:r>
            <a:r>
              <a:rPr lang="en-US" dirty="0">
                <a:latin typeface="Aptos" panose="020B0004020202020204" pitchFamily="34" charset="0"/>
              </a:rPr>
              <a:t> Graveyard 2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4BB5EA-79E8-5986-6AB7-5E9CF0FD87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Spot the </a:t>
            </a:r>
            <a:r>
              <a:rPr lang="en-US" sz="2000"/>
              <a:t>gMSA</a:t>
            </a:r>
            <a:r>
              <a:rPr lang="en-US" sz="2000" dirty="0"/>
              <a:t> with preserved password descriptor</a:t>
            </a:r>
          </a:p>
          <a:p>
            <a:endParaRPr lang="en-US" sz="2000" dirty="0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14D0308-5FF2-6633-C6DD-0B03362B80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D5C0180-6A1C-8FBA-B82C-52F6D4A8C4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71364" y="3038996"/>
            <a:ext cx="7772400" cy="32094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319610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83559D4-49B5-3201-FFCE-596BACEB4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CD7B47A7-9D4B-7C48-B755-EC770AC4A5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E940435B-87AB-3BA1-7F60-4E33478B62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370D96-0D6F-4E09-27E3-D2F1F38294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 err="1">
                <a:latin typeface="Aptos" panose="020B0004020202020204" pitchFamily="34" charset="0"/>
              </a:rPr>
              <a:t>gMSA</a:t>
            </a:r>
            <a:r>
              <a:rPr lang="en-US" dirty="0">
                <a:latin typeface="Aptos" panose="020B0004020202020204" pitchFamily="34" charset="0"/>
              </a:rPr>
              <a:t> Graveyard 2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08B249-F09F-1C53-B1D3-DDF8AC4FF22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2658" y="2122162"/>
            <a:ext cx="4958966" cy="3917773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2000" dirty="0"/>
              <a:t>Derive the password offline without restoring</a:t>
            </a:r>
          </a:p>
          <a:p>
            <a:pPr>
              <a:buFont typeface="Wingdings" pitchFamily="2" charset="2"/>
              <a:buChar char="Ø"/>
            </a:pPr>
            <a:r>
              <a:rPr lang="en-US" sz="1800" dirty="0"/>
              <a:t>Recomputes the </a:t>
            </a:r>
            <a:r>
              <a:rPr lang="en-US" sz="1800" dirty="0" err="1"/>
              <a:t>gMSA</a:t>
            </a:r>
            <a:r>
              <a:rPr lang="en-US" sz="1800" dirty="0"/>
              <a:t> password from ADRB metadata and the domain's KDS root key</a:t>
            </a:r>
          </a:p>
          <a:p>
            <a:pPr>
              <a:buFont typeface="Wingdings" pitchFamily="2" charset="2"/>
              <a:buChar char="Ø"/>
            </a:pPr>
            <a:r>
              <a:rPr lang="en-US" sz="1800" dirty="0"/>
              <a:t>Based on </a:t>
            </a:r>
            <a:r>
              <a:rPr lang="en-US" sz="1800" dirty="0" err="1"/>
              <a:t>Semperis</a:t>
            </a:r>
            <a:r>
              <a:rPr lang="en-US" sz="1800" dirty="0"/>
              <a:t> research for Golden GMSA</a:t>
            </a:r>
            <a:endParaRPr lang="en-US" sz="1100" dirty="0"/>
          </a:p>
          <a:p>
            <a:endParaRPr lang="en-US" sz="2000" dirty="0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0F1D051-9323-04B2-ECB1-405CB9A24D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57C5A89-3504-EDCF-4EF7-79A4A8AE59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19599" y="3884072"/>
            <a:ext cx="7772400" cy="24489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345921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B41B647-0F41-356B-B59A-D407F078AE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352C9FDA-F128-1DED-CC92-BD881A5D682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3769069-C30A-625E-A808-E22C1726C9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CS BOFs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EA2784A-61ED-3D6B-B38D-E8EE0BEEFB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5F69763-F848-83A7-4B87-A90F623081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6859075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36A2254-66D5-1787-981F-569408ACE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80D37C25-27BD-5401-A6DD-8B09F3AA5E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C1B53BD-3ADA-98D4-08B1-80521331D4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BF81409-1D35-EA02-CA4B-5F2FDCDA0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/>
              <a:t>CS BOFs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D2AB27D-8E2E-D171-2B56-BFF5C8E4BF2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r>
              <a:rPr lang="en-US" sz="2000" dirty="0"/>
              <a:t>Cobalt Strike Beacon Object Files</a:t>
            </a:r>
          </a:p>
          <a:p>
            <a:r>
              <a:rPr lang="en-US" sz="2000" dirty="0"/>
              <a:t>Based on </a:t>
            </a:r>
            <a:r>
              <a:rPr lang="en-US" sz="2000" dirty="0" err="1"/>
              <a:t>TrustedSec’s</a:t>
            </a:r>
            <a:r>
              <a:rPr lang="en-US" sz="2000" dirty="0"/>
              <a:t> BOF format</a:t>
            </a:r>
          </a:p>
          <a:p>
            <a:r>
              <a:rPr lang="en-US" sz="2000" dirty="0"/>
              <a:t>ADRB Status Enumeration</a:t>
            </a:r>
          </a:p>
          <a:p>
            <a:r>
              <a:rPr lang="en-US" sz="2000" dirty="0"/>
              <a:t>ADRB Current User Permissions</a:t>
            </a:r>
          </a:p>
          <a:p>
            <a:r>
              <a:rPr lang="en-US" sz="2000" dirty="0"/>
              <a:t>ADRB Content List</a:t>
            </a:r>
          </a:p>
          <a:p>
            <a:pPr marL="0" indent="0">
              <a:buNone/>
            </a:pPr>
            <a:endParaRPr lang="en-US" sz="2000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11D4D47-2D89-DF65-762B-3E2644EEF0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504991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743F2FD-94EE-B4D3-EDD3-98892C5E4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7FF47CB7-972F-479F-A36D-9E72D26EC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D153B68-5844-490D-8E67-F616D6D72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2B8626-F58F-6E1D-FEA6-97CB462375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/>
              <a:t>CS BOFs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5048D8E-7FFA-5D41-8ADF-8FA17B1960E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r>
              <a:rPr lang="en-US" sz="2000" dirty="0"/>
              <a:t>Cobalt Strike Beacon Object Files</a:t>
            </a:r>
          </a:p>
          <a:p>
            <a:r>
              <a:rPr lang="en-US" sz="2000" dirty="0"/>
              <a:t>Based on </a:t>
            </a:r>
            <a:r>
              <a:rPr lang="en-US" sz="2000" dirty="0" err="1"/>
              <a:t>TrustedSec’s</a:t>
            </a:r>
            <a:r>
              <a:rPr lang="en-US" sz="2000" dirty="0"/>
              <a:t> BOF format</a:t>
            </a:r>
          </a:p>
          <a:p>
            <a:r>
              <a:rPr lang="en-US" sz="2000" dirty="0"/>
              <a:t>ADRB Status Enumeration</a:t>
            </a:r>
          </a:p>
          <a:p>
            <a:r>
              <a:rPr lang="en-US" sz="2000" dirty="0"/>
              <a:t>ADRB Current User Permissions</a:t>
            </a:r>
          </a:p>
          <a:p>
            <a:r>
              <a:rPr lang="en-US" sz="2000" dirty="0"/>
              <a:t>ADRB Content List</a:t>
            </a:r>
          </a:p>
          <a:p>
            <a:pPr marL="0" indent="0">
              <a:buNone/>
            </a:pPr>
            <a:endParaRPr lang="en-US" sz="20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25B7746-7748-D3A4-9680-C30F242D76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3058" y="4476024"/>
            <a:ext cx="9386261" cy="1924182"/>
          </a:xfrm>
          <a:prstGeom prst="rect">
            <a:avLst/>
          </a:prstGeom>
        </p:spPr>
      </p:pic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A0D773F-7A7D-4DBB-9DEA-86BB8B8F4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132422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928F4C4-F920-B786-C79A-097F3D23C8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E99C5B40-83F2-3599-1E54-BBA880D644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661ACE3-85EB-48D1-C430-F97CB47DB6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7D53C5-FA2A-4E0C-FF7E-AB3FC55A10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/>
              <a:t>CS BOFs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DF6131A-37CA-42E4-A82F-1C85D18DDD6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r>
              <a:rPr lang="en-US" sz="2000" dirty="0"/>
              <a:t>Cobalt Strike Beacon Object Files</a:t>
            </a:r>
          </a:p>
          <a:p>
            <a:r>
              <a:rPr lang="en-US" sz="2000" dirty="0"/>
              <a:t>Based on </a:t>
            </a:r>
            <a:r>
              <a:rPr lang="en-US" sz="2000" dirty="0" err="1"/>
              <a:t>TrustedSec’s</a:t>
            </a:r>
            <a:r>
              <a:rPr lang="en-US" sz="2000" dirty="0"/>
              <a:t> BOF format</a:t>
            </a:r>
          </a:p>
          <a:p>
            <a:r>
              <a:rPr lang="en-US" sz="2000" dirty="0"/>
              <a:t>ADRB Status Enumeration</a:t>
            </a:r>
          </a:p>
          <a:p>
            <a:r>
              <a:rPr lang="en-US" sz="2000" dirty="0"/>
              <a:t>ADRB Current User Permissions</a:t>
            </a:r>
          </a:p>
          <a:p>
            <a:r>
              <a:rPr lang="en-US" sz="2000" dirty="0"/>
              <a:t>ADRB Content List</a:t>
            </a:r>
          </a:p>
          <a:p>
            <a:pPr marL="0" indent="0">
              <a:buNone/>
            </a:pPr>
            <a:endParaRPr lang="en-US" sz="20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E67FC8E-8619-289B-9A24-CDB6A63C76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3058" y="4476024"/>
            <a:ext cx="9386261" cy="1924182"/>
          </a:xfrm>
          <a:prstGeom prst="rect">
            <a:avLst/>
          </a:prstGeom>
        </p:spPr>
      </p:pic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AB8D967-F21E-8438-F289-EDE50FC248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26CEC95-46FC-E49E-268B-1046CF4F34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25500" y="847184"/>
            <a:ext cx="6484652" cy="33709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376163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E97D1DE-AB24-B410-3121-66F010547B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D3E0FF4E-8316-8FD2-94E2-1AE53E35CC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6116F615-33F2-BCC7-F478-619A491EC2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1766176" cy="2061837"/>
          </a:xfrm>
          <a:custGeom>
            <a:avLst/>
            <a:gdLst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13657 w 10768629"/>
              <a:gd name="connsiteY144" fmla="*/ 1730706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18446 w 10768629"/>
              <a:gd name="connsiteY143" fmla="*/ 1726895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45936 w 10768629"/>
              <a:gd name="connsiteY142" fmla="*/ 1713743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9437 w 10768629"/>
              <a:gd name="connsiteY140" fmla="*/ 1636968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40853 w 10768629"/>
              <a:gd name="connsiteY141" fmla="*/ 1657958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38835 w 10768629"/>
              <a:gd name="connsiteY164" fmla="*/ 1920210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32568 w 10768629"/>
              <a:gd name="connsiteY178" fmla="*/ 1793149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186881 w 10768629"/>
              <a:gd name="connsiteY179" fmla="*/ 1768613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1967996 w 10768629"/>
              <a:gd name="connsiteY173" fmla="*/ 1953187 h 1978172"/>
              <a:gd name="connsiteX174" fmla="*/ 1855805 w 10768629"/>
              <a:gd name="connsiteY174" fmla="*/ 1926082 h 1978172"/>
              <a:gd name="connsiteX175" fmla="*/ 1790957 w 10768629"/>
              <a:gd name="connsiteY175" fmla="*/ 1919460 h 1978172"/>
              <a:gd name="connsiteX176" fmla="*/ 1613978 w 10768629"/>
              <a:gd name="connsiteY176" fmla="*/ 1891581 h 1978172"/>
              <a:gd name="connsiteX177" fmla="*/ 1436831 w 10768629"/>
              <a:gd name="connsiteY177" fmla="*/ 1856201 h 1978172"/>
              <a:gd name="connsiteX178" fmla="*/ 1357365 w 10768629"/>
              <a:gd name="connsiteY178" fmla="*/ 1832140 h 1978172"/>
              <a:gd name="connsiteX179" fmla="*/ 1232341 w 10768629"/>
              <a:gd name="connsiteY179" fmla="*/ 1785942 h 1978172"/>
              <a:gd name="connsiteX180" fmla="*/ 1162595 w 10768629"/>
              <a:gd name="connsiteY180" fmla="*/ 1758337 h 1978172"/>
              <a:gd name="connsiteX181" fmla="*/ 1128523 w 10768629"/>
              <a:gd name="connsiteY181" fmla="*/ 1763621 h 1978172"/>
              <a:gd name="connsiteX182" fmla="*/ 991903 w 10768629"/>
              <a:gd name="connsiteY182" fmla="*/ 1786741 h 1978172"/>
              <a:gd name="connsiteX183" fmla="*/ 883960 w 10768629"/>
              <a:gd name="connsiteY183" fmla="*/ 1822386 h 1978172"/>
              <a:gd name="connsiteX184" fmla="*/ 766531 w 10768629"/>
              <a:gd name="connsiteY184" fmla="*/ 1805053 h 1978172"/>
              <a:gd name="connsiteX185" fmla="*/ 669779 w 10768629"/>
              <a:gd name="connsiteY185" fmla="*/ 1800537 h 1978172"/>
              <a:gd name="connsiteX186" fmla="*/ 523898 w 10768629"/>
              <a:gd name="connsiteY186" fmla="*/ 1811085 h 1978172"/>
              <a:gd name="connsiteX187" fmla="*/ 360251 w 10768629"/>
              <a:gd name="connsiteY187" fmla="*/ 1830735 h 1978172"/>
              <a:gd name="connsiteX188" fmla="*/ 255207 w 10768629"/>
              <a:gd name="connsiteY188" fmla="*/ 1818275 h 1978172"/>
              <a:gd name="connsiteX189" fmla="*/ 101803 w 10768629"/>
              <a:gd name="connsiteY189" fmla="*/ 1870647 h 1978172"/>
              <a:gd name="connsiteX190" fmla="*/ 25397 w 10768629"/>
              <a:gd name="connsiteY190" fmla="*/ 1888443 h 1978172"/>
              <a:gd name="connsiteX191" fmla="*/ 2370 w 10768629"/>
              <a:gd name="connsiteY191" fmla="*/ 1878311 h 1978172"/>
              <a:gd name="connsiteX192" fmla="*/ 0 w 10768629"/>
              <a:gd name="connsiteY192" fmla="*/ 1878785 h 1978172"/>
              <a:gd name="connsiteX193" fmla="*/ 0 w 10768629"/>
              <a:gd name="connsiteY193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115176 w 10768629"/>
              <a:gd name="connsiteY163" fmla="*/ 1943459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57504 w 10768629"/>
              <a:gd name="connsiteY162" fmla="*/ 1957276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90336 w 10768629"/>
              <a:gd name="connsiteY159" fmla="*/ 1925039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76289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407128 w 10768629"/>
              <a:gd name="connsiteY46" fmla="*/ 961344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69725 w 10768629"/>
              <a:gd name="connsiteY49" fmla="*/ 989186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9462 w 10768629"/>
              <a:gd name="connsiteY48" fmla="*/ 987106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79948 w 10768629"/>
              <a:gd name="connsiteY35" fmla="*/ 576062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316893 w 10768629"/>
              <a:gd name="connsiteY28" fmla="*/ 491390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69666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43525 w 10768629"/>
              <a:gd name="connsiteY78" fmla="*/ 1179064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85942 w 10768629"/>
              <a:gd name="connsiteY79" fmla="*/ 1233723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07190 w 10768629"/>
              <a:gd name="connsiteY82" fmla="*/ 1314737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5361 w 10768629"/>
              <a:gd name="connsiteY152" fmla="*/ 1894711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20200 w 10768629"/>
              <a:gd name="connsiteY151" fmla="*/ 1873173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22386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8523 w 10768629"/>
              <a:gd name="connsiteY182" fmla="*/ 1763621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58337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  <a:gd name="connsiteX0" fmla="*/ 0 w 10768629"/>
              <a:gd name="connsiteY0" fmla="*/ 0 h 1978172"/>
              <a:gd name="connsiteX1" fmla="*/ 10768629 w 10768629"/>
              <a:gd name="connsiteY1" fmla="*/ 0 h 1978172"/>
              <a:gd name="connsiteX2" fmla="*/ 10733254 w 10768629"/>
              <a:gd name="connsiteY2" fmla="*/ 31439 h 1978172"/>
              <a:gd name="connsiteX3" fmla="*/ 10727085 w 10768629"/>
              <a:gd name="connsiteY3" fmla="*/ 37910 h 1978172"/>
              <a:gd name="connsiteX4" fmla="*/ 10675953 w 10768629"/>
              <a:gd name="connsiteY4" fmla="*/ 68623 h 1978172"/>
              <a:gd name="connsiteX5" fmla="*/ 10637091 w 10768629"/>
              <a:gd name="connsiteY5" fmla="*/ 90361 h 1978172"/>
              <a:gd name="connsiteX6" fmla="*/ 10610971 w 10768629"/>
              <a:gd name="connsiteY6" fmla="*/ 110764 h 1978172"/>
              <a:gd name="connsiteX7" fmla="*/ 10532872 w 10768629"/>
              <a:gd name="connsiteY7" fmla="*/ 138028 h 1978172"/>
              <a:gd name="connsiteX8" fmla="*/ 10398558 w 10768629"/>
              <a:gd name="connsiteY8" fmla="*/ 172911 h 1978172"/>
              <a:gd name="connsiteX9" fmla="*/ 10371128 w 10768629"/>
              <a:gd name="connsiteY9" fmla="*/ 182609 h 1978172"/>
              <a:gd name="connsiteX10" fmla="*/ 10352178 w 10768629"/>
              <a:gd name="connsiteY10" fmla="*/ 199976 h 1978172"/>
              <a:gd name="connsiteX11" fmla="*/ 10351815 w 10768629"/>
              <a:gd name="connsiteY11" fmla="*/ 211879 h 1978172"/>
              <a:gd name="connsiteX12" fmla="*/ 10337471 w 10768629"/>
              <a:gd name="connsiteY12" fmla="*/ 218661 h 1978172"/>
              <a:gd name="connsiteX13" fmla="*/ 10334625 w 10768629"/>
              <a:gd name="connsiteY13" fmla="*/ 222351 h 1978172"/>
              <a:gd name="connsiteX14" fmla="*/ 10256365 w 10768629"/>
              <a:gd name="connsiteY14" fmla="*/ 235917 h 1978172"/>
              <a:gd name="connsiteX15" fmla="*/ 10201127 w 10768629"/>
              <a:gd name="connsiteY15" fmla="*/ 267448 h 1978172"/>
              <a:gd name="connsiteX16" fmla="*/ 9961218 w 10768629"/>
              <a:gd name="connsiteY16" fmla="*/ 326720 h 1978172"/>
              <a:gd name="connsiteX17" fmla="*/ 9859715 w 10768629"/>
              <a:gd name="connsiteY17" fmla="*/ 355698 h 1978172"/>
              <a:gd name="connsiteX18" fmla="*/ 9679867 w 10768629"/>
              <a:gd name="connsiteY18" fmla="*/ 399081 h 1978172"/>
              <a:gd name="connsiteX19" fmla="*/ 9490654 w 10768629"/>
              <a:gd name="connsiteY19" fmla="*/ 455225 h 1978172"/>
              <a:gd name="connsiteX20" fmla="*/ 9470837 w 10768629"/>
              <a:gd name="connsiteY20" fmla="*/ 452539 h 1978172"/>
              <a:gd name="connsiteX21" fmla="*/ 9469082 w 10768629"/>
              <a:gd name="connsiteY21" fmla="*/ 454891 h 1978172"/>
              <a:gd name="connsiteX22" fmla="*/ 9448038 w 10768629"/>
              <a:gd name="connsiteY22" fmla="*/ 459733 h 1978172"/>
              <a:gd name="connsiteX23" fmla="*/ 9396821 w 10768629"/>
              <a:gd name="connsiteY23" fmla="*/ 455795 h 1978172"/>
              <a:gd name="connsiteX24" fmla="*/ 9392197 w 10768629"/>
              <a:gd name="connsiteY24" fmla="*/ 459796 h 1978172"/>
              <a:gd name="connsiteX25" fmla="*/ 9347994 w 10768629"/>
              <a:gd name="connsiteY25" fmla="*/ 464462 h 1978172"/>
              <a:gd name="connsiteX26" fmla="*/ 9347889 w 10768629"/>
              <a:gd name="connsiteY26" fmla="*/ 466539 h 1978172"/>
              <a:gd name="connsiteX27" fmla="*/ 9337639 w 10768629"/>
              <a:gd name="connsiteY27" fmla="*/ 476654 h 1978172"/>
              <a:gd name="connsiteX28" fmla="*/ 9287964 w 10768629"/>
              <a:gd name="connsiteY28" fmla="*/ 513052 h 1978172"/>
              <a:gd name="connsiteX29" fmla="*/ 9229283 w 10768629"/>
              <a:gd name="connsiteY29" fmla="*/ 555377 h 1978172"/>
              <a:gd name="connsiteX30" fmla="*/ 9220274 w 10768629"/>
              <a:gd name="connsiteY30" fmla="*/ 557502 h 1978172"/>
              <a:gd name="connsiteX31" fmla="*/ 9220202 w 10768629"/>
              <a:gd name="connsiteY31" fmla="*/ 558001 h 1978172"/>
              <a:gd name="connsiteX32" fmla="*/ 9210908 w 10768629"/>
              <a:gd name="connsiteY32" fmla="*/ 561147 h 1978172"/>
              <a:gd name="connsiteX33" fmla="*/ 9186374 w 10768629"/>
              <a:gd name="connsiteY33" fmla="*/ 565502 h 1978172"/>
              <a:gd name="connsiteX34" fmla="*/ 9181058 w 10768629"/>
              <a:gd name="connsiteY34" fmla="*/ 569943 h 1978172"/>
              <a:gd name="connsiteX35" fmla="*/ 9167549 w 10768629"/>
              <a:gd name="connsiteY35" fmla="*/ 584727 h 1978172"/>
              <a:gd name="connsiteX36" fmla="*/ 9149110 w 10768629"/>
              <a:gd name="connsiteY36" fmla="*/ 598906 h 1978172"/>
              <a:gd name="connsiteX37" fmla="*/ 9078556 w 10768629"/>
              <a:gd name="connsiteY37" fmla="*/ 644039 h 1978172"/>
              <a:gd name="connsiteX38" fmla="*/ 8996399 w 10768629"/>
              <a:gd name="connsiteY38" fmla="*/ 690055 h 1978172"/>
              <a:gd name="connsiteX39" fmla="*/ 8803791 w 10768629"/>
              <a:gd name="connsiteY39" fmla="*/ 813860 h 1978172"/>
              <a:gd name="connsiteX40" fmla="*/ 8636202 w 10768629"/>
              <a:gd name="connsiteY40" fmla="*/ 848463 h 1978172"/>
              <a:gd name="connsiteX41" fmla="*/ 8555372 w 10768629"/>
              <a:gd name="connsiteY41" fmla="*/ 883171 h 1978172"/>
              <a:gd name="connsiteX42" fmla="*/ 8507229 w 10768629"/>
              <a:gd name="connsiteY42" fmla="*/ 901665 h 1978172"/>
              <a:gd name="connsiteX43" fmla="*/ 8428473 w 10768629"/>
              <a:gd name="connsiteY43" fmla="*/ 927985 h 1978172"/>
              <a:gd name="connsiteX44" fmla="*/ 8427914 w 10768629"/>
              <a:gd name="connsiteY44" fmla="*/ 933480 h 1978172"/>
              <a:gd name="connsiteX45" fmla="*/ 8420327 w 10768629"/>
              <a:gd name="connsiteY45" fmla="*/ 941984 h 1978172"/>
              <a:gd name="connsiteX46" fmla="*/ 8394729 w 10768629"/>
              <a:gd name="connsiteY46" fmla="*/ 948347 h 1978172"/>
              <a:gd name="connsiteX47" fmla="*/ 8380548 w 10768629"/>
              <a:gd name="connsiteY47" fmla="*/ 987916 h 1978172"/>
              <a:gd name="connsiteX48" fmla="*/ 8375330 w 10768629"/>
              <a:gd name="connsiteY48" fmla="*/ 965444 h 1978172"/>
              <a:gd name="connsiteX49" fmla="*/ 8340796 w 10768629"/>
              <a:gd name="connsiteY49" fmla="*/ 980522 h 1978172"/>
              <a:gd name="connsiteX50" fmla="*/ 8304438 w 10768629"/>
              <a:gd name="connsiteY50" fmla="*/ 996739 h 1978172"/>
              <a:gd name="connsiteX51" fmla="*/ 8280929 w 10768629"/>
              <a:gd name="connsiteY51" fmla="*/ 1023089 h 1978172"/>
              <a:gd name="connsiteX52" fmla="*/ 8275760 w 10768629"/>
              <a:gd name="connsiteY52" fmla="*/ 1027772 h 1978172"/>
              <a:gd name="connsiteX53" fmla="*/ 8275478 w 10768629"/>
              <a:gd name="connsiteY53" fmla="*/ 1027605 h 1978172"/>
              <a:gd name="connsiteX54" fmla="*/ 8249003 w 10768629"/>
              <a:gd name="connsiteY54" fmla="*/ 1032033 h 1978172"/>
              <a:gd name="connsiteX55" fmla="*/ 8203836 w 10768629"/>
              <a:gd name="connsiteY55" fmla="*/ 1037347 h 1978172"/>
              <a:gd name="connsiteX56" fmla="*/ 8122936 w 10768629"/>
              <a:gd name="connsiteY56" fmla="*/ 1063113 h 1978172"/>
              <a:gd name="connsiteX57" fmla="*/ 8043658 w 10768629"/>
              <a:gd name="connsiteY57" fmla="*/ 1092746 h 1978172"/>
              <a:gd name="connsiteX58" fmla="*/ 8015351 w 10768629"/>
              <a:gd name="connsiteY58" fmla="*/ 1105478 h 1978172"/>
              <a:gd name="connsiteX59" fmla="*/ 7963145 w 10768629"/>
              <a:gd name="connsiteY59" fmla="*/ 1119346 h 1978172"/>
              <a:gd name="connsiteX60" fmla="*/ 7938145 w 10768629"/>
              <a:gd name="connsiteY60" fmla="*/ 1120225 h 1978172"/>
              <a:gd name="connsiteX61" fmla="*/ 7937238 w 10768629"/>
              <a:gd name="connsiteY61" fmla="*/ 1121204 h 1978172"/>
              <a:gd name="connsiteX62" fmla="*/ 7934398 w 10768629"/>
              <a:gd name="connsiteY62" fmla="*/ 1118240 h 1978172"/>
              <a:gd name="connsiteX63" fmla="*/ 7918248 w 10768629"/>
              <a:gd name="connsiteY63" fmla="*/ 1124371 h 1978172"/>
              <a:gd name="connsiteX64" fmla="*/ 7914119 w 10768629"/>
              <a:gd name="connsiteY64" fmla="*/ 1127653 h 1978172"/>
              <a:gd name="connsiteX65" fmla="*/ 7907658 w 10768629"/>
              <a:gd name="connsiteY65" fmla="*/ 1130350 h 1978172"/>
              <a:gd name="connsiteX66" fmla="*/ 7907434 w 10768629"/>
              <a:gd name="connsiteY66" fmla="*/ 1130103 h 1978172"/>
              <a:gd name="connsiteX67" fmla="*/ 7901508 w 10768629"/>
              <a:gd name="connsiteY67" fmla="*/ 1133245 h 1978172"/>
              <a:gd name="connsiteX68" fmla="*/ 7873287 w 10768629"/>
              <a:gd name="connsiteY68" fmla="*/ 1152609 h 1978172"/>
              <a:gd name="connsiteX69" fmla="*/ 7834833 w 10768629"/>
              <a:gd name="connsiteY69" fmla="*/ 1153868 h 1978172"/>
              <a:gd name="connsiteX70" fmla="*/ 7828661 w 10768629"/>
              <a:gd name="connsiteY70" fmla="*/ 1139994 h 1978172"/>
              <a:gd name="connsiteX71" fmla="*/ 7823966 w 10768629"/>
              <a:gd name="connsiteY71" fmla="*/ 1143178 h 1978172"/>
              <a:gd name="connsiteX72" fmla="*/ 7815078 w 10768629"/>
              <a:gd name="connsiteY72" fmla="*/ 1151776 h 1978172"/>
              <a:gd name="connsiteX73" fmla="*/ 7812026 w 10768629"/>
              <a:gd name="connsiteY73" fmla="*/ 1151522 h 1978172"/>
              <a:gd name="connsiteX74" fmla="*/ 7782249 w 10768629"/>
              <a:gd name="connsiteY74" fmla="*/ 1160970 h 1978172"/>
              <a:gd name="connsiteX75" fmla="*/ 7773476 w 10768629"/>
              <a:gd name="connsiteY75" fmla="*/ 1157414 h 1978172"/>
              <a:gd name="connsiteX76" fmla="*/ 7769600 w 10768629"/>
              <a:gd name="connsiteY76" fmla="*/ 1157365 h 1978172"/>
              <a:gd name="connsiteX77" fmla="*/ 7752631 w 10768629"/>
              <a:gd name="connsiteY77" fmla="*/ 1172815 h 1978172"/>
              <a:gd name="connsiteX78" fmla="*/ 7739392 w 10768629"/>
              <a:gd name="connsiteY78" fmla="*/ 1192062 h 1978172"/>
              <a:gd name="connsiteX79" fmla="*/ 7677677 w 10768629"/>
              <a:gd name="connsiteY79" fmla="*/ 1216394 h 1978172"/>
              <a:gd name="connsiteX80" fmla="*/ 7586920 w 10768629"/>
              <a:gd name="connsiteY80" fmla="*/ 1261888 h 1978172"/>
              <a:gd name="connsiteX81" fmla="*/ 7486100 w 10768629"/>
              <a:gd name="connsiteY81" fmla="*/ 1292563 h 1978172"/>
              <a:gd name="connsiteX82" fmla="*/ 7411323 w 10768629"/>
              <a:gd name="connsiteY82" fmla="*/ 1340732 h 1978172"/>
              <a:gd name="connsiteX83" fmla="*/ 7240698 w 10768629"/>
              <a:gd name="connsiteY83" fmla="*/ 1438832 h 1978172"/>
              <a:gd name="connsiteX84" fmla="*/ 7197675 w 10768629"/>
              <a:gd name="connsiteY84" fmla="*/ 1447530 h 1978172"/>
              <a:gd name="connsiteX85" fmla="*/ 7164788 w 10768629"/>
              <a:gd name="connsiteY85" fmla="*/ 1480293 h 1978172"/>
              <a:gd name="connsiteX86" fmla="*/ 7147929 w 10768629"/>
              <a:gd name="connsiteY86" fmla="*/ 1477641 h 1978172"/>
              <a:gd name="connsiteX87" fmla="*/ 7144965 w 10768629"/>
              <a:gd name="connsiteY87" fmla="*/ 1476908 h 1978172"/>
              <a:gd name="connsiteX88" fmla="*/ 7134299 w 10768629"/>
              <a:gd name="connsiteY88" fmla="*/ 1479969 h 1978172"/>
              <a:gd name="connsiteX89" fmla="*/ 7129809 w 10768629"/>
              <a:gd name="connsiteY89" fmla="*/ 1473339 h 1978172"/>
              <a:gd name="connsiteX90" fmla="*/ 7112688 w 10768629"/>
              <a:gd name="connsiteY90" fmla="*/ 1472575 h 1978172"/>
              <a:gd name="connsiteX91" fmla="*/ 7093470 w 10768629"/>
              <a:gd name="connsiteY91" fmla="*/ 1480300 h 1978172"/>
              <a:gd name="connsiteX92" fmla="*/ 7025034 w 10768629"/>
              <a:gd name="connsiteY92" fmla="*/ 1506934 h 1978172"/>
              <a:gd name="connsiteX93" fmla="*/ 7014783 w 10768629"/>
              <a:gd name="connsiteY93" fmla="*/ 1515868 h 1978172"/>
              <a:gd name="connsiteX94" fmla="*/ 6979706 w 10768629"/>
              <a:gd name="connsiteY94" fmla="*/ 1523511 h 1978172"/>
              <a:gd name="connsiteX95" fmla="*/ 6977890 w 10768629"/>
              <a:gd name="connsiteY95" fmla="*/ 1525793 h 1978172"/>
              <a:gd name="connsiteX96" fmla="*/ 6944339 w 10768629"/>
              <a:gd name="connsiteY96" fmla="*/ 1536237 h 1978172"/>
              <a:gd name="connsiteX97" fmla="*/ 6886996 w 10768629"/>
              <a:gd name="connsiteY97" fmla="*/ 1563569 h 1978172"/>
              <a:gd name="connsiteX98" fmla="*/ 6874510 w 10768629"/>
              <a:gd name="connsiteY98" fmla="*/ 1558469 h 1978172"/>
              <a:gd name="connsiteX99" fmla="*/ 6871943 w 10768629"/>
              <a:gd name="connsiteY99" fmla="*/ 1554651 h 1978172"/>
              <a:gd name="connsiteX100" fmla="*/ 6856174 w 10768629"/>
              <a:gd name="connsiteY100" fmla="*/ 1562024 h 1978172"/>
              <a:gd name="connsiteX101" fmla="*/ 6842321 w 10768629"/>
              <a:gd name="connsiteY101" fmla="*/ 1560554 h 1978172"/>
              <a:gd name="connsiteX102" fmla="*/ 6832713 w 10768629"/>
              <a:gd name="connsiteY102" fmla="*/ 1569357 h 1978172"/>
              <a:gd name="connsiteX103" fmla="*/ 6816351 w 10768629"/>
              <a:gd name="connsiteY103" fmla="*/ 1571495 h 1978172"/>
              <a:gd name="connsiteX104" fmla="*/ 6795800 w 10768629"/>
              <a:gd name="connsiteY104" fmla="*/ 1572010 h 1978172"/>
              <a:gd name="connsiteX105" fmla="*/ 6777546 w 10768629"/>
              <a:gd name="connsiteY105" fmla="*/ 1568661 h 1978172"/>
              <a:gd name="connsiteX106" fmla="*/ 6751528 w 10768629"/>
              <a:gd name="connsiteY106" fmla="*/ 1574143 h 1978172"/>
              <a:gd name="connsiteX107" fmla="*/ 6691966 w 10768629"/>
              <a:gd name="connsiteY107" fmla="*/ 1582255 h 1978172"/>
              <a:gd name="connsiteX108" fmla="*/ 6646941 w 10768629"/>
              <a:gd name="connsiteY108" fmla="*/ 1588471 h 1978172"/>
              <a:gd name="connsiteX109" fmla="*/ 6568576 w 10768629"/>
              <a:gd name="connsiteY109" fmla="*/ 1606488 h 1978172"/>
              <a:gd name="connsiteX110" fmla="*/ 6554358 w 10768629"/>
              <a:gd name="connsiteY110" fmla="*/ 1621701 h 1978172"/>
              <a:gd name="connsiteX111" fmla="*/ 6516968 w 10768629"/>
              <a:gd name="connsiteY111" fmla="*/ 1617195 h 1978172"/>
              <a:gd name="connsiteX112" fmla="*/ 6506479 w 10768629"/>
              <a:gd name="connsiteY112" fmla="*/ 1602227 h 1978172"/>
              <a:gd name="connsiteX113" fmla="*/ 6458436 w 10768629"/>
              <a:gd name="connsiteY113" fmla="*/ 1607332 h 1978172"/>
              <a:gd name="connsiteX114" fmla="*/ 6414786 w 10768629"/>
              <a:gd name="connsiteY114" fmla="*/ 1628815 h 1978172"/>
              <a:gd name="connsiteX115" fmla="*/ 6357085 w 10768629"/>
              <a:gd name="connsiteY115" fmla="*/ 1640846 h 1978172"/>
              <a:gd name="connsiteX116" fmla="*/ 6322636 w 10768629"/>
              <a:gd name="connsiteY116" fmla="*/ 1648213 h 1978172"/>
              <a:gd name="connsiteX117" fmla="*/ 6226172 w 10768629"/>
              <a:gd name="connsiteY117" fmla="*/ 1654676 h 1978172"/>
              <a:gd name="connsiteX118" fmla="*/ 6221217 w 10768629"/>
              <a:gd name="connsiteY118" fmla="*/ 1654506 h 1978172"/>
              <a:gd name="connsiteX119" fmla="*/ 6204956 w 10768629"/>
              <a:gd name="connsiteY119" fmla="*/ 1664280 h 1978172"/>
              <a:gd name="connsiteX120" fmla="*/ 6204270 w 10768629"/>
              <a:gd name="connsiteY120" fmla="*/ 1666782 h 1978172"/>
              <a:gd name="connsiteX121" fmla="*/ 6143810 w 10768629"/>
              <a:gd name="connsiteY121" fmla="*/ 1661963 h 1978172"/>
              <a:gd name="connsiteX122" fmla="*/ 6136560 w 10768629"/>
              <a:gd name="connsiteY122" fmla="*/ 1665728 h 1978172"/>
              <a:gd name="connsiteX123" fmla="*/ 6096155 w 10768629"/>
              <a:gd name="connsiteY123" fmla="*/ 1656951 h 1978172"/>
              <a:gd name="connsiteX124" fmla="*/ 6075812 w 10768629"/>
              <a:gd name="connsiteY124" fmla="*/ 1655422 h 1978172"/>
              <a:gd name="connsiteX125" fmla="*/ 6039495 w 10768629"/>
              <a:gd name="connsiteY125" fmla="*/ 1649680 h 1978172"/>
              <a:gd name="connsiteX126" fmla="*/ 6036523 w 10768629"/>
              <a:gd name="connsiteY126" fmla="*/ 1652121 h 1978172"/>
              <a:gd name="connsiteX127" fmla="*/ 6029328 w 10768629"/>
              <a:gd name="connsiteY127" fmla="*/ 1649904 h 1978172"/>
              <a:gd name="connsiteX128" fmla="*/ 6024075 w 10768629"/>
              <a:gd name="connsiteY128" fmla="*/ 1652779 h 1978172"/>
              <a:gd name="connsiteX129" fmla="*/ 6018085 w 10768629"/>
              <a:gd name="connsiteY129" fmla="*/ 1652030 h 1978172"/>
              <a:gd name="connsiteX130" fmla="*/ 5955513 w 10768629"/>
              <a:gd name="connsiteY130" fmla="*/ 1663584 h 1978172"/>
              <a:gd name="connsiteX131" fmla="*/ 5941996 w 10768629"/>
              <a:gd name="connsiteY131" fmla="*/ 1661326 h 1978172"/>
              <a:gd name="connsiteX132" fmla="*/ 5931789 w 10768629"/>
              <a:gd name="connsiteY132" fmla="*/ 1669915 h 1978172"/>
              <a:gd name="connsiteX133" fmla="*/ 5888686 w 10768629"/>
              <a:gd name="connsiteY133" fmla="*/ 1672175 h 1978172"/>
              <a:gd name="connsiteX134" fmla="*/ 5873794 w 10768629"/>
              <a:gd name="connsiteY134" fmla="*/ 1665454 h 1978172"/>
              <a:gd name="connsiteX135" fmla="*/ 5860022 w 10768629"/>
              <a:gd name="connsiteY135" fmla="*/ 1660635 h 1978172"/>
              <a:gd name="connsiteX136" fmla="*/ 5858237 w 10768629"/>
              <a:gd name="connsiteY136" fmla="*/ 1660649 h 1978172"/>
              <a:gd name="connsiteX137" fmla="*/ 5840319 w 10768629"/>
              <a:gd name="connsiteY137" fmla="*/ 1660798 h 1978172"/>
              <a:gd name="connsiteX138" fmla="*/ 5806984 w 10768629"/>
              <a:gd name="connsiteY138" fmla="*/ 1661075 h 1978172"/>
              <a:gd name="connsiteX139" fmla="*/ 5742351 w 10768629"/>
              <a:gd name="connsiteY139" fmla="*/ 1667489 h 1978172"/>
              <a:gd name="connsiteX140" fmla="*/ 5521171 w 10768629"/>
              <a:gd name="connsiteY140" fmla="*/ 1671626 h 1978172"/>
              <a:gd name="connsiteX141" fmla="*/ 5457384 w 10768629"/>
              <a:gd name="connsiteY141" fmla="*/ 1683952 h 1978172"/>
              <a:gd name="connsiteX142" fmla="*/ 4950070 w 10768629"/>
              <a:gd name="connsiteY142" fmla="*/ 1748401 h 1978172"/>
              <a:gd name="connsiteX143" fmla="*/ 4872172 w 10768629"/>
              <a:gd name="connsiteY143" fmla="*/ 1757222 h 1978172"/>
              <a:gd name="connsiteX144" fmla="*/ 4809524 w 10768629"/>
              <a:gd name="connsiteY144" fmla="*/ 1761033 h 1978172"/>
              <a:gd name="connsiteX145" fmla="*/ 4759058 w 10768629"/>
              <a:gd name="connsiteY145" fmla="*/ 1766533 h 1978172"/>
              <a:gd name="connsiteX146" fmla="*/ 4719749 w 10768629"/>
              <a:gd name="connsiteY146" fmla="*/ 1771811 h 1978172"/>
              <a:gd name="connsiteX147" fmla="*/ 4568686 w 10768629"/>
              <a:gd name="connsiteY147" fmla="*/ 1786141 h 1978172"/>
              <a:gd name="connsiteX148" fmla="*/ 4418751 w 10768629"/>
              <a:gd name="connsiteY148" fmla="*/ 1796932 h 1978172"/>
              <a:gd name="connsiteX149" fmla="*/ 4378377 w 10768629"/>
              <a:gd name="connsiteY149" fmla="*/ 1815528 h 1978172"/>
              <a:gd name="connsiteX150" fmla="*/ 4320575 w 10768629"/>
              <a:gd name="connsiteY150" fmla="*/ 1832722 h 1978172"/>
              <a:gd name="connsiteX151" fmla="*/ 4211935 w 10768629"/>
              <a:gd name="connsiteY151" fmla="*/ 1860177 h 1978172"/>
              <a:gd name="connsiteX152" fmla="*/ 4101228 w 10768629"/>
              <a:gd name="connsiteY152" fmla="*/ 1868717 h 1978172"/>
              <a:gd name="connsiteX153" fmla="*/ 3973223 w 10768629"/>
              <a:gd name="connsiteY153" fmla="*/ 1881015 h 1978172"/>
              <a:gd name="connsiteX154" fmla="*/ 3900992 w 10768629"/>
              <a:gd name="connsiteY154" fmla="*/ 1880603 h 1978172"/>
              <a:gd name="connsiteX155" fmla="*/ 3662119 w 10768629"/>
              <a:gd name="connsiteY155" fmla="*/ 1889285 h 1978172"/>
              <a:gd name="connsiteX156" fmla="*/ 3496919 w 10768629"/>
              <a:gd name="connsiteY156" fmla="*/ 1873180 h 1978172"/>
              <a:gd name="connsiteX157" fmla="*/ 3449433 w 10768629"/>
              <a:gd name="connsiteY157" fmla="*/ 1889681 h 1978172"/>
              <a:gd name="connsiteX158" fmla="*/ 3369766 w 10768629"/>
              <a:gd name="connsiteY158" fmla="*/ 1916653 h 1978172"/>
              <a:gd name="connsiteX159" fmla="*/ 3269672 w 10768629"/>
              <a:gd name="connsiteY159" fmla="*/ 1938036 h 1978172"/>
              <a:gd name="connsiteX160" fmla="*/ 3224897 w 10768629"/>
              <a:gd name="connsiteY160" fmla="*/ 1943733 h 1978172"/>
              <a:gd name="connsiteX161" fmla="*/ 3161463 w 10768629"/>
              <a:gd name="connsiteY161" fmla="*/ 1946591 h 1978172"/>
              <a:gd name="connsiteX162" fmla="*/ 3112044 w 10768629"/>
              <a:gd name="connsiteY162" fmla="*/ 1935614 h 1978172"/>
              <a:gd name="connsiteX163" fmla="*/ 3069716 w 10768629"/>
              <a:gd name="connsiteY163" fmla="*/ 1930463 h 1978172"/>
              <a:gd name="connsiteX164" fmla="*/ 3005773 w 10768629"/>
              <a:gd name="connsiteY164" fmla="*/ 1915878 h 1978172"/>
              <a:gd name="connsiteX165" fmla="*/ 2897201 w 10768629"/>
              <a:gd name="connsiteY165" fmla="*/ 1926772 h 1978172"/>
              <a:gd name="connsiteX166" fmla="*/ 2783891 w 10768629"/>
              <a:gd name="connsiteY166" fmla="*/ 1931749 h 1978172"/>
              <a:gd name="connsiteX167" fmla="*/ 2712447 w 10768629"/>
              <a:gd name="connsiteY167" fmla="*/ 1933044 h 1978172"/>
              <a:gd name="connsiteX168" fmla="*/ 2560151 w 10768629"/>
              <a:gd name="connsiteY168" fmla="*/ 1963609 h 1978172"/>
              <a:gd name="connsiteX169" fmla="*/ 2367221 w 10768629"/>
              <a:gd name="connsiteY169" fmla="*/ 1971884 h 1978172"/>
              <a:gd name="connsiteX170" fmla="*/ 2272130 w 10768629"/>
              <a:gd name="connsiteY170" fmla="*/ 1961162 h 1978172"/>
              <a:gd name="connsiteX171" fmla="*/ 2189404 w 10768629"/>
              <a:gd name="connsiteY171" fmla="*/ 1978172 h 1978172"/>
              <a:gd name="connsiteX172" fmla="*/ 2077704 w 10768629"/>
              <a:gd name="connsiteY172" fmla="*/ 1965002 h 1978172"/>
              <a:gd name="connsiteX173" fmla="*/ 2033299 w 10768629"/>
              <a:gd name="connsiteY173" fmla="*/ 1969042 h 1978172"/>
              <a:gd name="connsiteX174" fmla="*/ 1967996 w 10768629"/>
              <a:gd name="connsiteY174" fmla="*/ 1953187 h 1978172"/>
              <a:gd name="connsiteX175" fmla="*/ 1855805 w 10768629"/>
              <a:gd name="connsiteY175" fmla="*/ 1926082 h 1978172"/>
              <a:gd name="connsiteX176" fmla="*/ 1790957 w 10768629"/>
              <a:gd name="connsiteY176" fmla="*/ 1919460 h 1978172"/>
              <a:gd name="connsiteX177" fmla="*/ 1613978 w 10768629"/>
              <a:gd name="connsiteY177" fmla="*/ 1891581 h 1978172"/>
              <a:gd name="connsiteX178" fmla="*/ 1436831 w 10768629"/>
              <a:gd name="connsiteY178" fmla="*/ 1856201 h 1978172"/>
              <a:gd name="connsiteX179" fmla="*/ 1357365 w 10768629"/>
              <a:gd name="connsiteY179" fmla="*/ 1832140 h 1978172"/>
              <a:gd name="connsiteX180" fmla="*/ 1232341 w 10768629"/>
              <a:gd name="connsiteY180" fmla="*/ 1785942 h 1978172"/>
              <a:gd name="connsiteX181" fmla="*/ 1162595 w 10768629"/>
              <a:gd name="connsiteY181" fmla="*/ 1784330 h 1978172"/>
              <a:gd name="connsiteX182" fmla="*/ 1120257 w 10768629"/>
              <a:gd name="connsiteY182" fmla="*/ 1789615 h 1978172"/>
              <a:gd name="connsiteX183" fmla="*/ 991903 w 10768629"/>
              <a:gd name="connsiteY183" fmla="*/ 1786741 h 1978172"/>
              <a:gd name="connsiteX184" fmla="*/ 883960 w 10768629"/>
              <a:gd name="connsiteY184" fmla="*/ 1809389 h 1978172"/>
              <a:gd name="connsiteX185" fmla="*/ 766531 w 10768629"/>
              <a:gd name="connsiteY185" fmla="*/ 1805053 h 1978172"/>
              <a:gd name="connsiteX186" fmla="*/ 669779 w 10768629"/>
              <a:gd name="connsiteY186" fmla="*/ 1800537 h 1978172"/>
              <a:gd name="connsiteX187" fmla="*/ 523898 w 10768629"/>
              <a:gd name="connsiteY187" fmla="*/ 1811085 h 1978172"/>
              <a:gd name="connsiteX188" fmla="*/ 360251 w 10768629"/>
              <a:gd name="connsiteY188" fmla="*/ 1830735 h 1978172"/>
              <a:gd name="connsiteX189" fmla="*/ 255207 w 10768629"/>
              <a:gd name="connsiteY189" fmla="*/ 1818275 h 1978172"/>
              <a:gd name="connsiteX190" fmla="*/ 101803 w 10768629"/>
              <a:gd name="connsiteY190" fmla="*/ 1870647 h 1978172"/>
              <a:gd name="connsiteX191" fmla="*/ 25397 w 10768629"/>
              <a:gd name="connsiteY191" fmla="*/ 1888443 h 1978172"/>
              <a:gd name="connsiteX192" fmla="*/ 2370 w 10768629"/>
              <a:gd name="connsiteY192" fmla="*/ 1878311 h 1978172"/>
              <a:gd name="connsiteX193" fmla="*/ 0 w 10768629"/>
              <a:gd name="connsiteY193" fmla="*/ 1878785 h 1978172"/>
              <a:gd name="connsiteX194" fmla="*/ 0 w 10768629"/>
              <a:gd name="connsiteY194" fmla="*/ 0 h 1978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0768629" h="1978172">
                <a:moveTo>
                  <a:pt x="0" y="0"/>
                </a:moveTo>
                <a:lnTo>
                  <a:pt x="10768629" y="0"/>
                </a:lnTo>
                <a:lnTo>
                  <a:pt x="10733254" y="31439"/>
                </a:lnTo>
                <a:lnTo>
                  <a:pt x="10727085" y="37910"/>
                </a:lnTo>
                <a:cubicBezTo>
                  <a:pt x="10712973" y="56080"/>
                  <a:pt x="10699457" y="78430"/>
                  <a:pt x="10675953" y="68623"/>
                </a:cubicBezTo>
                <a:cubicBezTo>
                  <a:pt x="10685972" y="89202"/>
                  <a:pt x="10641629" y="69781"/>
                  <a:pt x="10637091" y="90361"/>
                </a:cubicBezTo>
                <a:cubicBezTo>
                  <a:pt x="10635214" y="107005"/>
                  <a:pt x="10621323" y="104993"/>
                  <a:pt x="10610971" y="110764"/>
                </a:cubicBezTo>
                <a:cubicBezTo>
                  <a:pt x="10603980" y="127568"/>
                  <a:pt x="10551417" y="141180"/>
                  <a:pt x="10532872" y="138028"/>
                </a:cubicBezTo>
                <a:cubicBezTo>
                  <a:pt x="10480300" y="119072"/>
                  <a:pt x="10440532" y="186296"/>
                  <a:pt x="10398558" y="172911"/>
                </a:cubicBezTo>
                <a:cubicBezTo>
                  <a:pt x="10387708" y="174114"/>
                  <a:pt x="10378792" y="177646"/>
                  <a:pt x="10371128" y="182609"/>
                </a:cubicBezTo>
                <a:lnTo>
                  <a:pt x="10352178" y="199976"/>
                </a:lnTo>
                <a:lnTo>
                  <a:pt x="10351815" y="211879"/>
                </a:lnTo>
                <a:lnTo>
                  <a:pt x="10337471" y="218661"/>
                </a:lnTo>
                <a:lnTo>
                  <a:pt x="10334625" y="222351"/>
                </a:lnTo>
                <a:cubicBezTo>
                  <a:pt x="10321108" y="225227"/>
                  <a:pt x="10278615" y="228401"/>
                  <a:pt x="10256365" y="235917"/>
                </a:cubicBezTo>
                <a:cubicBezTo>
                  <a:pt x="10218136" y="258033"/>
                  <a:pt x="10224552" y="209685"/>
                  <a:pt x="10201127" y="267448"/>
                </a:cubicBezTo>
                <a:cubicBezTo>
                  <a:pt x="10121320" y="273476"/>
                  <a:pt x="10040763" y="345580"/>
                  <a:pt x="9961218" y="326720"/>
                </a:cubicBezTo>
                <a:cubicBezTo>
                  <a:pt x="9980173" y="341621"/>
                  <a:pt x="9883038" y="318484"/>
                  <a:pt x="9859715" y="355698"/>
                </a:cubicBezTo>
                <a:cubicBezTo>
                  <a:pt x="9812822" y="367758"/>
                  <a:pt x="9752089" y="383830"/>
                  <a:pt x="9679867" y="399081"/>
                </a:cubicBezTo>
                <a:cubicBezTo>
                  <a:pt x="9618357" y="415668"/>
                  <a:pt x="9525492" y="446315"/>
                  <a:pt x="9490654" y="455225"/>
                </a:cubicBezTo>
                <a:lnTo>
                  <a:pt x="9470837" y="452539"/>
                </a:lnTo>
                <a:lnTo>
                  <a:pt x="9469082" y="454891"/>
                </a:lnTo>
                <a:cubicBezTo>
                  <a:pt x="9460057" y="461184"/>
                  <a:pt x="9453495" y="461729"/>
                  <a:pt x="9448038" y="459733"/>
                </a:cubicBezTo>
                <a:lnTo>
                  <a:pt x="9396821" y="455795"/>
                </a:lnTo>
                <a:lnTo>
                  <a:pt x="9392197" y="459796"/>
                </a:lnTo>
                <a:lnTo>
                  <a:pt x="9347994" y="464462"/>
                </a:lnTo>
                <a:cubicBezTo>
                  <a:pt x="9347959" y="465155"/>
                  <a:pt x="9347925" y="465846"/>
                  <a:pt x="9347889" y="466539"/>
                </a:cubicBezTo>
                <a:cubicBezTo>
                  <a:pt x="9346648" y="471307"/>
                  <a:pt x="9343831" y="475025"/>
                  <a:pt x="9337639" y="476654"/>
                </a:cubicBezTo>
                <a:cubicBezTo>
                  <a:pt x="9354547" y="503661"/>
                  <a:pt x="9307720" y="510631"/>
                  <a:pt x="9287964" y="513052"/>
                </a:cubicBezTo>
                <a:cubicBezTo>
                  <a:pt x="9269905" y="526173"/>
                  <a:pt x="9245386" y="544358"/>
                  <a:pt x="9229283" y="555377"/>
                </a:cubicBezTo>
                <a:lnTo>
                  <a:pt x="9220274" y="557502"/>
                </a:lnTo>
                <a:cubicBezTo>
                  <a:pt x="9220250" y="557668"/>
                  <a:pt x="9220226" y="557835"/>
                  <a:pt x="9220202" y="558001"/>
                </a:cubicBezTo>
                <a:cubicBezTo>
                  <a:pt x="9218468" y="559434"/>
                  <a:pt x="9215591" y="560497"/>
                  <a:pt x="9210908" y="561147"/>
                </a:cubicBezTo>
                <a:lnTo>
                  <a:pt x="9186374" y="565502"/>
                </a:lnTo>
                <a:lnTo>
                  <a:pt x="9181058" y="569943"/>
                </a:lnTo>
                <a:lnTo>
                  <a:pt x="9167549" y="584727"/>
                </a:lnTo>
                <a:lnTo>
                  <a:pt x="9149110" y="598906"/>
                </a:lnTo>
                <a:cubicBezTo>
                  <a:pt x="9133575" y="594395"/>
                  <a:pt x="9087390" y="636567"/>
                  <a:pt x="9078556" y="644039"/>
                </a:cubicBezTo>
                <a:lnTo>
                  <a:pt x="8996399" y="690055"/>
                </a:lnTo>
                <a:cubicBezTo>
                  <a:pt x="8913147" y="777045"/>
                  <a:pt x="8867993" y="772591"/>
                  <a:pt x="8803791" y="813860"/>
                </a:cubicBezTo>
                <a:cubicBezTo>
                  <a:pt x="8745270" y="819906"/>
                  <a:pt x="8690049" y="823612"/>
                  <a:pt x="8636202" y="848463"/>
                </a:cubicBezTo>
                <a:cubicBezTo>
                  <a:pt x="8594799" y="860014"/>
                  <a:pt x="8568613" y="864779"/>
                  <a:pt x="8555372" y="883171"/>
                </a:cubicBezTo>
                <a:lnTo>
                  <a:pt x="8507229" y="901665"/>
                </a:lnTo>
                <a:lnTo>
                  <a:pt x="8428473" y="927985"/>
                </a:lnTo>
                <a:cubicBezTo>
                  <a:pt x="8428287" y="929817"/>
                  <a:pt x="8428100" y="931648"/>
                  <a:pt x="8427914" y="933480"/>
                </a:cubicBezTo>
                <a:lnTo>
                  <a:pt x="8420327" y="941984"/>
                </a:lnTo>
                <a:lnTo>
                  <a:pt x="8394729" y="948347"/>
                </a:lnTo>
                <a:lnTo>
                  <a:pt x="8380548" y="987916"/>
                </a:lnTo>
                <a:lnTo>
                  <a:pt x="8375330" y="965444"/>
                </a:lnTo>
                <a:cubicBezTo>
                  <a:pt x="8372375" y="964202"/>
                  <a:pt x="8344433" y="977378"/>
                  <a:pt x="8340796" y="980522"/>
                </a:cubicBezTo>
                <a:cubicBezTo>
                  <a:pt x="8328292" y="982128"/>
                  <a:pt x="8319237" y="991089"/>
                  <a:pt x="8304438" y="996739"/>
                </a:cubicBezTo>
                <a:cubicBezTo>
                  <a:pt x="8297193" y="1005683"/>
                  <a:pt x="8289328" y="1014568"/>
                  <a:pt x="8280929" y="1023089"/>
                </a:cubicBezTo>
                <a:lnTo>
                  <a:pt x="8275760" y="1027772"/>
                </a:lnTo>
                <a:lnTo>
                  <a:pt x="8275478" y="1027605"/>
                </a:lnTo>
                <a:cubicBezTo>
                  <a:pt x="8273970" y="1028076"/>
                  <a:pt x="8251461" y="1029408"/>
                  <a:pt x="8249003" y="1032033"/>
                </a:cubicBezTo>
                <a:lnTo>
                  <a:pt x="8203836" y="1037347"/>
                </a:lnTo>
                <a:cubicBezTo>
                  <a:pt x="8172789" y="1049890"/>
                  <a:pt x="8148166" y="1034625"/>
                  <a:pt x="8122936" y="1063113"/>
                </a:cubicBezTo>
                <a:cubicBezTo>
                  <a:pt x="8093850" y="1074757"/>
                  <a:pt x="8066781" y="1075350"/>
                  <a:pt x="8043658" y="1092746"/>
                </a:cubicBezTo>
                <a:cubicBezTo>
                  <a:pt x="8032157" y="1089174"/>
                  <a:pt x="8022145" y="1089998"/>
                  <a:pt x="8015351" y="1105478"/>
                </a:cubicBezTo>
                <a:cubicBezTo>
                  <a:pt x="7987544" y="1113006"/>
                  <a:pt x="7977708" y="1099152"/>
                  <a:pt x="7963145" y="1119346"/>
                </a:cubicBezTo>
                <a:cubicBezTo>
                  <a:pt x="7942622" y="1098880"/>
                  <a:pt x="7943760" y="1109516"/>
                  <a:pt x="7938145" y="1120225"/>
                </a:cubicBezTo>
                <a:lnTo>
                  <a:pt x="7937238" y="1121204"/>
                </a:lnTo>
                <a:lnTo>
                  <a:pt x="7934398" y="1118240"/>
                </a:lnTo>
                <a:lnTo>
                  <a:pt x="7918248" y="1124371"/>
                </a:lnTo>
                <a:lnTo>
                  <a:pt x="7914119" y="1127653"/>
                </a:lnTo>
                <a:cubicBezTo>
                  <a:pt x="7911201" y="1129547"/>
                  <a:pt x="7909169" y="1130331"/>
                  <a:pt x="7907658" y="1130350"/>
                </a:cubicBezTo>
                <a:lnTo>
                  <a:pt x="7907434" y="1130103"/>
                </a:lnTo>
                <a:lnTo>
                  <a:pt x="7901508" y="1133245"/>
                </a:lnTo>
                <a:cubicBezTo>
                  <a:pt x="7891644" y="1139271"/>
                  <a:pt x="7882185" y="1145815"/>
                  <a:pt x="7873287" y="1152609"/>
                </a:cubicBezTo>
                <a:cubicBezTo>
                  <a:pt x="7864672" y="1141906"/>
                  <a:pt x="7845199" y="1159242"/>
                  <a:pt x="7834833" y="1153868"/>
                </a:cubicBezTo>
                <a:lnTo>
                  <a:pt x="7828661" y="1139994"/>
                </a:lnTo>
                <a:lnTo>
                  <a:pt x="7823966" y="1143178"/>
                </a:lnTo>
                <a:lnTo>
                  <a:pt x="7815078" y="1151776"/>
                </a:lnTo>
                <a:cubicBezTo>
                  <a:pt x="7813692" y="1152943"/>
                  <a:pt x="7812687" y="1153116"/>
                  <a:pt x="7812026" y="1151522"/>
                </a:cubicBezTo>
                <a:cubicBezTo>
                  <a:pt x="7806555" y="1153054"/>
                  <a:pt x="7788673" y="1159989"/>
                  <a:pt x="7782249" y="1160970"/>
                </a:cubicBezTo>
                <a:lnTo>
                  <a:pt x="7773476" y="1157414"/>
                </a:lnTo>
                <a:lnTo>
                  <a:pt x="7769600" y="1157365"/>
                </a:lnTo>
                <a:lnTo>
                  <a:pt x="7752631" y="1172815"/>
                </a:lnTo>
                <a:lnTo>
                  <a:pt x="7739392" y="1192062"/>
                </a:lnTo>
                <a:lnTo>
                  <a:pt x="7677677" y="1216394"/>
                </a:lnTo>
                <a:lnTo>
                  <a:pt x="7586920" y="1261888"/>
                </a:lnTo>
                <a:cubicBezTo>
                  <a:pt x="7556723" y="1298911"/>
                  <a:pt x="7489187" y="1284518"/>
                  <a:pt x="7486100" y="1292563"/>
                </a:cubicBezTo>
                <a:cubicBezTo>
                  <a:pt x="7454875" y="1308356"/>
                  <a:pt x="7453335" y="1326361"/>
                  <a:pt x="7411323" y="1340732"/>
                </a:cubicBezTo>
                <a:cubicBezTo>
                  <a:pt x="7372519" y="1390006"/>
                  <a:pt x="7288617" y="1403664"/>
                  <a:pt x="7240698" y="1438832"/>
                </a:cubicBezTo>
                <a:cubicBezTo>
                  <a:pt x="7206467" y="1417136"/>
                  <a:pt x="7227555" y="1441678"/>
                  <a:pt x="7197675" y="1447530"/>
                </a:cubicBezTo>
                <a:cubicBezTo>
                  <a:pt x="7211601" y="1474927"/>
                  <a:pt x="7159483" y="1444981"/>
                  <a:pt x="7164788" y="1480293"/>
                </a:cubicBezTo>
                <a:cubicBezTo>
                  <a:pt x="7159184" y="1480240"/>
                  <a:pt x="7153584" y="1479075"/>
                  <a:pt x="7147929" y="1477641"/>
                </a:cubicBezTo>
                <a:lnTo>
                  <a:pt x="7144965" y="1476908"/>
                </a:lnTo>
                <a:lnTo>
                  <a:pt x="7134299" y="1479969"/>
                </a:lnTo>
                <a:lnTo>
                  <a:pt x="7129809" y="1473339"/>
                </a:lnTo>
                <a:lnTo>
                  <a:pt x="7112688" y="1472575"/>
                </a:lnTo>
                <a:cubicBezTo>
                  <a:pt x="7106506" y="1473449"/>
                  <a:pt x="7100123" y="1475741"/>
                  <a:pt x="7093470" y="1480300"/>
                </a:cubicBezTo>
                <a:cubicBezTo>
                  <a:pt x="7079039" y="1501274"/>
                  <a:pt x="7048991" y="1495718"/>
                  <a:pt x="7025034" y="1506934"/>
                </a:cubicBezTo>
                <a:lnTo>
                  <a:pt x="7014783" y="1515868"/>
                </a:lnTo>
                <a:lnTo>
                  <a:pt x="6979706" y="1523511"/>
                </a:lnTo>
                <a:lnTo>
                  <a:pt x="6977890" y="1525793"/>
                </a:lnTo>
                <a:cubicBezTo>
                  <a:pt x="6971996" y="1527914"/>
                  <a:pt x="6959488" y="1529941"/>
                  <a:pt x="6944339" y="1536237"/>
                </a:cubicBezTo>
                <a:lnTo>
                  <a:pt x="6886996" y="1563569"/>
                </a:lnTo>
                <a:lnTo>
                  <a:pt x="6874510" y="1558469"/>
                </a:lnTo>
                <a:lnTo>
                  <a:pt x="6871943" y="1554651"/>
                </a:lnTo>
                <a:lnTo>
                  <a:pt x="6856174" y="1562024"/>
                </a:lnTo>
                <a:lnTo>
                  <a:pt x="6842321" y="1560554"/>
                </a:lnTo>
                <a:lnTo>
                  <a:pt x="6832713" y="1569357"/>
                </a:lnTo>
                <a:lnTo>
                  <a:pt x="6816351" y="1571495"/>
                </a:lnTo>
                <a:cubicBezTo>
                  <a:pt x="6810216" y="1571510"/>
                  <a:pt x="6803310" y="1571324"/>
                  <a:pt x="6795800" y="1572010"/>
                </a:cubicBezTo>
                <a:lnTo>
                  <a:pt x="6777546" y="1568661"/>
                </a:lnTo>
                <a:lnTo>
                  <a:pt x="6751528" y="1574143"/>
                </a:lnTo>
                <a:cubicBezTo>
                  <a:pt x="6731455" y="1578562"/>
                  <a:pt x="6712054" y="1582098"/>
                  <a:pt x="6691966" y="1582255"/>
                </a:cubicBezTo>
                <a:cubicBezTo>
                  <a:pt x="6677921" y="1590738"/>
                  <a:pt x="6663787" y="1595441"/>
                  <a:pt x="6646941" y="1588471"/>
                </a:cubicBezTo>
                <a:cubicBezTo>
                  <a:pt x="6605135" y="1597971"/>
                  <a:pt x="6598373" y="1612583"/>
                  <a:pt x="6568576" y="1606488"/>
                </a:cubicBezTo>
                <a:cubicBezTo>
                  <a:pt x="6562510" y="1614734"/>
                  <a:pt x="6558067" y="1619360"/>
                  <a:pt x="6554358" y="1621701"/>
                </a:cubicBezTo>
                <a:cubicBezTo>
                  <a:pt x="6543227" y="1628727"/>
                  <a:pt x="6538724" y="1615196"/>
                  <a:pt x="6516968" y="1617195"/>
                </a:cubicBezTo>
                <a:cubicBezTo>
                  <a:pt x="6493173" y="1617368"/>
                  <a:pt x="6528193" y="1598652"/>
                  <a:pt x="6506479" y="1602227"/>
                </a:cubicBezTo>
                <a:cubicBezTo>
                  <a:pt x="6486674" y="1613929"/>
                  <a:pt x="6478484" y="1593997"/>
                  <a:pt x="6458436" y="1607332"/>
                </a:cubicBezTo>
                <a:cubicBezTo>
                  <a:pt x="6471168" y="1620800"/>
                  <a:pt x="6410323" y="1615478"/>
                  <a:pt x="6414786" y="1628815"/>
                </a:cubicBezTo>
                <a:cubicBezTo>
                  <a:pt x="6385942" y="1615041"/>
                  <a:pt x="6386569" y="1640238"/>
                  <a:pt x="6357085" y="1640846"/>
                </a:cubicBezTo>
                <a:cubicBezTo>
                  <a:pt x="6341163" y="1636809"/>
                  <a:pt x="6331497" y="1637754"/>
                  <a:pt x="6322636" y="1648213"/>
                </a:cubicBezTo>
                <a:cubicBezTo>
                  <a:pt x="6248448" y="1627802"/>
                  <a:pt x="6286748" y="1654976"/>
                  <a:pt x="6226172" y="1654676"/>
                </a:cubicBezTo>
                <a:lnTo>
                  <a:pt x="6221217" y="1654506"/>
                </a:lnTo>
                <a:lnTo>
                  <a:pt x="6204956" y="1664280"/>
                </a:lnTo>
                <a:cubicBezTo>
                  <a:pt x="6204728" y="1665114"/>
                  <a:pt x="6204498" y="1665947"/>
                  <a:pt x="6204270" y="1666782"/>
                </a:cubicBezTo>
                <a:lnTo>
                  <a:pt x="6143810" y="1661963"/>
                </a:lnTo>
                <a:lnTo>
                  <a:pt x="6136560" y="1665728"/>
                </a:lnTo>
                <a:lnTo>
                  <a:pt x="6096155" y="1656951"/>
                </a:lnTo>
                <a:lnTo>
                  <a:pt x="6075812" y="1655422"/>
                </a:lnTo>
                <a:lnTo>
                  <a:pt x="6039495" y="1649680"/>
                </a:lnTo>
                <a:lnTo>
                  <a:pt x="6036523" y="1652121"/>
                </a:lnTo>
                <a:lnTo>
                  <a:pt x="6029328" y="1649904"/>
                </a:lnTo>
                <a:lnTo>
                  <a:pt x="6024075" y="1652779"/>
                </a:lnTo>
                <a:lnTo>
                  <a:pt x="6018085" y="1652030"/>
                </a:lnTo>
                <a:cubicBezTo>
                  <a:pt x="6006658" y="1653831"/>
                  <a:pt x="5968194" y="1662035"/>
                  <a:pt x="5955513" y="1663584"/>
                </a:cubicBezTo>
                <a:lnTo>
                  <a:pt x="5941996" y="1661326"/>
                </a:lnTo>
                <a:lnTo>
                  <a:pt x="5931789" y="1669915"/>
                </a:lnTo>
                <a:lnTo>
                  <a:pt x="5888686" y="1672175"/>
                </a:lnTo>
                <a:lnTo>
                  <a:pt x="5873794" y="1665454"/>
                </a:lnTo>
                <a:lnTo>
                  <a:pt x="5860022" y="1660635"/>
                </a:lnTo>
                <a:lnTo>
                  <a:pt x="5858237" y="1660649"/>
                </a:lnTo>
                <a:lnTo>
                  <a:pt x="5840319" y="1660798"/>
                </a:lnTo>
                <a:lnTo>
                  <a:pt x="5806984" y="1661075"/>
                </a:lnTo>
                <a:cubicBezTo>
                  <a:pt x="5785708" y="1661533"/>
                  <a:pt x="5764126" y="1662974"/>
                  <a:pt x="5742351" y="1667489"/>
                </a:cubicBezTo>
                <a:cubicBezTo>
                  <a:pt x="5659069" y="1645168"/>
                  <a:pt x="5615134" y="1706361"/>
                  <a:pt x="5521171" y="1671626"/>
                </a:cubicBezTo>
                <a:cubicBezTo>
                  <a:pt x="5491803" y="1671296"/>
                  <a:pt x="5498089" y="1662666"/>
                  <a:pt x="5457384" y="1683952"/>
                </a:cubicBezTo>
                <a:cubicBezTo>
                  <a:pt x="5356959" y="1699287"/>
                  <a:pt x="5078905" y="1774579"/>
                  <a:pt x="4950070" y="1748401"/>
                </a:cubicBezTo>
                <a:cubicBezTo>
                  <a:pt x="4918276" y="1752255"/>
                  <a:pt x="4891043" y="1756936"/>
                  <a:pt x="4872172" y="1757222"/>
                </a:cubicBezTo>
                <a:lnTo>
                  <a:pt x="4809524" y="1761033"/>
                </a:lnTo>
                <a:cubicBezTo>
                  <a:pt x="4791324" y="1772975"/>
                  <a:pt x="4777258" y="1754591"/>
                  <a:pt x="4759058" y="1766533"/>
                </a:cubicBezTo>
                <a:cubicBezTo>
                  <a:pt x="4747481" y="1770744"/>
                  <a:pt x="4734604" y="1772921"/>
                  <a:pt x="4719749" y="1771811"/>
                </a:cubicBezTo>
                <a:cubicBezTo>
                  <a:pt x="4671168" y="1780243"/>
                  <a:pt x="4634134" y="1775931"/>
                  <a:pt x="4568686" y="1786141"/>
                </a:cubicBezTo>
                <a:cubicBezTo>
                  <a:pt x="4544667" y="1777910"/>
                  <a:pt x="4432547" y="1778168"/>
                  <a:pt x="4418751" y="1796932"/>
                </a:cubicBezTo>
                <a:cubicBezTo>
                  <a:pt x="4403360" y="1801488"/>
                  <a:pt x="4385278" y="1795746"/>
                  <a:pt x="4378377" y="1815528"/>
                </a:cubicBezTo>
                <a:cubicBezTo>
                  <a:pt x="4366870" y="1839461"/>
                  <a:pt x="4337372" y="1814003"/>
                  <a:pt x="4320575" y="1832722"/>
                </a:cubicBezTo>
                <a:cubicBezTo>
                  <a:pt x="4277898" y="1857053"/>
                  <a:pt x="4243945" y="1846759"/>
                  <a:pt x="4211935" y="1860177"/>
                </a:cubicBezTo>
                <a:cubicBezTo>
                  <a:pt x="4181519" y="1859584"/>
                  <a:pt x="4171342" y="1859762"/>
                  <a:pt x="4101228" y="1868717"/>
                </a:cubicBezTo>
                <a:cubicBezTo>
                  <a:pt x="4080159" y="1876188"/>
                  <a:pt x="4039427" y="1877381"/>
                  <a:pt x="3973223" y="1881015"/>
                </a:cubicBezTo>
                <a:cubicBezTo>
                  <a:pt x="3971330" y="1884974"/>
                  <a:pt x="3952843" y="1879225"/>
                  <a:pt x="3900992" y="1880603"/>
                </a:cubicBezTo>
                <a:cubicBezTo>
                  <a:pt x="3849141" y="1881981"/>
                  <a:pt x="3740060" y="1895686"/>
                  <a:pt x="3662119" y="1889285"/>
                </a:cubicBezTo>
                <a:cubicBezTo>
                  <a:pt x="3565155" y="1881322"/>
                  <a:pt x="3613412" y="1915150"/>
                  <a:pt x="3496919" y="1873180"/>
                </a:cubicBezTo>
                <a:cubicBezTo>
                  <a:pt x="3488062" y="1895719"/>
                  <a:pt x="3474293" y="1876288"/>
                  <a:pt x="3449433" y="1889681"/>
                </a:cubicBezTo>
                <a:cubicBezTo>
                  <a:pt x="3406553" y="1891629"/>
                  <a:pt x="3413217" y="1897797"/>
                  <a:pt x="3369766" y="1916653"/>
                </a:cubicBezTo>
                <a:cubicBezTo>
                  <a:pt x="3338805" y="1929531"/>
                  <a:pt x="3289487" y="1928617"/>
                  <a:pt x="3269672" y="1938036"/>
                </a:cubicBezTo>
                <a:lnTo>
                  <a:pt x="3224897" y="1943733"/>
                </a:lnTo>
                <a:cubicBezTo>
                  <a:pt x="3188693" y="1949271"/>
                  <a:pt x="3178540" y="1909145"/>
                  <a:pt x="3161463" y="1946591"/>
                </a:cubicBezTo>
                <a:lnTo>
                  <a:pt x="3112044" y="1935614"/>
                </a:lnTo>
                <a:lnTo>
                  <a:pt x="3069716" y="1930463"/>
                </a:lnTo>
                <a:cubicBezTo>
                  <a:pt x="3049937" y="1924285"/>
                  <a:pt x="3047816" y="1925644"/>
                  <a:pt x="3005773" y="1915878"/>
                </a:cubicBezTo>
                <a:cubicBezTo>
                  <a:pt x="2978838" y="1921092"/>
                  <a:pt x="2967972" y="1927319"/>
                  <a:pt x="2897201" y="1926772"/>
                </a:cubicBezTo>
                <a:lnTo>
                  <a:pt x="2783891" y="1931749"/>
                </a:lnTo>
                <a:cubicBezTo>
                  <a:pt x="2753098" y="1932794"/>
                  <a:pt x="2731621" y="1915151"/>
                  <a:pt x="2712447" y="1933044"/>
                </a:cubicBezTo>
                <a:cubicBezTo>
                  <a:pt x="2621923" y="1990472"/>
                  <a:pt x="2637976" y="1949546"/>
                  <a:pt x="2560151" y="1963609"/>
                </a:cubicBezTo>
                <a:cubicBezTo>
                  <a:pt x="2472084" y="1973456"/>
                  <a:pt x="2423631" y="1962133"/>
                  <a:pt x="2367221" y="1971884"/>
                </a:cubicBezTo>
                <a:cubicBezTo>
                  <a:pt x="2355331" y="1950582"/>
                  <a:pt x="2295649" y="1950006"/>
                  <a:pt x="2272130" y="1961162"/>
                </a:cubicBezTo>
                <a:cubicBezTo>
                  <a:pt x="2229336" y="1964326"/>
                  <a:pt x="2232627" y="1943953"/>
                  <a:pt x="2189404" y="1978172"/>
                </a:cubicBezTo>
                <a:cubicBezTo>
                  <a:pt x="2153824" y="1968017"/>
                  <a:pt x="2114605" y="1969166"/>
                  <a:pt x="2077704" y="1965002"/>
                </a:cubicBezTo>
                <a:cubicBezTo>
                  <a:pt x="2053064" y="1962036"/>
                  <a:pt x="2051584" y="1971011"/>
                  <a:pt x="2033299" y="1969042"/>
                </a:cubicBezTo>
                <a:cubicBezTo>
                  <a:pt x="2015014" y="1967073"/>
                  <a:pt x="1998956" y="1958903"/>
                  <a:pt x="1967996" y="1953187"/>
                </a:cubicBezTo>
                <a:cubicBezTo>
                  <a:pt x="1924117" y="1970917"/>
                  <a:pt x="1915668" y="1940297"/>
                  <a:pt x="1855805" y="1926082"/>
                </a:cubicBezTo>
                <a:cubicBezTo>
                  <a:pt x="1830663" y="1943732"/>
                  <a:pt x="1810564" y="1935694"/>
                  <a:pt x="1790957" y="1919460"/>
                </a:cubicBezTo>
                <a:cubicBezTo>
                  <a:pt x="1732588" y="1924884"/>
                  <a:pt x="1679506" y="1900619"/>
                  <a:pt x="1613978" y="1891581"/>
                </a:cubicBezTo>
                <a:cubicBezTo>
                  <a:pt x="1542961" y="1912227"/>
                  <a:pt x="1506863" y="1865666"/>
                  <a:pt x="1436831" y="1856201"/>
                </a:cubicBezTo>
                <a:cubicBezTo>
                  <a:pt x="1409149" y="1862955"/>
                  <a:pt x="1416370" y="1829853"/>
                  <a:pt x="1357365" y="1832140"/>
                </a:cubicBezTo>
                <a:cubicBezTo>
                  <a:pt x="1285880" y="1811785"/>
                  <a:pt x="1273193" y="1786872"/>
                  <a:pt x="1232341" y="1785942"/>
                </a:cubicBezTo>
                <a:cubicBezTo>
                  <a:pt x="1223903" y="1792798"/>
                  <a:pt x="1160576" y="1793911"/>
                  <a:pt x="1162595" y="1784330"/>
                </a:cubicBezTo>
                <a:cubicBezTo>
                  <a:pt x="1153167" y="1787110"/>
                  <a:pt x="1122206" y="1805077"/>
                  <a:pt x="1120257" y="1789615"/>
                </a:cubicBezTo>
                <a:cubicBezTo>
                  <a:pt x="1073149" y="1786750"/>
                  <a:pt x="1034361" y="1768718"/>
                  <a:pt x="991903" y="1786741"/>
                </a:cubicBezTo>
                <a:cubicBezTo>
                  <a:pt x="966383" y="1781126"/>
                  <a:pt x="949501" y="1800915"/>
                  <a:pt x="883960" y="1809389"/>
                </a:cubicBezTo>
                <a:cubicBezTo>
                  <a:pt x="836064" y="1808194"/>
                  <a:pt x="826980" y="1826610"/>
                  <a:pt x="766531" y="1805053"/>
                </a:cubicBezTo>
                <a:cubicBezTo>
                  <a:pt x="732778" y="1801141"/>
                  <a:pt x="694055" y="1787044"/>
                  <a:pt x="669779" y="1800537"/>
                </a:cubicBezTo>
                <a:cubicBezTo>
                  <a:pt x="645252" y="1794709"/>
                  <a:pt x="563495" y="1813232"/>
                  <a:pt x="523898" y="1811085"/>
                </a:cubicBezTo>
                <a:cubicBezTo>
                  <a:pt x="457555" y="1798530"/>
                  <a:pt x="395227" y="1824052"/>
                  <a:pt x="360251" y="1830735"/>
                </a:cubicBezTo>
                <a:cubicBezTo>
                  <a:pt x="313564" y="1825583"/>
                  <a:pt x="298281" y="1811622"/>
                  <a:pt x="255207" y="1818275"/>
                </a:cubicBezTo>
                <a:cubicBezTo>
                  <a:pt x="206572" y="1839769"/>
                  <a:pt x="160277" y="1836800"/>
                  <a:pt x="101803" y="1870647"/>
                </a:cubicBezTo>
                <a:cubicBezTo>
                  <a:pt x="85849" y="1910002"/>
                  <a:pt x="27997" y="1845258"/>
                  <a:pt x="25397" y="1888443"/>
                </a:cubicBezTo>
                <a:cubicBezTo>
                  <a:pt x="19096" y="1881154"/>
                  <a:pt x="11260" y="1878398"/>
                  <a:pt x="2370" y="1878311"/>
                </a:cubicBezTo>
                <a:lnTo>
                  <a:pt x="0" y="187878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24ABB78-88DD-C954-3CF9-6510389B1F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4" y="609597"/>
            <a:ext cx="9392421" cy="1330841"/>
          </a:xfrm>
        </p:spPr>
        <p:txBody>
          <a:bodyPr>
            <a:normAutofit/>
          </a:bodyPr>
          <a:lstStyle/>
          <a:p>
            <a:r>
              <a:rPr lang="en-US" dirty="0"/>
              <a:t>CS BOFs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A59483-200F-B64A-19D3-4C566236A9A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37034" y="2198362"/>
            <a:ext cx="4958966" cy="3917773"/>
          </a:xfrm>
        </p:spPr>
        <p:txBody>
          <a:bodyPr>
            <a:normAutofit/>
          </a:bodyPr>
          <a:lstStyle/>
          <a:p>
            <a:r>
              <a:rPr lang="en-US" sz="2000" dirty="0"/>
              <a:t>Cobalt Strike Beacon Object Files</a:t>
            </a:r>
          </a:p>
          <a:p>
            <a:r>
              <a:rPr lang="en-US" sz="2000" dirty="0"/>
              <a:t>Based on </a:t>
            </a:r>
            <a:r>
              <a:rPr lang="en-US" sz="2000" dirty="0" err="1"/>
              <a:t>TrustedSec’s</a:t>
            </a:r>
            <a:r>
              <a:rPr lang="en-US" sz="2000" dirty="0"/>
              <a:t> BOF format</a:t>
            </a:r>
          </a:p>
          <a:p>
            <a:r>
              <a:rPr lang="en-US" sz="2000" dirty="0"/>
              <a:t>ADRB Status Enumeration</a:t>
            </a:r>
          </a:p>
          <a:p>
            <a:r>
              <a:rPr lang="en-US" sz="2000" dirty="0"/>
              <a:t>ADRB Current User Permissions</a:t>
            </a:r>
          </a:p>
          <a:p>
            <a:r>
              <a:rPr lang="en-US" sz="2000" dirty="0"/>
              <a:t>ADRB Content List</a:t>
            </a:r>
          </a:p>
          <a:p>
            <a:pPr marL="0" indent="0">
              <a:buNone/>
            </a:pPr>
            <a:endParaRPr lang="en-US" sz="20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60D0633-BAFA-89F0-76A7-5ED4D9C56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3058" y="4476024"/>
            <a:ext cx="9386261" cy="1924182"/>
          </a:xfrm>
          <a:prstGeom prst="rect">
            <a:avLst/>
          </a:prstGeom>
        </p:spPr>
      </p:pic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59C3E72-282B-A976-C390-E459173271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5381624" y="6209414"/>
            <a:ext cx="6810375" cy="648586"/>
          </a:xfrm>
          <a:custGeom>
            <a:avLst/>
            <a:gdLst>
              <a:gd name="connsiteX0" fmla="*/ 0 w 10753706"/>
              <a:gd name="connsiteY0" fmla="*/ 0 h 1027260"/>
              <a:gd name="connsiteX1" fmla="*/ 10753706 w 10753706"/>
              <a:gd name="connsiteY1" fmla="*/ 0 h 1027260"/>
              <a:gd name="connsiteX2" fmla="*/ 10748809 w 10753706"/>
              <a:gd name="connsiteY2" fmla="*/ 2522 h 1027260"/>
              <a:gd name="connsiteX3" fmla="*/ 10725330 w 10753706"/>
              <a:gd name="connsiteY3" fmla="*/ 11977 h 1027260"/>
              <a:gd name="connsiteX4" fmla="*/ 10615423 w 10753706"/>
              <a:gd name="connsiteY4" fmla="*/ 52967 h 1027260"/>
              <a:gd name="connsiteX5" fmla="*/ 10533936 w 10753706"/>
              <a:gd name="connsiteY5" fmla="*/ 53095 h 1027260"/>
              <a:gd name="connsiteX6" fmla="*/ 10466876 w 10753706"/>
              <a:gd name="connsiteY6" fmla="*/ 45180 h 1027260"/>
              <a:gd name="connsiteX7" fmla="*/ 10355090 w 10753706"/>
              <a:gd name="connsiteY7" fmla="*/ 89741 h 1027260"/>
              <a:gd name="connsiteX8" fmla="*/ 10087145 w 10753706"/>
              <a:gd name="connsiteY8" fmla="*/ 66115 h 1027260"/>
              <a:gd name="connsiteX9" fmla="*/ 10015902 w 10753706"/>
              <a:gd name="connsiteY9" fmla="*/ 76178 h 1027260"/>
              <a:gd name="connsiteX10" fmla="*/ 9806005 w 10753706"/>
              <a:gd name="connsiteY10" fmla="*/ 102435 h 1027260"/>
              <a:gd name="connsiteX11" fmla="*/ 9602583 w 10753706"/>
              <a:gd name="connsiteY11" fmla="*/ 179170 h 1027260"/>
              <a:gd name="connsiteX12" fmla="*/ 9469719 w 10753706"/>
              <a:gd name="connsiteY12" fmla="*/ 174721 h 1027260"/>
              <a:gd name="connsiteX13" fmla="*/ 9408692 w 10753706"/>
              <a:gd name="connsiteY13" fmla="*/ 189513 h 1027260"/>
              <a:gd name="connsiteX14" fmla="*/ 9364151 w 10753706"/>
              <a:gd name="connsiteY14" fmla="*/ 194072 h 1027260"/>
              <a:gd name="connsiteX15" fmla="*/ 9337751 w 10753706"/>
              <a:gd name="connsiteY15" fmla="*/ 197579 h 1027260"/>
              <a:gd name="connsiteX16" fmla="*/ 9297166 w 10753706"/>
              <a:gd name="connsiteY16" fmla="*/ 216558 h 1027260"/>
              <a:gd name="connsiteX17" fmla="*/ 9123859 w 10753706"/>
              <a:gd name="connsiteY17" fmla="*/ 237356 h 1027260"/>
              <a:gd name="connsiteX18" fmla="*/ 8950741 w 10753706"/>
              <a:gd name="connsiteY18" fmla="*/ 238020 h 1027260"/>
              <a:gd name="connsiteX19" fmla="*/ 8718236 w 10753706"/>
              <a:gd name="connsiteY19" fmla="*/ 303148 h 1027260"/>
              <a:gd name="connsiteX20" fmla="*/ 8694011 w 10753706"/>
              <a:gd name="connsiteY20" fmla="*/ 308812 h 1027260"/>
              <a:gd name="connsiteX21" fmla="*/ 8611976 w 10753706"/>
              <a:gd name="connsiteY21" fmla="*/ 324819 h 1027260"/>
              <a:gd name="connsiteX22" fmla="*/ 8562074 w 10753706"/>
              <a:gd name="connsiteY22" fmla="*/ 337971 h 1027260"/>
              <a:gd name="connsiteX23" fmla="*/ 8501724 w 10753706"/>
              <a:gd name="connsiteY23" fmla="*/ 360865 h 1027260"/>
              <a:gd name="connsiteX24" fmla="*/ 8504489 w 10753706"/>
              <a:gd name="connsiteY24" fmla="*/ 364790 h 1027260"/>
              <a:gd name="connsiteX25" fmla="*/ 8492774 w 10753706"/>
              <a:gd name="connsiteY25" fmla="*/ 366181 h 1027260"/>
              <a:gd name="connsiteX26" fmla="*/ 8466405 w 10753706"/>
              <a:gd name="connsiteY26" fmla="*/ 368724 h 1027260"/>
              <a:gd name="connsiteX27" fmla="*/ 8427069 w 10753706"/>
              <a:gd name="connsiteY27" fmla="*/ 387211 h 1027260"/>
              <a:gd name="connsiteX28" fmla="*/ 8387766 w 10753706"/>
              <a:gd name="connsiteY28" fmla="*/ 377161 h 1027260"/>
              <a:gd name="connsiteX29" fmla="*/ 8315874 w 10753706"/>
              <a:gd name="connsiteY29" fmla="*/ 395527 h 1027260"/>
              <a:gd name="connsiteX30" fmla="*/ 8274474 w 10753706"/>
              <a:gd name="connsiteY30" fmla="*/ 405112 h 1027260"/>
              <a:gd name="connsiteX31" fmla="*/ 8234664 w 10753706"/>
              <a:gd name="connsiteY31" fmla="*/ 410219 h 1027260"/>
              <a:gd name="connsiteX32" fmla="*/ 8211268 w 10753706"/>
              <a:gd name="connsiteY32" fmla="*/ 416791 h 1027260"/>
              <a:gd name="connsiteX33" fmla="*/ 8188615 w 10753706"/>
              <a:gd name="connsiteY33" fmla="*/ 421755 h 1027260"/>
              <a:gd name="connsiteX34" fmla="*/ 8179981 w 10753706"/>
              <a:gd name="connsiteY34" fmla="*/ 420402 h 1027260"/>
              <a:gd name="connsiteX35" fmla="*/ 8179307 w 10753706"/>
              <a:gd name="connsiteY35" fmla="*/ 422516 h 1027260"/>
              <a:gd name="connsiteX36" fmla="*/ 8147929 w 10753706"/>
              <a:gd name="connsiteY36" fmla="*/ 450302 h 1027260"/>
              <a:gd name="connsiteX37" fmla="*/ 8089136 w 10753706"/>
              <a:gd name="connsiteY37" fmla="*/ 465283 h 1027260"/>
              <a:gd name="connsiteX38" fmla="*/ 8049973 w 10753706"/>
              <a:gd name="connsiteY38" fmla="*/ 454121 h 1027260"/>
              <a:gd name="connsiteX39" fmla="*/ 7965913 w 10753706"/>
              <a:gd name="connsiteY39" fmla="*/ 464415 h 1027260"/>
              <a:gd name="connsiteX40" fmla="*/ 7945093 w 10753706"/>
              <a:gd name="connsiteY40" fmla="*/ 464798 h 1027260"/>
              <a:gd name="connsiteX41" fmla="*/ 7935335 w 10753706"/>
              <a:gd name="connsiteY41" fmla="*/ 462442 h 1027260"/>
              <a:gd name="connsiteX42" fmla="*/ 7904779 w 10753706"/>
              <a:gd name="connsiteY42" fmla="*/ 471429 h 1027260"/>
              <a:gd name="connsiteX43" fmla="*/ 7855604 w 10753706"/>
              <a:gd name="connsiteY43" fmla="*/ 480199 h 1027260"/>
              <a:gd name="connsiteX44" fmla="*/ 7832630 w 10753706"/>
              <a:gd name="connsiteY44" fmla="*/ 485371 h 1027260"/>
              <a:gd name="connsiteX45" fmla="*/ 7812438 w 10753706"/>
              <a:gd name="connsiteY45" fmla="*/ 485391 h 1027260"/>
              <a:gd name="connsiteX46" fmla="*/ 7701399 w 10753706"/>
              <a:gd name="connsiteY46" fmla="*/ 495197 h 1027260"/>
              <a:gd name="connsiteX47" fmla="*/ 7674778 w 10753706"/>
              <a:gd name="connsiteY47" fmla="*/ 494723 h 1027260"/>
              <a:gd name="connsiteX48" fmla="*/ 7660445 w 10753706"/>
              <a:gd name="connsiteY48" fmla="*/ 490194 h 1027260"/>
              <a:gd name="connsiteX49" fmla="*/ 7651781 w 10753706"/>
              <a:gd name="connsiteY49" fmla="*/ 493084 h 1027260"/>
              <a:gd name="connsiteX50" fmla="*/ 7584807 w 10753706"/>
              <a:gd name="connsiteY50" fmla="*/ 499490 h 1027260"/>
              <a:gd name="connsiteX51" fmla="*/ 7541324 w 10753706"/>
              <a:gd name="connsiteY51" fmla="*/ 504184 h 1027260"/>
              <a:gd name="connsiteX52" fmla="*/ 7541756 w 10753706"/>
              <a:gd name="connsiteY52" fmla="*/ 512184 h 1027260"/>
              <a:gd name="connsiteX53" fmla="*/ 7503906 w 10753706"/>
              <a:gd name="connsiteY53" fmla="*/ 518551 h 1027260"/>
              <a:gd name="connsiteX54" fmla="*/ 7460411 w 10753706"/>
              <a:gd name="connsiteY54" fmla="*/ 517415 h 1027260"/>
              <a:gd name="connsiteX55" fmla="*/ 7460116 w 10753706"/>
              <a:gd name="connsiteY55" fmla="*/ 517548 h 1027260"/>
              <a:gd name="connsiteX56" fmla="*/ 7297810 w 10753706"/>
              <a:gd name="connsiteY56" fmla="*/ 563947 h 1027260"/>
              <a:gd name="connsiteX57" fmla="*/ 6946388 w 10753706"/>
              <a:gd name="connsiteY57" fmla="*/ 665244 h 1027260"/>
              <a:gd name="connsiteX58" fmla="*/ 6741704 w 10753706"/>
              <a:gd name="connsiteY58" fmla="*/ 679365 h 1027260"/>
              <a:gd name="connsiteX59" fmla="*/ 6624680 w 10753706"/>
              <a:gd name="connsiteY59" fmla="*/ 677674 h 1027260"/>
              <a:gd name="connsiteX60" fmla="*/ 6605700 w 10753706"/>
              <a:gd name="connsiteY60" fmla="*/ 683566 h 1027260"/>
              <a:gd name="connsiteX61" fmla="*/ 6576922 w 10753706"/>
              <a:gd name="connsiteY61" fmla="*/ 683030 h 1027260"/>
              <a:gd name="connsiteX62" fmla="*/ 6405123 w 10753706"/>
              <a:gd name="connsiteY62" fmla="*/ 721946 h 1027260"/>
              <a:gd name="connsiteX63" fmla="*/ 6368938 w 10753706"/>
              <a:gd name="connsiteY63" fmla="*/ 717341 h 1027260"/>
              <a:gd name="connsiteX64" fmla="*/ 6295102 w 10753706"/>
              <a:gd name="connsiteY64" fmla="*/ 729508 h 1027260"/>
              <a:gd name="connsiteX65" fmla="*/ 6202084 w 10753706"/>
              <a:gd name="connsiteY65" fmla="*/ 767091 h 1027260"/>
              <a:gd name="connsiteX66" fmla="*/ 6067157 w 10753706"/>
              <a:gd name="connsiteY66" fmla="*/ 790339 h 1027260"/>
              <a:gd name="connsiteX67" fmla="*/ 6061443 w 10753706"/>
              <a:gd name="connsiteY67" fmla="*/ 796151 h 1027260"/>
              <a:gd name="connsiteX68" fmla="*/ 6051406 w 10753706"/>
              <a:gd name="connsiteY68" fmla="*/ 800684 h 1027260"/>
              <a:gd name="connsiteX69" fmla="*/ 6049097 w 10753706"/>
              <a:gd name="connsiteY69" fmla="*/ 800636 h 1027260"/>
              <a:gd name="connsiteX70" fmla="*/ 6034222 w 10753706"/>
              <a:gd name="connsiteY70" fmla="*/ 804110 h 1027260"/>
              <a:gd name="connsiteX71" fmla="*/ 6033121 w 10753706"/>
              <a:gd name="connsiteY71" fmla="*/ 806078 h 1027260"/>
              <a:gd name="connsiteX72" fmla="*/ 6023593 w 10753706"/>
              <a:gd name="connsiteY72" fmla="*/ 808842 h 1027260"/>
              <a:gd name="connsiteX73" fmla="*/ 6006639 w 10753706"/>
              <a:gd name="connsiteY73" fmla="*/ 815304 h 1027260"/>
              <a:gd name="connsiteX74" fmla="*/ 6001762 w 10753706"/>
              <a:gd name="connsiteY74" fmla="*/ 815557 h 1027260"/>
              <a:gd name="connsiteX75" fmla="*/ 5973534 w 10753706"/>
              <a:gd name="connsiteY75" fmla="*/ 823815 h 1027260"/>
              <a:gd name="connsiteX76" fmla="*/ 5972336 w 10753706"/>
              <a:gd name="connsiteY76" fmla="*/ 823476 h 1027260"/>
              <a:gd name="connsiteX77" fmla="*/ 5960841 w 10753706"/>
              <a:gd name="connsiteY77" fmla="*/ 823819 h 1027260"/>
              <a:gd name="connsiteX78" fmla="*/ 5940719 w 10753706"/>
              <a:gd name="connsiteY78" fmla="*/ 825514 h 1027260"/>
              <a:gd name="connsiteX79" fmla="*/ 5884298 w 10753706"/>
              <a:gd name="connsiteY79" fmla="*/ 823806 h 1027260"/>
              <a:gd name="connsiteX80" fmla="*/ 5854779 w 10753706"/>
              <a:gd name="connsiteY80" fmla="*/ 832365 h 1027260"/>
              <a:gd name="connsiteX81" fmla="*/ 5848382 w 10753706"/>
              <a:gd name="connsiteY81" fmla="*/ 833844 h 1027260"/>
              <a:gd name="connsiteX82" fmla="*/ 5848066 w 10753706"/>
              <a:gd name="connsiteY82" fmla="*/ 833772 h 1027260"/>
              <a:gd name="connsiteX83" fmla="*/ 5840944 w 10753706"/>
              <a:gd name="connsiteY83" fmla="*/ 835132 h 1027260"/>
              <a:gd name="connsiteX84" fmla="*/ 5836719 w 10753706"/>
              <a:gd name="connsiteY84" fmla="*/ 836539 h 1027260"/>
              <a:gd name="connsiteX85" fmla="*/ 5824311 w 10753706"/>
              <a:gd name="connsiteY85" fmla="*/ 839408 h 1027260"/>
              <a:gd name="connsiteX86" fmla="*/ 5818788 w 10753706"/>
              <a:gd name="connsiteY86" fmla="*/ 839727 h 1027260"/>
              <a:gd name="connsiteX87" fmla="*/ 5763953 w 10753706"/>
              <a:gd name="connsiteY87" fmla="*/ 834282 h 1027260"/>
              <a:gd name="connsiteX88" fmla="*/ 5667748 w 10753706"/>
              <a:gd name="connsiteY88" fmla="*/ 840211 h 1027260"/>
              <a:gd name="connsiteX89" fmla="*/ 5573108 w 10753706"/>
              <a:gd name="connsiteY89" fmla="*/ 847611 h 1027260"/>
              <a:gd name="connsiteX90" fmla="*/ 5539137 w 10753706"/>
              <a:gd name="connsiteY90" fmla="*/ 851033 h 1027260"/>
              <a:gd name="connsiteX91" fmla="*/ 5510651 w 10753706"/>
              <a:gd name="connsiteY91" fmla="*/ 844215 h 1027260"/>
              <a:gd name="connsiteX92" fmla="*/ 5457331 w 10753706"/>
              <a:gd name="connsiteY92" fmla="*/ 839159 h 1027260"/>
              <a:gd name="connsiteX93" fmla="*/ 5410613 w 10753706"/>
              <a:gd name="connsiteY93" fmla="*/ 834358 h 1027260"/>
              <a:gd name="connsiteX94" fmla="*/ 5370040 w 10753706"/>
              <a:gd name="connsiteY94" fmla="*/ 862127 h 1027260"/>
              <a:gd name="connsiteX95" fmla="*/ 5318778 w 10753706"/>
              <a:gd name="connsiteY95" fmla="*/ 855310 h 1027260"/>
              <a:gd name="connsiteX96" fmla="*/ 5298645 w 10753706"/>
              <a:gd name="connsiteY96" fmla="*/ 855171 h 1027260"/>
              <a:gd name="connsiteX97" fmla="*/ 5253828 w 10753706"/>
              <a:gd name="connsiteY97" fmla="*/ 859670 h 1027260"/>
              <a:gd name="connsiteX98" fmla="*/ 5216955 w 10753706"/>
              <a:gd name="connsiteY98" fmla="*/ 866245 h 1027260"/>
              <a:gd name="connsiteX99" fmla="*/ 5214344 w 10753706"/>
              <a:gd name="connsiteY99" fmla="*/ 868102 h 1027260"/>
              <a:gd name="connsiteX100" fmla="*/ 5195561 w 10753706"/>
              <a:gd name="connsiteY100" fmla="*/ 869949 h 1027260"/>
              <a:gd name="connsiteX101" fmla="*/ 5182555 w 10753706"/>
              <a:gd name="connsiteY101" fmla="*/ 873542 h 1027260"/>
              <a:gd name="connsiteX102" fmla="*/ 5172552 w 10753706"/>
              <a:gd name="connsiteY102" fmla="*/ 878801 h 1027260"/>
              <a:gd name="connsiteX103" fmla="*/ 5027993 w 10753706"/>
              <a:gd name="connsiteY103" fmla="*/ 889666 h 1027260"/>
              <a:gd name="connsiteX104" fmla="*/ 4939844 w 10753706"/>
              <a:gd name="connsiteY104" fmla="*/ 934802 h 1027260"/>
              <a:gd name="connsiteX105" fmla="*/ 4792576 w 10753706"/>
              <a:gd name="connsiteY105" fmla="*/ 934820 h 1027260"/>
              <a:gd name="connsiteX106" fmla="*/ 4602423 w 10753706"/>
              <a:gd name="connsiteY106" fmla="*/ 958063 h 1027260"/>
              <a:gd name="connsiteX107" fmla="*/ 4290656 w 10753706"/>
              <a:gd name="connsiteY107" fmla="*/ 969152 h 1027260"/>
              <a:gd name="connsiteX108" fmla="*/ 3952334 w 10753706"/>
              <a:gd name="connsiteY108" fmla="*/ 954043 h 1027260"/>
              <a:gd name="connsiteX109" fmla="*/ 3858560 w 10753706"/>
              <a:gd name="connsiteY109" fmla="*/ 948781 h 1027260"/>
              <a:gd name="connsiteX110" fmla="*/ 3846597 w 10753706"/>
              <a:gd name="connsiteY110" fmla="*/ 948382 h 1027260"/>
              <a:gd name="connsiteX111" fmla="*/ 3736044 w 10753706"/>
              <a:gd name="connsiteY111" fmla="*/ 947759 h 1027260"/>
              <a:gd name="connsiteX112" fmla="*/ 3713136 w 10753706"/>
              <a:gd name="connsiteY112" fmla="*/ 946963 h 1027260"/>
              <a:gd name="connsiteX113" fmla="*/ 3695939 w 10753706"/>
              <a:gd name="connsiteY113" fmla="*/ 943639 h 1027260"/>
              <a:gd name="connsiteX114" fmla="*/ 3694125 w 10753706"/>
              <a:gd name="connsiteY114" fmla="*/ 940567 h 1027260"/>
              <a:gd name="connsiteX115" fmla="*/ 3681925 w 10753706"/>
              <a:gd name="connsiteY115" fmla="*/ 939706 h 1027260"/>
              <a:gd name="connsiteX116" fmla="*/ 3679204 w 10753706"/>
              <a:gd name="connsiteY116" fmla="*/ 938926 h 1027260"/>
              <a:gd name="connsiteX117" fmla="*/ 3615656 w 10753706"/>
              <a:gd name="connsiteY117" fmla="*/ 940320 h 1027260"/>
              <a:gd name="connsiteX118" fmla="*/ 3567983 w 10753706"/>
              <a:gd name="connsiteY118" fmla="*/ 935596 h 1027260"/>
              <a:gd name="connsiteX119" fmla="*/ 3422423 w 10753706"/>
              <a:gd name="connsiteY119" fmla="*/ 932129 h 1027260"/>
              <a:gd name="connsiteX120" fmla="*/ 3310925 w 10753706"/>
              <a:gd name="connsiteY120" fmla="*/ 911072 h 1027260"/>
              <a:gd name="connsiteX121" fmla="*/ 3139421 w 10753706"/>
              <a:gd name="connsiteY121" fmla="*/ 934151 h 1027260"/>
              <a:gd name="connsiteX122" fmla="*/ 2996922 w 10753706"/>
              <a:gd name="connsiteY122" fmla="*/ 927537 h 1027260"/>
              <a:gd name="connsiteX123" fmla="*/ 2982785 w 10753706"/>
              <a:gd name="connsiteY123" fmla="*/ 931453 h 1027260"/>
              <a:gd name="connsiteX124" fmla="*/ 2967478 w 10753706"/>
              <a:gd name="connsiteY124" fmla="*/ 933397 h 1027260"/>
              <a:gd name="connsiteX125" fmla="*/ 2948552 w 10753706"/>
              <a:gd name="connsiteY125" fmla="*/ 932961 h 1027260"/>
              <a:gd name="connsiteX126" fmla="*/ 2944404 w 10753706"/>
              <a:gd name="connsiteY126" fmla="*/ 934452 h 1027260"/>
              <a:gd name="connsiteX127" fmla="*/ 2908608 w 10753706"/>
              <a:gd name="connsiteY127" fmla="*/ 937205 h 1027260"/>
              <a:gd name="connsiteX128" fmla="*/ 2904443 w 10753706"/>
              <a:gd name="connsiteY128" fmla="*/ 936455 h 1027260"/>
              <a:gd name="connsiteX129" fmla="*/ 2868935 w 10753706"/>
              <a:gd name="connsiteY129" fmla="*/ 938022 h 1027260"/>
              <a:gd name="connsiteX130" fmla="*/ 2868586 w 10753706"/>
              <a:gd name="connsiteY130" fmla="*/ 937487 h 1027260"/>
              <a:gd name="connsiteX131" fmla="*/ 2859191 w 10753706"/>
              <a:gd name="connsiteY131" fmla="*/ 935503 h 1027260"/>
              <a:gd name="connsiteX132" fmla="*/ 2840915 w 10753706"/>
              <a:gd name="connsiteY132" fmla="*/ 932977 h 1027260"/>
              <a:gd name="connsiteX133" fmla="*/ 2763509 w 10753706"/>
              <a:gd name="connsiteY133" fmla="*/ 921850 h 1027260"/>
              <a:gd name="connsiteX134" fmla="*/ 2756121 w 10753706"/>
              <a:gd name="connsiteY134" fmla="*/ 921864 h 1027260"/>
              <a:gd name="connsiteX135" fmla="*/ 2755998 w 10753706"/>
              <a:gd name="connsiteY135" fmla="*/ 921739 h 1027260"/>
              <a:gd name="connsiteX136" fmla="*/ 2748255 w 10753706"/>
              <a:gd name="connsiteY136" fmla="*/ 921505 h 1027260"/>
              <a:gd name="connsiteX137" fmla="*/ 2694601 w 10753706"/>
              <a:gd name="connsiteY137" fmla="*/ 915575 h 1027260"/>
              <a:gd name="connsiteX138" fmla="*/ 2635357 w 10753706"/>
              <a:gd name="connsiteY138" fmla="*/ 910976 h 1027260"/>
              <a:gd name="connsiteX139" fmla="*/ 2601047 w 10753706"/>
              <a:gd name="connsiteY139" fmla="*/ 910263 h 1027260"/>
              <a:gd name="connsiteX140" fmla="*/ 2507482 w 10753706"/>
              <a:gd name="connsiteY140" fmla="*/ 906211 h 1027260"/>
              <a:gd name="connsiteX141" fmla="*/ 2413884 w 10753706"/>
              <a:gd name="connsiteY141" fmla="*/ 900545 h 1027260"/>
              <a:gd name="connsiteX142" fmla="*/ 2368912 w 10753706"/>
              <a:gd name="connsiteY142" fmla="*/ 888755 h 1027260"/>
              <a:gd name="connsiteX143" fmla="*/ 2349490 w 10753706"/>
              <a:gd name="connsiteY143" fmla="*/ 889719 h 1027260"/>
              <a:gd name="connsiteX144" fmla="*/ 2344290 w 10753706"/>
              <a:gd name="connsiteY144" fmla="*/ 890584 h 1027260"/>
              <a:gd name="connsiteX145" fmla="*/ 2336488 w 10753706"/>
              <a:gd name="connsiteY145" fmla="*/ 891058 h 1027260"/>
              <a:gd name="connsiteX146" fmla="*/ 2329015 w 10753706"/>
              <a:gd name="connsiteY146" fmla="*/ 891627 h 1027260"/>
              <a:gd name="connsiteX147" fmla="*/ 2293898 w 10753706"/>
              <a:gd name="connsiteY147" fmla="*/ 896431 h 1027260"/>
              <a:gd name="connsiteX148" fmla="*/ 2243927 w 10753706"/>
              <a:gd name="connsiteY148" fmla="*/ 888076 h 1027260"/>
              <a:gd name="connsiteX149" fmla="*/ 2223920 w 10753706"/>
              <a:gd name="connsiteY149" fmla="*/ 887331 h 1027260"/>
              <a:gd name="connsiteX150" fmla="*/ 2213081 w 10753706"/>
              <a:gd name="connsiteY150" fmla="*/ 886302 h 1027260"/>
              <a:gd name="connsiteX151" fmla="*/ 2212307 w 10753706"/>
              <a:gd name="connsiteY151" fmla="*/ 885829 h 1027260"/>
              <a:gd name="connsiteX152" fmla="*/ 2152321 w 10753706"/>
              <a:gd name="connsiteY152" fmla="*/ 894418 h 1027260"/>
              <a:gd name="connsiteX153" fmla="*/ 2140985 w 10753706"/>
              <a:gd name="connsiteY153" fmla="*/ 895968 h 1027260"/>
              <a:gd name="connsiteX154" fmla="*/ 2121210 w 10753706"/>
              <a:gd name="connsiteY154" fmla="*/ 899354 h 1027260"/>
              <a:gd name="connsiteX155" fmla="*/ 2119146 w 10753706"/>
              <a:gd name="connsiteY155" fmla="*/ 899033 h 1027260"/>
              <a:gd name="connsiteX156" fmla="*/ 2105666 w 10753706"/>
              <a:gd name="connsiteY156" fmla="*/ 902240 h 1027260"/>
              <a:gd name="connsiteX157" fmla="*/ 2094924 w 10753706"/>
              <a:gd name="connsiteY157" fmla="*/ 907203 h 1027260"/>
              <a:gd name="connsiteX158" fmla="*/ 1949478 w 10753706"/>
              <a:gd name="connsiteY158" fmla="*/ 913748 h 1027260"/>
              <a:gd name="connsiteX159" fmla="*/ 1749684 w 10753706"/>
              <a:gd name="connsiteY159" fmla="*/ 942223 h 1027260"/>
              <a:gd name="connsiteX160" fmla="*/ 1585576 w 10753706"/>
              <a:gd name="connsiteY160" fmla="*/ 954170 h 1027260"/>
              <a:gd name="connsiteX161" fmla="*/ 1476250 w 10753706"/>
              <a:gd name="connsiteY161" fmla="*/ 950653 h 1027260"/>
              <a:gd name="connsiteX162" fmla="*/ 1433927 w 10753706"/>
              <a:gd name="connsiteY162" fmla="*/ 959926 h 1027260"/>
              <a:gd name="connsiteX163" fmla="*/ 1414893 w 10753706"/>
              <a:gd name="connsiteY163" fmla="*/ 957671 h 1027260"/>
              <a:gd name="connsiteX164" fmla="*/ 1411585 w 10753706"/>
              <a:gd name="connsiteY164" fmla="*/ 957179 h 1027260"/>
              <a:gd name="connsiteX165" fmla="*/ 1398896 w 10753706"/>
              <a:gd name="connsiteY165" fmla="*/ 957460 h 1027260"/>
              <a:gd name="connsiteX166" fmla="*/ 1394632 w 10753706"/>
              <a:gd name="connsiteY166" fmla="*/ 954725 h 1027260"/>
              <a:gd name="connsiteX167" fmla="*/ 1375043 w 10753706"/>
              <a:gd name="connsiteY167" fmla="*/ 953132 h 1027260"/>
              <a:gd name="connsiteX168" fmla="*/ 1351876 w 10753706"/>
              <a:gd name="connsiteY168" fmla="*/ 954436 h 1027260"/>
              <a:gd name="connsiteX169" fmla="*/ 1242676 w 10753706"/>
              <a:gd name="connsiteY169" fmla="*/ 963767 h 1027260"/>
              <a:gd name="connsiteX170" fmla="*/ 1205993 w 10753706"/>
              <a:gd name="connsiteY170" fmla="*/ 974080 h 1027260"/>
              <a:gd name="connsiteX171" fmla="*/ 1052221 w 10753706"/>
              <a:gd name="connsiteY171" fmla="*/ 963954 h 1027260"/>
              <a:gd name="connsiteX172" fmla="*/ 968270 w 10753706"/>
              <a:gd name="connsiteY172" fmla="*/ 964761 h 1027260"/>
              <a:gd name="connsiteX173" fmla="*/ 874493 w 10753706"/>
              <a:gd name="connsiteY173" fmla="*/ 998122 h 1027260"/>
              <a:gd name="connsiteX174" fmla="*/ 814411 w 10753706"/>
              <a:gd name="connsiteY174" fmla="*/ 1007391 h 1027260"/>
              <a:gd name="connsiteX175" fmla="*/ 688604 w 10753706"/>
              <a:gd name="connsiteY175" fmla="*/ 1015631 h 1027260"/>
              <a:gd name="connsiteX176" fmla="*/ 618171 w 10753706"/>
              <a:gd name="connsiteY176" fmla="*/ 1027260 h 1027260"/>
              <a:gd name="connsiteX177" fmla="*/ 570379 w 10753706"/>
              <a:gd name="connsiteY177" fmla="*/ 1023487 h 1027260"/>
              <a:gd name="connsiteX178" fmla="*/ 482519 w 10753706"/>
              <a:gd name="connsiteY178" fmla="*/ 1002108 h 1027260"/>
              <a:gd name="connsiteX179" fmla="*/ 475319 w 10753706"/>
              <a:gd name="connsiteY179" fmla="*/ 1009922 h 1027260"/>
              <a:gd name="connsiteX180" fmla="*/ 431104 w 10753706"/>
              <a:gd name="connsiteY180" fmla="*/ 1009317 h 1027260"/>
              <a:gd name="connsiteX181" fmla="*/ 363782 w 10753706"/>
              <a:gd name="connsiteY181" fmla="*/ 1007585 h 1027260"/>
              <a:gd name="connsiteX182" fmla="*/ 325533 w 10753706"/>
              <a:gd name="connsiteY182" fmla="*/ 1008502 h 1027260"/>
              <a:gd name="connsiteX183" fmla="*/ 220429 w 10753706"/>
              <a:gd name="connsiteY183" fmla="*/ 1008927 h 1027260"/>
              <a:gd name="connsiteX184" fmla="*/ 114676 w 10753706"/>
              <a:gd name="connsiteY184" fmla="*/ 1007765 h 1027260"/>
              <a:gd name="connsiteX185" fmla="*/ 13470 w 10753706"/>
              <a:gd name="connsiteY185" fmla="*/ 998544 h 1027260"/>
              <a:gd name="connsiteX186" fmla="*/ 0 w 10753706"/>
              <a:gd name="connsiteY186" fmla="*/ 997355 h 102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10753706" h="1027260">
                <a:moveTo>
                  <a:pt x="0" y="0"/>
                </a:moveTo>
                <a:lnTo>
                  <a:pt x="10753706" y="0"/>
                </a:lnTo>
                <a:lnTo>
                  <a:pt x="10748809" y="2522"/>
                </a:lnTo>
                <a:cubicBezTo>
                  <a:pt x="10744031" y="4644"/>
                  <a:pt x="10737551" y="7204"/>
                  <a:pt x="10725330" y="11977"/>
                </a:cubicBezTo>
                <a:cubicBezTo>
                  <a:pt x="10700888" y="21523"/>
                  <a:pt x="10652058" y="39304"/>
                  <a:pt x="10615423" y="52967"/>
                </a:cubicBezTo>
                <a:cubicBezTo>
                  <a:pt x="10598524" y="49017"/>
                  <a:pt x="10550674" y="61360"/>
                  <a:pt x="10533936" y="53095"/>
                </a:cubicBezTo>
                <a:cubicBezTo>
                  <a:pt x="10519435" y="55674"/>
                  <a:pt x="10480156" y="49393"/>
                  <a:pt x="10466876" y="45180"/>
                </a:cubicBezTo>
                <a:cubicBezTo>
                  <a:pt x="10443145" y="68059"/>
                  <a:pt x="10382269" y="71294"/>
                  <a:pt x="10355090" y="89741"/>
                </a:cubicBezTo>
                <a:cubicBezTo>
                  <a:pt x="10286222" y="95376"/>
                  <a:pt x="10146285" y="63529"/>
                  <a:pt x="10087145" y="66115"/>
                </a:cubicBezTo>
                <a:cubicBezTo>
                  <a:pt x="10067575" y="79584"/>
                  <a:pt x="10043111" y="68921"/>
                  <a:pt x="10015902" y="76178"/>
                </a:cubicBezTo>
                <a:cubicBezTo>
                  <a:pt x="9952302" y="84628"/>
                  <a:pt x="9893286" y="103337"/>
                  <a:pt x="9806005" y="102435"/>
                </a:cubicBezTo>
                <a:cubicBezTo>
                  <a:pt x="9782247" y="141133"/>
                  <a:pt x="9674787" y="151643"/>
                  <a:pt x="9602583" y="179170"/>
                </a:cubicBezTo>
                <a:cubicBezTo>
                  <a:pt x="9557658" y="187584"/>
                  <a:pt x="9478290" y="154235"/>
                  <a:pt x="9469719" y="174721"/>
                </a:cubicBezTo>
                <a:cubicBezTo>
                  <a:pt x="9443779" y="165070"/>
                  <a:pt x="9431317" y="185692"/>
                  <a:pt x="9408692" y="189513"/>
                </a:cubicBezTo>
                <a:cubicBezTo>
                  <a:pt x="9387154" y="183843"/>
                  <a:pt x="9380475" y="191089"/>
                  <a:pt x="9364151" y="194072"/>
                </a:cubicBezTo>
                <a:cubicBezTo>
                  <a:pt x="9354686" y="190222"/>
                  <a:pt x="9340485" y="191782"/>
                  <a:pt x="9337751" y="197579"/>
                </a:cubicBezTo>
                <a:cubicBezTo>
                  <a:pt x="9349566" y="209270"/>
                  <a:pt x="9297468" y="207714"/>
                  <a:pt x="9297166" y="216558"/>
                </a:cubicBezTo>
                <a:cubicBezTo>
                  <a:pt x="9269057" y="220999"/>
                  <a:pt x="9139630" y="221783"/>
                  <a:pt x="9123859" y="237356"/>
                </a:cubicBezTo>
                <a:cubicBezTo>
                  <a:pt x="9068176" y="249209"/>
                  <a:pt x="8975349" y="235349"/>
                  <a:pt x="8950741" y="238020"/>
                </a:cubicBezTo>
                <a:cubicBezTo>
                  <a:pt x="8916265" y="215428"/>
                  <a:pt x="8822808" y="292026"/>
                  <a:pt x="8718236" y="303148"/>
                </a:cubicBezTo>
                <a:cubicBezTo>
                  <a:pt x="8703111" y="302060"/>
                  <a:pt x="8695551" y="302792"/>
                  <a:pt x="8694011" y="308812"/>
                </a:cubicBezTo>
                <a:cubicBezTo>
                  <a:pt x="8661810" y="312764"/>
                  <a:pt x="8637956" y="329628"/>
                  <a:pt x="8611976" y="324819"/>
                </a:cubicBezTo>
                <a:cubicBezTo>
                  <a:pt x="8621849" y="336388"/>
                  <a:pt x="8562809" y="325917"/>
                  <a:pt x="8562074" y="337971"/>
                </a:cubicBezTo>
                <a:cubicBezTo>
                  <a:pt x="8543699" y="343978"/>
                  <a:pt x="8511321" y="356396"/>
                  <a:pt x="8501724" y="360865"/>
                </a:cubicBezTo>
                <a:lnTo>
                  <a:pt x="8504489" y="364790"/>
                </a:lnTo>
                <a:lnTo>
                  <a:pt x="8492774" y="366181"/>
                </a:lnTo>
                <a:lnTo>
                  <a:pt x="8466405" y="368724"/>
                </a:lnTo>
                <a:cubicBezTo>
                  <a:pt x="8455454" y="372229"/>
                  <a:pt x="8440175" y="385805"/>
                  <a:pt x="8427069" y="387211"/>
                </a:cubicBezTo>
                <a:cubicBezTo>
                  <a:pt x="8400442" y="392215"/>
                  <a:pt x="8397079" y="382989"/>
                  <a:pt x="8387766" y="377161"/>
                </a:cubicBezTo>
                <a:cubicBezTo>
                  <a:pt x="8369233" y="378548"/>
                  <a:pt x="8334756" y="390869"/>
                  <a:pt x="8315874" y="395527"/>
                </a:cubicBezTo>
                <a:cubicBezTo>
                  <a:pt x="8306664" y="400500"/>
                  <a:pt x="8272845" y="393679"/>
                  <a:pt x="8274474" y="405112"/>
                </a:cubicBezTo>
                <a:cubicBezTo>
                  <a:pt x="8255483" y="406194"/>
                  <a:pt x="8244963" y="408376"/>
                  <a:pt x="8234664" y="410219"/>
                </a:cubicBezTo>
                <a:lnTo>
                  <a:pt x="8211268" y="416791"/>
                </a:lnTo>
                <a:cubicBezTo>
                  <a:pt x="8204720" y="419941"/>
                  <a:pt x="8197411" y="422004"/>
                  <a:pt x="8188615" y="421755"/>
                </a:cubicBezTo>
                <a:lnTo>
                  <a:pt x="8179981" y="420402"/>
                </a:lnTo>
                <a:lnTo>
                  <a:pt x="8179307" y="422516"/>
                </a:lnTo>
                <a:cubicBezTo>
                  <a:pt x="8179027" y="425797"/>
                  <a:pt x="8175790" y="448341"/>
                  <a:pt x="8147929" y="450302"/>
                </a:cubicBezTo>
                <a:cubicBezTo>
                  <a:pt x="8130300" y="457967"/>
                  <a:pt x="8114933" y="461015"/>
                  <a:pt x="8089136" y="465283"/>
                </a:cubicBezTo>
                <a:cubicBezTo>
                  <a:pt x="8072810" y="465920"/>
                  <a:pt x="8069376" y="451569"/>
                  <a:pt x="8049973" y="454121"/>
                </a:cubicBezTo>
                <a:cubicBezTo>
                  <a:pt x="7974508" y="471465"/>
                  <a:pt x="8006050" y="447139"/>
                  <a:pt x="7965913" y="464415"/>
                </a:cubicBezTo>
                <a:cubicBezTo>
                  <a:pt x="7958234" y="466025"/>
                  <a:pt x="7951405" y="465800"/>
                  <a:pt x="7945093" y="464798"/>
                </a:cubicBezTo>
                <a:lnTo>
                  <a:pt x="7935335" y="462442"/>
                </a:lnTo>
                <a:lnTo>
                  <a:pt x="7904779" y="471429"/>
                </a:lnTo>
                <a:cubicBezTo>
                  <a:pt x="7889387" y="474999"/>
                  <a:pt x="7872867" y="477951"/>
                  <a:pt x="7855604" y="480199"/>
                </a:cubicBezTo>
                <a:cubicBezTo>
                  <a:pt x="7850005" y="476378"/>
                  <a:pt x="7838628" y="483595"/>
                  <a:pt x="7832630" y="485371"/>
                </a:cubicBezTo>
                <a:cubicBezTo>
                  <a:pt x="7831473" y="482645"/>
                  <a:pt x="7816623" y="482661"/>
                  <a:pt x="7812438" y="485391"/>
                </a:cubicBezTo>
                <a:cubicBezTo>
                  <a:pt x="7709470" y="505049"/>
                  <a:pt x="7759426" y="473956"/>
                  <a:pt x="7701399" y="495197"/>
                </a:cubicBezTo>
                <a:cubicBezTo>
                  <a:pt x="7690986" y="496989"/>
                  <a:pt x="7682397" y="496365"/>
                  <a:pt x="7674778" y="494723"/>
                </a:cubicBezTo>
                <a:lnTo>
                  <a:pt x="7660445" y="490194"/>
                </a:lnTo>
                <a:lnTo>
                  <a:pt x="7651781" y="493084"/>
                </a:lnTo>
                <a:cubicBezTo>
                  <a:pt x="7616113" y="496548"/>
                  <a:pt x="7603273" y="491735"/>
                  <a:pt x="7584807" y="499490"/>
                </a:cubicBezTo>
                <a:cubicBezTo>
                  <a:pt x="7549256" y="490212"/>
                  <a:pt x="7563949" y="500167"/>
                  <a:pt x="7541324" y="504184"/>
                </a:cubicBezTo>
                <a:cubicBezTo>
                  <a:pt x="7523851" y="508307"/>
                  <a:pt x="7559546" y="509825"/>
                  <a:pt x="7541756" y="512184"/>
                </a:cubicBezTo>
                <a:cubicBezTo>
                  <a:pt x="7520963" y="510864"/>
                  <a:pt x="7525755" y="520497"/>
                  <a:pt x="7503906" y="518551"/>
                </a:cubicBezTo>
                <a:cubicBezTo>
                  <a:pt x="7505924" y="510774"/>
                  <a:pt x="7464361" y="523683"/>
                  <a:pt x="7460411" y="517415"/>
                </a:cubicBezTo>
                <a:lnTo>
                  <a:pt x="7460116" y="517548"/>
                </a:lnTo>
                <a:cubicBezTo>
                  <a:pt x="7447785" y="530928"/>
                  <a:pt x="7310141" y="550568"/>
                  <a:pt x="7297810" y="563947"/>
                </a:cubicBezTo>
                <a:cubicBezTo>
                  <a:pt x="7221791" y="605698"/>
                  <a:pt x="7039072" y="646008"/>
                  <a:pt x="6946388" y="665244"/>
                </a:cubicBezTo>
                <a:cubicBezTo>
                  <a:pt x="6853704" y="684480"/>
                  <a:pt x="6804875" y="677485"/>
                  <a:pt x="6741704" y="679365"/>
                </a:cubicBezTo>
                <a:lnTo>
                  <a:pt x="6624680" y="677674"/>
                </a:lnTo>
                <a:lnTo>
                  <a:pt x="6605700" y="683566"/>
                </a:lnTo>
                <a:cubicBezTo>
                  <a:pt x="6603309" y="685184"/>
                  <a:pt x="6599550" y="685647"/>
                  <a:pt x="6576922" y="683030"/>
                </a:cubicBezTo>
                <a:cubicBezTo>
                  <a:pt x="6527275" y="698355"/>
                  <a:pt x="6440981" y="702347"/>
                  <a:pt x="6405123" y="721946"/>
                </a:cubicBezTo>
                <a:cubicBezTo>
                  <a:pt x="6407963" y="715467"/>
                  <a:pt x="6383450" y="712913"/>
                  <a:pt x="6368938" y="717341"/>
                </a:cubicBezTo>
                <a:cubicBezTo>
                  <a:pt x="6377914" y="692119"/>
                  <a:pt x="6315316" y="744281"/>
                  <a:pt x="6295102" y="729508"/>
                </a:cubicBezTo>
                <a:cubicBezTo>
                  <a:pt x="6300358" y="744473"/>
                  <a:pt x="6240070" y="776254"/>
                  <a:pt x="6202084" y="767091"/>
                </a:cubicBezTo>
                <a:cubicBezTo>
                  <a:pt x="6152826" y="774744"/>
                  <a:pt x="6122010" y="790367"/>
                  <a:pt x="6067157" y="790339"/>
                </a:cubicBezTo>
                <a:cubicBezTo>
                  <a:pt x="6066310" y="792484"/>
                  <a:pt x="6064283" y="794403"/>
                  <a:pt x="6061443" y="796151"/>
                </a:cubicBezTo>
                <a:lnTo>
                  <a:pt x="6051406" y="800684"/>
                </a:lnTo>
                <a:lnTo>
                  <a:pt x="6049097" y="800636"/>
                </a:lnTo>
                <a:cubicBezTo>
                  <a:pt x="6040408" y="801393"/>
                  <a:pt x="6036299" y="802645"/>
                  <a:pt x="6034222" y="804110"/>
                </a:cubicBezTo>
                <a:lnTo>
                  <a:pt x="6033121" y="806078"/>
                </a:lnTo>
                <a:lnTo>
                  <a:pt x="6023593" y="808842"/>
                </a:lnTo>
                <a:lnTo>
                  <a:pt x="6006639" y="815304"/>
                </a:lnTo>
                <a:lnTo>
                  <a:pt x="6001762" y="815557"/>
                </a:lnTo>
                <a:lnTo>
                  <a:pt x="5973534" y="823815"/>
                </a:lnTo>
                <a:lnTo>
                  <a:pt x="5972336" y="823476"/>
                </a:lnTo>
                <a:cubicBezTo>
                  <a:pt x="5969004" y="822901"/>
                  <a:pt x="5965329" y="822833"/>
                  <a:pt x="5960841" y="823819"/>
                </a:cubicBezTo>
                <a:cubicBezTo>
                  <a:pt x="5955860" y="815655"/>
                  <a:pt x="5953515" y="821882"/>
                  <a:pt x="5940719" y="825514"/>
                </a:cubicBezTo>
                <a:cubicBezTo>
                  <a:pt x="5930130" y="813644"/>
                  <a:pt x="5900943" y="827979"/>
                  <a:pt x="5884298" y="823806"/>
                </a:cubicBezTo>
                <a:cubicBezTo>
                  <a:pt x="5875133" y="826741"/>
                  <a:pt x="5865250" y="829630"/>
                  <a:pt x="5854779" y="832365"/>
                </a:cubicBezTo>
                <a:lnTo>
                  <a:pt x="5848382" y="833844"/>
                </a:lnTo>
                <a:lnTo>
                  <a:pt x="5848066" y="833772"/>
                </a:lnTo>
                <a:cubicBezTo>
                  <a:pt x="5846273" y="833879"/>
                  <a:pt x="5844018" y="834284"/>
                  <a:pt x="5840944" y="835132"/>
                </a:cubicBezTo>
                <a:lnTo>
                  <a:pt x="5836719" y="836539"/>
                </a:lnTo>
                <a:lnTo>
                  <a:pt x="5824311" y="839408"/>
                </a:lnTo>
                <a:lnTo>
                  <a:pt x="5818788" y="839727"/>
                </a:lnTo>
                <a:cubicBezTo>
                  <a:pt x="5797008" y="838594"/>
                  <a:pt x="5786883" y="822081"/>
                  <a:pt x="5763953" y="834282"/>
                </a:cubicBezTo>
                <a:cubicBezTo>
                  <a:pt x="5726813" y="837521"/>
                  <a:pt x="5699446" y="830949"/>
                  <a:pt x="5667748" y="840211"/>
                </a:cubicBezTo>
                <a:cubicBezTo>
                  <a:pt x="5632959" y="843205"/>
                  <a:pt x="5601436" y="842280"/>
                  <a:pt x="5573108" y="847611"/>
                </a:cubicBezTo>
                <a:cubicBezTo>
                  <a:pt x="5560030" y="845832"/>
                  <a:pt x="5549547" y="851598"/>
                  <a:pt x="5539137" y="851033"/>
                </a:cubicBezTo>
                <a:cubicBezTo>
                  <a:pt x="5528728" y="850467"/>
                  <a:pt x="5529256" y="837509"/>
                  <a:pt x="5510651" y="844215"/>
                </a:cubicBezTo>
                <a:cubicBezTo>
                  <a:pt x="5494241" y="833607"/>
                  <a:pt x="5466101" y="839171"/>
                  <a:pt x="5457331" y="839159"/>
                </a:cubicBezTo>
                <a:lnTo>
                  <a:pt x="5410613" y="834358"/>
                </a:lnTo>
                <a:lnTo>
                  <a:pt x="5370040" y="862127"/>
                </a:lnTo>
                <a:cubicBezTo>
                  <a:pt x="5357863" y="856469"/>
                  <a:pt x="5319115" y="868069"/>
                  <a:pt x="5318778" y="855310"/>
                </a:cubicBezTo>
                <a:cubicBezTo>
                  <a:pt x="5303920" y="857760"/>
                  <a:pt x="5296727" y="863736"/>
                  <a:pt x="5298645" y="855171"/>
                </a:cubicBezTo>
                <a:cubicBezTo>
                  <a:pt x="5287819" y="855897"/>
                  <a:pt x="5267444" y="857825"/>
                  <a:pt x="5253828" y="859670"/>
                </a:cubicBezTo>
                <a:lnTo>
                  <a:pt x="5216955" y="866245"/>
                </a:lnTo>
                <a:lnTo>
                  <a:pt x="5214344" y="868102"/>
                </a:lnTo>
                <a:cubicBezTo>
                  <a:pt x="5210778" y="868719"/>
                  <a:pt x="5200859" y="869042"/>
                  <a:pt x="5195561" y="869949"/>
                </a:cubicBezTo>
                <a:lnTo>
                  <a:pt x="5182555" y="873542"/>
                </a:lnTo>
                <a:cubicBezTo>
                  <a:pt x="5178496" y="875023"/>
                  <a:pt x="5175066" y="876746"/>
                  <a:pt x="5172552" y="878801"/>
                </a:cubicBezTo>
                <a:cubicBezTo>
                  <a:pt x="5121406" y="873797"/>
                  <a:pt x="5080096" y="886529"/>
                  <a:pt x="5027993" y="889666"/>
                </a:cubicBezTo>
                <a:cubicBezTo>
                  <a:pt x="4999924" y="877115"/>
                  <a:pt x="4946973" y="919452"/>
                  <a:pt x="4939844" y="934802"/>
                </a:cubicBezTo>
                <a:cubicBezTo>
                  <a:pt x="4895154" y="940701"/>
                  <a:pt x="4844006" y="928240"/>
                  <a:pt x="4792576" y="934820"/>
                </a:cubicBezTo>
                <a:lnTo>
                  <a:pt x="4602423" y="958063"/>
                </a:lnTo>
                <a:cubicBezTo>
                  <a:pt x="4488530" y="967131"/>
                  <a:pt x="4399004" y="969822"/>
                  <a:pt x="4290656" y="969152"/>
                </a:cubicBezTo>
                <a:cubicBezTo>
                  <a:pt x="4182308" y="968482"/>
                  <a:pt x="4046938" y="971167"/>
                  <a:pt x="3952334" y="954043"/>
                </a:cubicBezTo>
                <a:lnTo>
                  <a:pt x="3858560" y="948781"/>
                </a:lnTo>
                <a:lnTo>
                  <a:pt x="3846597" y="948382"/>
                </a:lnTo>
                <a:cubicBezTo>
                  <a:pt x="3807516" y="956616"/>
                  <a:pt x="3767475" y="941640"/>
                  <a:pt x="3736044" y="947759"/>
                </a:cubicBezTo>
                <a:cubicBezTo>
                  <a:pt x="3727323" y="948128"/>
                  <a:pt x="3719828" y="947771"/>
                  <a:pt x="3713136" y="946963"/>
                </a:cubicBezTo>
                <a:lnTo>
                  <a:pt x="3695939" y="943639"/>
                </a:lnTo>
                <a:lnTo>
                  <a:pt x="3694125" y="940567"/>
                </a:lnTo>
                <a:lnTo>
                  <a:pt x="3681925" y="939706"/>
                </a:lnTo>
                <a:lnTo>
                  <a:pt x="3679204" y="938926"/>
                </a:lnTo>
                <a:cubicBezTo>
                  <a:pt x="3668160" y="939028"/>
                  <a:pt x="3634193" y="940875"/>
                  <a:pt x="3615656" y="940320"/>
                </a:cubicBezTo>
                <a:cubicBezTo>
                  <a:pt x="3582626" y="936974"/>
                  <a:pt x="3593904" y="949140"/>
                  <a:pt x="3567983" y="935596"/>
                </a:cubicBezTo>
                <a:cubicBezTo>
                  <a:pt x="3504185" y="939048"/>
                  <a:pt x="3482818" y="922224"/>
                  <a:pt x="3422423" y="932129"/>
                </a:cubicBezTo>
                <a:cubicBezTo>
                  <a:pt x="3369166" y="933413"/>
                  <a:pt x="3329486" y="910108"/>
                  <a:pt x="3310925" y="911072"/>
                </a:cubicBezTo>
                <a:cubicBezTo>
                  <a:pt x="3261363" y="909787"/>
                  <a:pt x="3198415" y="933574"/>
                  <a:pt x="3139421" y="934151"/>
                </a:cubicBezTo>
                <a:cubicBezTo>
                  <a:pt x="3088799" y="931012"/>
                  <a:pt x="3038941" y="938464"/>
                  <a:pt x="2996922" y="927537"/>
                </a:cubicBezTo>
                <a:cubicBezTo>
                  <a:pt x="2992673" y="929234"/>
                  <a:pt x="2987900" y="930498"/>
                  <a:pt x="2982785" y="931453"/>
                </a:cubicBezTo>
                <a:lnTo>
                  <a:pt x="2967478" y="933397"/>
                </a:lnTo>
                <a:lnTo>
                  <a:pt x="2948552" y="932961"/>
                </a:lnTo>
                <a:lnTo>
                  <a:pt x="2944404" y="934452"/>
                </a:lnTo>
                <a:lnTo>
                  <a:pt x="2908608" y="937205"/>
                </a:lnTo>
                <a:lnTo>
                  <a:pt x="2904443" y="936455"/>
                </a:lnTo>
                <a:lnTo>
                  <a:pt x="2868935" y="938022"/>
                </a:lnTo>
                <a:lnTo>
                  <a:pt x="2868586" y="937487"/>
                </a:lnTo>
                <a:cubicBezTo>
                  <a:pt x="2866994" y="936327"/>
                  <a:pt x="2864292" y="935538"/>
                  <a:pt x="2859191" y="935503"/>
                </a:cubicBezTo>
                <a:cubicBezTo>
                  <a:pt x="2869075" y="927418"/>
                  <a:pt x="2856828" y="932364"/>
                  <a:pt x="2840915" y="932977"/>
                </a:cubicBezTo>
                <a:lnTo>
                  <a:pt x="2763509" y="921850"/>
                </a:lnTo>
                <a:lnTo>
                  <a:pt x="2756121" y="921864"/>
                </a:lnTo>
                <a:cubicBezTo>
                  <a:pt x="2756081" y="921822"/>
                  <a:pt x="2756039" y="921781"/>
                  <a:pt x="2755998" y="921739"/>
                </a:cubicBezTo>
                <a:cubicBezTo>
                  <a:pt x="2754445" y="921476"/>
                  <a:pt x="2752036" y="921380"/>
                  <a:pt x="2748255" y="921505"/>
                </a:cubicBezTo>
                <a:lnTo>
                  <a:pt x="2694601" y="915575"/>
                </a:lnTo>
                <a:cubicBezTo>
                  <a:pt x="2671223" y="919874"/>
                  <a:pt x="2666972" y="913376"/>
                  <a:pt x="2635357" y="910976"/>
                </a:cubicBezTo>
                <a:cubicBezTo>
                  <a:pt x="2621906" y="915051"/>
                  <a:pt x="2611315" y="913542"/>
                  <a:pt x="2601047" y="910263"/>
                </a:cubicBezTo>
                <a:cubicBezTo>
                  <a:pt x="2570084" y="912074"/>
                  <a:pt x="2542135" y="907435"/>
                  <a:pt x="2507482" y="906211"/>
                </a:cubicBezTo>
                <a:cubicBezTo>
                  <a:pt x="2469706" y="911437"/>
                  <a:pt x="2450920" y="901812"/>
                  <a:pt x="2413884" y="900545"/>
                </a:cubicBezTo>
                <a:cubicBezTo>
                  <a:pt x="2381338" y="909664"/>
                  <a:pt x="2387753" y="892438"/>
                  <a:pt x="2368912" y="888755"/>
                </a:cubicBezTo>
                <a:lnTo>
                  <a:pt x="2349490" y="889719"/>
                </a:lnTo>
                <a:lnTo>
                  <a:pt x="2344290" y="890584"/>
                </a:lnTo>
                <a:cubicBezTo>
                  <a:pt x="2340673" y="891041"/>
                  <a:pt x="2338228" y="891167"/>
                  <a:pt x="2336488" y="891058"/>
                </a:cubicBezTo>
                <a:lnTo>
                  <a:pt x="2329015" y="891627"/>
                </a:lnTo>
                <a:cubicBezTo>
                  <a:pt x="2316843" y="893039"/>
                  <a:pt x="2305064" y="894669"/>
                  <a:pt x="2293898" y="896431"/>
                </a:cubicBezTo>
                <a:cubicBezTo>
                  <a:pt x="2282637" y="890404"/>
                  <a:pt x="2242346" y="900851"/>
                  <a:pt x="2243927" y="888076"/>
                </a:cubicBezTo>
                <a:cubicBezTo>
                  <a:pt x="2228778" y="890081"/>
                  <a:pt x="2220725" y="895845"/>
                  <a:pt x="2223920" y="887331"/>
                </a:cubicBezTo>
                <a:cubicBezTo>
                  <a:pt x="2218877" y="887756"/>
                  <a:pt x="2215583" y="887254"/>
                  <a:pt x="2213081" y="886302"/>
                </a:cubicBezTo>
                <a:lnTo>
                  <a:pt x="2212307" y="885829"/>
                </a:lnTo>
                <a:lnTo>
                  <a:pt x="2152321" y="894418"/>
                </a:lnTo>
                <a:lnTo>
                  <a:pt x="2140985" y="895968"/>
                </a:lnTo>
                <a:lnTo>
                  <a:pt x="2121210" y="899354"/>
                </a:lnTo>
                <a:lnTo>
                  <a:pt x="2119146" y="899033"/>
                </a:lnTo>
                <a:lnTo>
                  <a:pt x="2105666" y="902240"/>
                </a:lnTo>
                <a:cubicBezTo>
                  <a:pt x="2101407" y="903601"/>
                  <a:pt x="2097735" y="905221"/>
                  <a:pt x="2094924" y="907203"/>
                </a:cubicBezTo>
                <a:cubicBezTo>
                  <a:pt x="2044793" y="900664"/>
                  <a:pt x="2001785" y="912168"/>
                  <a:pt x="1949478" y="913748"/>
                </a:cubicBezTo>
                <a:cubicBezTo>
                  <a:pt x="1891937" y="919585"/>
                  <a:pt x="1810334" y="935486"/>
                  <a:pt x="1749684" y="942223"/>
                </a:cubicBezTo>
                <a:lnTo>
                  <a:pt x="1585576" y="954170"/>
                </a:lnTo>
                <a:cubicBezTo>
                  <a:pt x="1549165" y="943719"/>
                  <a:pt x="1511425" y="950847"/>
                  <a:pt x="1476250" y="950653"/>
                </a:cubicBezTo>
                <a:cubicBezTo>
                  <a:pt x="1488515" y="961596"/>
                  <a:pt x="1432660" y="946795"/>
                  <a:pt x="1433927" y="959926"/>
                </a:cubicBezTo>
                <a:cubicBezTo>
                  <a:pt x="1427485" y="959475"/>
                  <a:pt x="1421205" y="958623"/>
                  <a:pt x="1414893" y="957671"/>
                </a:cubicBezTo>
                <a:lnTo>
                  <a:pt x="1411585" y="957179"/>
                </a:lnTo>
                <a:lnTo>
                  <a:pt x="1398896" y="957460"/>
                </a:lnTo>
                <a:lnTo>
                  <a:pt x="1394632" y="954725"/>
                </a:lnTo>
                <a:lnTo>
                  <a:pt x="1375043" y="953132"/>
                </a:lnTo>
                <a:cubicBezTo>
                  <a:pt x="1367813" y="952970"/>
                  <a:pt x="1360155" y="953305"/>
                  <a:pt x="1351876" y="954436"/>
                </a:cubicBezTo>
                <a:cubicBezTo>
                  <a:pt x="1325912" y="963028"/>
                  <a:pt x="1274459" y="952492"/>
                  <a:pt x="1242676" y="963767"/>
                </a:cubicBezTo>
                <a:cubicBezTo>
                  <a:pt x="1230276" y="966918"/>
                  <a:pt x="1216715" y="977098"/>
                  <a:pt x="1205993" y="974080"/>
                </a:cubicBezTo>
                <a:cubicBezTo>
                  <a:pt x="1174251" y="974112"/>
                  <a:pt x="1086982" y="964420"/>
                  <a:pt x="1052221" y="963954"/>
                </a:cubicBezTo>
                <a:cubicBezTo>
                  <a:pt x="1038515" y="970622"/>
                  <a:pt x="1009522" y="962342"/>
                  <a:pt x="968270" y="964761"/>
                </a:cubicBezTo>
                <a:cubicBezTo>
                  <a:pt x="943437" y="973698"/>
                  <a:pt x="900136" y="991017"/>
                  <a:pt x="874493" y="998122"/>
                </a:cubicBezTo>
                <a:cubicBezTo>
                  <a:pt x="848849" y="1005226"/>
                  <a:pt x="853424" y="1009427"/>
                  <a:pt x="814411" y="1007391"/>
                </a:cubicBezTo>
                <a:cubicBezTo>
                  <a:pt x="765926" y="1022821"/>
                  <a:pt x="732885" y="1009859"/>
                  <a:pt x="688604" y="1015631"/>
                </a:cubicBezTo>
                <a:cubicBezTo>
                  <a:pt x="638045" y="1020877"/>
                  <a:pt x="677999" y="1011556"/>
                  <a:pt x="618171" y="1027260"/>
                </a:cubicBezTo>
                <a:cubicBezTo>
                  <a:pt x="609680" y="1023165"/>
                  <a:pt x="583253" y="1020277"/>
                  <a:pt x="570379" y="1023487"/>
                </a:cubicBezTo>
                <a:cubicBezTo>
                  <a:pt x="543992" y="1022523"/>
                  <a:pt x="505183" y="1001686"/>
                  <a:pt x="482519" y="1002108"/>
                </a:cubicBezTo>
                <a:cubicBezTo>
                  <a:pt x="464011" y="1002285"/>
                  <a:pt x="495211" y="1007995"/>
                  <a:pt x="475319" y="1009922"/>
                </a:cubicBezTo>
                <a:cubicBezTo>
                  <a:pt x="450818" y="1011135"/>
                  <a:pt x="454804" y="1022539"/>
                  <a:pt x="431104" y="1009317"/>
                </a:cubicBezTo>
                <a:cubicBezTo>
                  <a:pt x="406857" y="1014651"/>
                  <a:pt x="399686" y="1008456"/>
                  <a:pt x="363782" y="1007585"/>
                </a:cubicBezTo>
                <a:cubicBezTo>
                  <a:pt x="350440" y="1012231"/>
                  <a:pt x="338145" y="1011245"/>
                  <a:pt x="325533" y="1008502"/>
                </a:cubicBezTo>
                <a:cubicBezTo>
                  <a:pt x="291944" y="1011745"/>
                  <a:pt x="259251" y="1008497"/>
                  <a:pt x="220429" y="1008927"/>
                </a:cubicBezTo>
                <a:cubicBezTo>
                  <a:pt x="180594" y="1015852"/>
                  <a:pt x="156150" y="1007265"/>
                  <a:pt x="114676" y="1007765"/>
                </a:cubicBezTo>
                <a:cubicBezTo>
                  <a:pt x="85718" y="1006195"/>
                  <a:pt x="43316" y="1001491"/>
                  <a:pt x="13470" y="998544"/>
                </a:cubicBezTo>
                <a:lnTo>
                  <a:pt x="0" y="997355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F4CBF8C-0F06-A5CB-E42A-B94158F2B8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25500" y="847184"/>
            <a:ext cx="6484652" cy="3370916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6F6CC04-34E7-36F6-65CA-1EB6FDB9B58D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37647" b="18566"/>
          <a:stretch>
            <a:fillRect/>
          </a:stretch>
        </p:blipFill>
        <p:spPr>
          <a:xfrm>
            <a:off x="711210" y="1558074"/>
            <a:ext cx="4846364" cy="2897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065735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EDA4CEE-08F5-ECDF-1B65-E759FB5F93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AC148C6C-DBFE-EE14-CDC5-04A5CAF141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74C0713-33A5-F8DB-361F-91BEBA51F3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Detections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DADCFB3-B943-AC03-A7DC-489883D8FC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0F3D078-221A-E141-10AA-9A675196303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61227764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131BAD53-4E89-4F62-BBB7-26359763ED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62756DA2-40EB-4C6F-B962-5822FFB54F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815BDF-3673-0602-C631-8B0D3336BD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Detections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52FE89C-1EA4-BEC0-93DB-C14F3C6E5841}"/>
              </a:ext>
            </a:extLst>
          </p:cNvPr>
          <p:cNvSpPr txBox="1"/>
          <p:nvPr/>
        </p:nvSpPr>
        <p:spPr>
          <a:xfrm>
            <a:off x="862366" y="2194102"/>
            <a:ext cx="3427001" cy="390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/>
              <a:t>Event IDs: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2000"/>
          </a:p>
          <a:p>
            <a:pPr marL="285750"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/>
              <a:t>5138: A directory service object was undeleted</a:t>
            </a:r>
          </a:p>
          <a:p>
            <a:pPr marL="285750"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/>
              <a:t>5136: A directory service object was modified</a:t>
            </a:r>
          </a:p>
          <a:p>
            <a:pPr marL="285750"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/>
              <a:t>5139: A directory service object was moved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D1FEC20-51FF-4B89-6525-EFE5DA58180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45457" y="855711"/>
            <a:ext cx="6155141" cy="5170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40673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" name="Rectangle 18">
            <a:extLst>
              <a:ext uri="{FF2B5EF4-FFF2-40B4-BE49-F238E27FC236}">
                <a16:creationId xmlns:a16="http://schemas.microsoft.com/office/drawing/2014/main" id="{131BAD53-4E89-4F62-BBB7-26359763ED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2756DA2-40EB-4C6F-B962-5822FFB54F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653438" cy="6858000"/>
          </a:xfrm>
          <a:custGeom>
            <a:avLst/>
            <a:gdLst>
              <a:gd name="connsiteX0" fmla="*/ 0 w 6096000"/>
              <a:gd name="connsiteY0" fmla="*/ 0 h 6858000"/>
              <a:gd name="connsiteX1" fmla="*/ 5567517 w 6096000"/>
              <a:gd name="connsiteY1" fmla="*/ 0 h 6858000"/>
              <a:gd name="connsiteX2" fmla="*/ 5566938 w 6096000"/>
              <a:gd name="connsiteY2" fmla="*/ 1705 h 6858000"/>
              <a:gd name="connsiteX3" fmla="*/ 5551594 w 6096000"/>
              <a:gd name="connsiteY3" fmla="*/ 17287 h 6858000"/>
              <a:gd name="connsiteX4" fmla="*/ 5545641 w 6096000"/>
              <a:gd name="connsiteY4" fmla="*/ 130336 h 6858000"/>
              <a:gd name="connsiteX5" fmla="*/ 5538289 w 6096000"/>
              <a:gd name="connsiteY5" fmla="*/ 187093 h 6858000"/>
              <a:gd name="connsiteX6" fmla="*/ 5545790 w 6096000"/>
              <a:gd name="connsiteY6" fmla="*/ 265704 h 6858000"/>
              <a:gd name="connsiteX7" fmla="*/ 5542313 w 6096000"/>
              <a:gd name="connsiteY7" fmla="*/ 354566 h 6858000"/>
              <a:gd name="connsiteX8" fmla="*/ 5524126 w 6096000"/>
              <a:gd name="connsiteY8" fmla="*/ 472000 h 6858000"/>
              <a:gd name="connsiteX9" fmla="*/ 5522170 w 6096000"/>
              <a:gd name="connsiteY9" fmla="*/ 473782 h 6858000"/>
              <a:gd name="connsiteX10" fmla="*/ 5521798 w 6096000"/>
              <a:gd name="connsiteY10" fmla="*/ 491380 h 6858000"/>
              <a:gd name="connsiteX11" fmla="*/ 5536419 w 6096000"/>
              <a:gd name="connsiteY11" fmla="*/ 531675 h 6858000"/>
              <a:gd name="connsiteX12" fmla="*/ 5533435 w 6096000"/>
              <a:gd name="connsiteY12" fmla="*/ 536015 h 6858000"/>
              <a:gd name="connsiteX13" fmla="*/ 5538088 w 6096000"/>
              <a:gd name="connsiteY13" fmla="*/ 572092 h 6858000"/>
              <a:gd name="connsiteX14" fmla="*/ 5536061 w 6096000"/>
              <a:gd name="connsiteY14" fmla="*/ 572511 h 6858000"/>
              <a:gd name="connsiteX15" fmla="*/ 5528218 w 6096000"/>
              <a:gd name="connsiteY15" fmla="*/ 582332 h 6858000"/>
              <a:gd name="connsiteX16" fmla="*/ 5518011 w 6096000"/>
              <a:gd name="connsiteY16" fmla="*/ 601285 h 6858000"/>
              <a:gd name="connsiteX17" fmla="*/ 5473174 w 6096000"/>
              <a:gd name="connsiteY17" fmla="*/ 681608 h 6858000"/>
              <a:gd name="connsiteX18" fmla="*/ 5472963 w 6096000"/>
              <a:gd name="connsiteY18" fmla="*/ 689151 h 6858000"/>
              <a:gd name="connsiteX19" fmla="*/ 5472485 w 6096000"/>
              <a:gd name="connsiteY19" fmla="*/ 689289 h 6858000"/>
              <a:gd name="connsiteX20" fmla="*/ 5471326 w 6096000"/>
              <a:gd name="connsiteY20" fmla="*/ 697222 h 6858000"/>
              <a:gd name="connsiteX21" fmla="*/ 5472164 w 6096000"/>
              <a:gd name="connsiteY21" fmla="*/ 717531 h 6858000"/>
              <a:gd name="connsiteX22" fmla="*/ 5468891 w 6096000"/>
              <a:gd name="connsiteY22" fmla="*/ 722494 h 6858000"/>
              <a:gd name="connsiteX23" fmla="*/ 5463081 w 6096000"/>
              <a:gd name="connsiteY23" fmla="*/ 724368 h 6858000"/>
              <a:gd name="connsiteX24" fmla="*/ 5446981 w 6096000"/>
              <a:gd name="connsiteY24" fmla="*/ 752692 h 6858000"/>
              <a:gd name="connsiteX25" fmla="*/ 5417190 w 6096000"/>
              <a:gd name="connsiteY25" fmla="*/ 816346 h 6858000"/>
              <a:gd name="connsiteX26" fmla="*/ 5388958 w 6096000"/>
              <a:gd name="connsiteY26" fmla="*/ 889417 h 6858000"/>
              <a:gd name="connsiteX27" fmla="*/ 5307044 w 6096000"/>
              <a:gd name="connsiteY27" fmla="*/ 1063288 h 6858000"/>
              <a:gd name="connsiteX28" fmla="*/ 5303837 w 6096000"/>
              <a:gd name="connsiteY28" fmla="*/ 1157176 h 6858000"/>
              <a:gd name="connsiteX29" fmla="*/ 5286494 w 6096000"/>
              <a:gd name="connsiteY29" fmla="*/ 1210776 h 6858000"/>
              <a:gd name="connsiteX30" fmla="*/ 5282463 w 6096000"/>
              <a:gd name="connsiteY30" fmla="*/ 1301993 h 6858000"/>
              <a:gd name="connsiteX31" fmla="*/ 5252235 w 6096000"/>
              <a:gd name="connsiteY31" fmla="*/ 1360879 h 6858000"/>
              <a:gd name="connsiteX32" fmla="*/ 5244497 w 6096000"/>
              <a:gd name="connsiteY32" fmla="*/ 1404045 h 6858000"/>
              <a:gd name="connsiteX33" fmla="*/ 5223823 w 6096000"/>
              <a:gd name="connsiteY33" fmla="*/ 1429568 h 6858000"/>
              <a:gd name="connsiteX34" fmla="*/ 5224851 w 6096000"/>
              <a:gd name="connsiteY34" fmla="*/ 1430305 h 6858000"/>
              <a:gd name="connsiteX35" fmla="*/ 5212394 w 6096000"/>
              <a:gd name="connsiteY35" fmla="*/ 1463304 h 6858000"/>
              <a:gd name="connsiteX36" fmla="*/ 5209958 w 6096000"/>
              <a:gd name="connsiteY36" fmla="*/ 1514846 h 6858000"/>
              <a:gd name="connsiteX37" fmla="*/ 5206417 w 6096000"/>
              <a:gd name="connsiteY37" fmla="*/ 1519731 h 6858000"/>
              <a:gd name="connsiteX38" fmla="*/ 5206640 w 6096000"/>
              <a:gd name="connsiteY38" fmla="*/ 1519929 h 6858000"/>
              <a:gd name="connsiteX39" fmla="*/ 5207632 w 6096000"/>
              <a:gd name="connsiteY39" fmla="*/ 1546022 h 6858000"/>
              <a:gd name="connsiteX40" fmla="*/ 5212030 w 6096000"/>
              <a:gd name="connsiteY40" fmla="*/ 1578752 h 6858000"/>
              <a:gd name="connsiteX41" fmla="*/ 5203533 w 6096000"/>
              <a:gd name="connsiteY41" fmla="*/ 1647555 h 6858000"/>
              <a:gd name="connsiteX42" fmla="*/ 5190877 w 6096000"/>
              <a:gd name="connsiteY42" fmla="*/ 1715685 h 6858000"/>
              <a:gd name="connsiteX43" fmla="*/ 5184235 w 6096000"/>
              <a:gd name="connsiteY43" fmla="*/ 1740358 h 6858000"/>
              <a:gd name="connsiteX44" fmla="*/ 5181475 w 6096000"/>
              <a:gd name="connsiteY44" fmla="*/ 1784314 h 6858000"/>
              <a:gd name="connsiteX45" fmla="*/ 5185845 w 6096000"/>
              <a:gd name="connsiteY45" fmla="*/ 1804434 h 6858000"/>
              <a:gd name="connsiteX46" fmla="*/ 5185068 w 6096000"/>
              <a:gd name="connsiteY46" fmla="*/ 1805316 h 6858000"/>
              <a:gd name="connsiteX47" fmla="*/ 5188593 w 6096000"/>
              <a:gd name="connsiteY47" fmla="*/ 1807109 h 6858000"/>
              <a:gd name="connsiteX48" fmla="*/ 5185920 w 6096000"/>
              <a:gd name="connsiteY48" fmla="*/ 1821003 h 6858000"/>
              <a:gd name="connsiteX49" fmla="*/ 5183543 w 6096000"/>
              <a:gd name="connsiteY49" fmla="*/ 1824832 h 6858000"/>
              <a:gd name="connsiteX50" fmla="*/ 5182235 w 6096000"/>
              <a:gd name="connsiteY50" fmla="*/ 1830429 h 6858000"/>
              <a:gd name="connsiteX51" fmla="*/ 5182525 w 6096000"/>
              <a:gd name="connsiteY51" fmla="*/ 1830569 h 6858000"/>
              <a:gd name="connsiteX52" fmla="*/ 5180663 w 6096000"/>
              <a:gd name="connsiteY52" fmla="*/ 1835810 h 6858000"/>
              <a:gd name="connsiteX53" fmla="*/ 5167452 w 6096000"/>
              <a:gd name="connsiteY53" fmla="*/ 1861483 h 6858000"/>
              <a:gd name="connsiteX54" fmla="*/ 5174266 w 6096000"/>
              <a:gd name="connsiteY54" fmla="*/ 1892417 h 6858000"/>
              <a:gd name="connsiteX55" fmla="*/ 5189262 w 6096000"/>
              <a:gd name="connsiteY55" fmla="*/ 1895114 h 6858000"/>
              <a:gd name="connsiteX56" fmla="*/ 5187100 w 6096000"/>
              <a:gd name="connsiteY56" fmla="*/ 1899379 h 6858000"/>
              <a:gd name="connsiteX57" fmla="*/ 5180471 w 6096000"/>
              <a:gd name="connsiteY57" fmla="*/ 1907867 h 6858000"/>
              <a:gd name="connsiteX58" fmla="*/ 5181361 w 6096000"/>
              <a:gd name="connsiteY58" fmla="*/ 1910265 h 6858000"/>
              <a:gd name="connsiteX59" fmla="*/ 5178268 w 6096000"/>
              <a:gd name="connsiteY59" fmla="*/ 1935584 h 6858000"/>
              <a:gd name="connsiteX60" fmla="*/ 5183619 w 6096000"/>
              <a:gd name="connsiteY60" fmla="*/ 1942021 h 6858000"/>
              <a:gd name="connsiteX61" fmla="*/ 5184480 w 6096000"/>
              <a:gd name="connsiteY61" fmla="*/ 1945112 h 6858000"/>
              <a:gd name="connsiteX62" fmla="*/ 5172776 w 6096000"/>
              <a:gd name="connsiteY62" fmla="*/ 1961162 h 6858000"/>
              <a:gd name="connsiteX63" fmla="*/ 5168513 w 6096000"/>
              <a:gd name="connsiteY63" fmla="*/ 1969445 h 6858000"/>
              <a:gd name="connsiteX64" fmla="*/ 5126597 w 6096000"/>
              <a:gd name="connsiteY64" fmla="*/ 2024270 h 6858000"/>
              <a:gd name="connsiteX65" fmla="*/ 5119528 w 6096000"/>
              <a:gd name="connsiteY65" fmla="*/ 2107942 h 6858000"/>
              <a:gd name="connsiteX66" fmla="*/ 5110356 w 6096000"/>
              <a:gd name="connsiteY66" fmla="*/ 2193455 h 6858000"/>
              <a:gd name="connsiteX67" fmla="*/ 5104992 w 6096000"/>
              <a:gd name="connsiteY67" fmla="*/ 2260088 h 6858000"/>
              <a:gd name="connsiteX68" fmla="*/ 5059439 w 6096000"/>
              <a:gd name="connsiteY68" fmla="*/ 2335735 h 6858000"/>
              <a:gd name="connsiteX69" fmla="*/ 5022061 w 6096000"/>
              <a:gd name="connsiteY69" fmla="*/ 2408995 h 6858000"/>
              <a:gd name="connsiteX70" fmla="*/ 5022253 w 6096000"/>
              <a:gd name="connsiteY70" fmla="*/ 2445869 h 6858000"/>
              <a:gd name="connsiteX71" fmla="*/ 5011426 w 6096000"/>
              <a:gd name="connsiteY71" fmla="*/ 2496499 h 6858000"/>
              <a:gd name="connsiteX72" fmla="*/ 4994224 w 6096000"/>
              <a:gd name="connsiteY72" fmla="*/ 2549900 h 6858000"/>
              <a:gd name="connsiteX73" fmla="*/ 4995245 w 6096000"/>
              <a:gd name="connsiteY73" fmla="*/ 2596456 h 6858000"/>
              <a:gd name="connsiteX74" fmla="*/ 4988570 w 6096000"/>
              <a:gd name="connsiteY74" fmla="*/ 2606088 h 6858000"/>
              <a:gd name="connsiteX75" fmla="*/ 4988371 w 6096000"/>
              <a:gd name="connsiteY75" fmla="*/ 2635351 h 6858000"/>
              <a:gd name="connsiteX76" fmla="*/ 4983212 w 6096000"/>
              <a:gd name="connsiteY76" fmla="*/ 2665666 h 6858000"/>
              <a:gd name="connsiteX77" fmla="*/ 4968234 w 6096000"/>
              <a:gd name="connsiteY77" fmla="*/ 2715895 h 6858000"/>
              <a:gd name="connsiteX78" fmla="*/ 4975888 w 6096000"/>
              <a:gd name="connsiteY78" fmla="*/ 2725052 h 6858000"/>
              <a:gd name="connsiteX79" fmla="*/ 4980195 w 6096000"/>
              <a:gd name="connsiteY79" fmla="*/ 2726489 h 6858000"/>
              <a:gd name="connsiteX80" fmla="*/ 4976218 w 6096000"/>
              <a:gd name="connsiteY80" fmla="*/ 2740278 h 6858000"/>
              <a:gd name="connsiteX81" fmla="*/ 4980571 w 6096000"/>
              <a:gd name="connsiteY81" fmla="*/ 2751112 h 6858000"/>
              <a:gd name="connsiteX82" fmla="*/ 4973893 w 6096000"/>
              <a:gd name="connsiteY82" fmla="*/ 2760208 h 6858000"/>
              <a:gd name="connsiteX83" fmla="*/ 4979005 w 6096000"/>
              <a:gd name="connsiteY83" fmla="*/ 2790136 h 6858000"/>
              <a:gd name="connsiteX84" fmla="*/ 4986137 w 6096000"/>
              <a:gd name="connsiteY84" fmla="*/ 2804183 h 6858000"/>
              <a:gd name="connsiteX85" fmla="*/ 4986175 w 6096000"/>
              <a:gd name="connsiteY85" fmla="*/ 2825860 h 6858000"/>
              <a:gd name="connsiteX86" fmla="*/ 4993936 w 6096000"/>
              <a:gd name="connsiteY86" fmla="*/ 2911749 h 6858000"/>
              <a:gd name="connsiteX87" fmla="*/ 4992563 w 6096000"/>
              <a:gd name="connsiteY87" fmla="*/ 2977278 h 6858000"/>
              <a:gd name="connsiteX88" fmla="*/ 4980516 w 6096000"/>
              <a:gd name="connsiteY88" fmla="*/ 2991092 h 6858000"/>
              <a:gd name="connsiteX89" fmla="*/ 4992801 w 6096000"/>
              <a:gd name="connsiteY89" fmla="*/ 3020247 h 6858000"/>
              <a:gd name="connsiteX90" fmla="*/ 5014805 w 6096000"/>
              <a:gd name="connsiteY90" fmla="*/ 3065434 h 6858000"/>
              <a:gd name="connsiteX91" fmla="*/ 5002733 w 6096000"/>
              <a:gd name="connsiteY91" fmla="*/ 3103777 h 6858000"/>
              <a:gd name="connsiteX92" fmla="*/ 5002941 w 6096000"/>
              <a:gd name="connsiteY92" fmla="*/ 3151828 h 6858000"/>
              <a:gd name="connsiteX93" fmla="*/ 5002883 w 6096000"/>
              <a:gd name="connsiteY93" fmla="*/ 3180546 h 6858000"/>
              <a:gd name="connsiteX94" fmla="*/ 5016711 w 6096000"/>
              <a:gd name="connsiteY94" fmla="*/ 3258677 h 6858000"/>
              <a:gd name="connsiteX95" fmla="*/ 5017918 w 6096000"/>
              <a:gd name="connsiteY95" fmla="*/ 3262610 h 6858000"/>
              <a:gd name="connsiteX96" fmla="*/ 5011672 w 6096000"/>
              <a:gd name="connsiteY96" fmla="*/ 3277179 h 6858000"/>
              <a:gd name="connsiteX97" fmla="*/ 5009344 w 6096000"/>
              <a:gd name="connsiteY97" fmla="*/ 3278130 h 6858000"/>
              <a:gd name="connsiteX98" fmla="*/ 5026770 w 6096000"/>
              <a:gd name="connsiteY98" fmla="*/ 3325671 h 6858000"/>
              <a:gd name="connsiteX99" fmla="*/ 5024571 w 6096000"/>
              <a:gd name="connsiteY99" fmla="*/ 3332072 h 6858000"/>
              <a:gd name="connsiteX100" fmla="*/ 5041705 w 6096000"/>
              <a:gd name="connsiteY100" fmla="*/ 3362948 h 6858000"/>
              <a:gd name="connsiteX101" fmla="*/ 5047477 w 6096000"/>
              <a:gd name="connsiteY101" fmla="*/ 3378959 h 6858000"/>
              <a:gd name="connsiteX102" fmla="*/ 5060758 w 6096000"/>
              <a:gd name="connsiteY102" fmla="*/ 3407057 h 6858000"/>
              <a:gd name="connsiteX103" fmla="*/ 5058968 w 6096000"/>
              <a:gd name="connsiteY103" fmla="*/ 3409825 h 6858000"/>
              <a:gd name="connsiteX104" fmla="*/ 5062667 w 6096000"/>
              <a:gd name="connsiteY104" fmla="*/ 3415218 h 6858000"/>
              <a:gd name="connsiteX105" fmla="*/ 5060928 w 6096000"/>
              <a:gd name="connsiteY105" fmla="*/ 3419880 h 6858000"/>
              <a:gd name="connsiteX106" fmla="*/ 5062923 w 6096000"/>
              <a:gd name="connsiteY106" fmla="*/ 3424545 h 6858000"/>
              <a:gd name="connsiteX107" fmla="*/ 5064623 w 6096000"/>
              <a:gd name="connsiteY107" fmla="*/ 3476412 h 6858000"/>
              <a:gd name="connsiteX108" fmla="*/ 5069684 w 6096000"/>
              <a:gd name="connsiteY108" fmla="*/ 3486850 h 6858000"/>
              <a:gd name="connsiteX109" fmla="*/ 5063339 w 6096000"/>
              <a:gd name="connsiteY109" fmla="*/ 3496391 h 6858000"/>
              <a:gd name="connsiteX110" fmla="*/ 5070139 w 6096000"/>
              <a:gd name="connsiteY110" fmla="*/ 3531201 h 6858000"/>
              <a:gd name="connsiteX111" fmla="*/ 5079896 w 6096000"/>
              <a:gd name="connsiteY111" fmla="*/ 3542019 h 6858000"/>
              <a:gd name="connsiteX112" fmla="*/ 5087540 w 6096000"/>
              <a:gd name="connsiteY112" fmla="*/ 3552249 h 6858000"/>
              <a:gd name="connsiteX113" fmla="*/ 5087902 w 6096000"/>
              <a:gd name="connsiteY113" fmla="*/ 3553678 h 6858000"/>
              <a:gd name="connsiteX114" fmla="*/ 5091509 w 6096000"/>
              <a:gd name="connsiteY114" fmla="*/ 3568021 h 6858000"/>
              <a:gd name="connsiteX115" fmla="*/ 5091934 w 6096000"/>
              <a:gd name="connsiteY115" fmla="*/ 3569719 h 6858000"/>
              <a:gd name="connsiteX116" fmla="*/ 5089362 w 6096000"/>
              <a:gd name="connsiteY116" fmla="*/ 3586412 h 6858000"/>
              <a:gd name="connsiteX117" fmla="*/ 5092358 w 6096000"/>
              <a:gd name="connsiteY117" fmla="*/ 3597336 h 6858000"/>
              <a:gd name="connsiteX118" fmla="*/ 5084254 w 6096000"/>
              <a:gd name="connsiteY118" fmla="*/ 3606007 h 6858000"/>
              <a:gd name="connsiteX119" fmla="*/ 5084281 w 6096000"/>
              <a:gd name="connsiteY119" fmla="*/ 3641228 h 6858000"/>
              <a:gd name="connsiteX120" fmla="*/ 5091848 w 6096000"/>
              <a:gd name="connsiteY120" fmla="*/ 3653088 h 6858000"/>
              <a:gd name="connsiteX121" fmla="*/ 5097436 w 6096000"/>
              <a:gd name="connsiteY121" fmla="*/ 3664114 h 6858000"/>
              <a:gd name="connsiteX122" fmla="*/ 5097518 w 6096000"/>
              <a:gd name="connsiteY122" fmla="*/ 3665569 h 6858000"/>
              <a:gd name="connsiteX123" fmla="*/ 5099829 w 6096000"/>
              <a:gd name="connsiteY123" fmla="*/ 3707357 h 6858000"/>
              <a:gd name="connsiteX124" fmla="*/ 5114696 w 6096000"/>
              <a:gd name="connsiteY124" fmla="*/ 3778166 h 6858000"/>
              <a:gd name="connsiteX125" fmla="*/ 5135379 w 6096000"/>
              <a:gd name="connsiteY125" fmla="*/ 3878222 h 6858000"/>
              <a:gd name="connsiteX126" fmla="*/ 5130138 w 6096000"/>
              <a:gd name="connsiteY126" fmla="*/ 4048117 h 6858000"/>
              <a:gd name="connsiteX127" fmla="*/ 5090040 w 6096000"/>
              <a:gd name="connsiteY127" fmla="*/ 4219510 h 6858000"/>
              <a:gd name="connsiteX128" fmla="*/ 5092812 w 6096000"/>
              <a:gd name="connsiteY128" fmla="*/ 4411258 h 6858000"/>
              <a:gd name="connsiteX129" fmla="*/ 5084599 w 6096000"/>
              <a:gd name="connsiteY129" fmla="*/ 4488531 h 6858000"/>
              <a:gd name="connsiteX130" fmla="*/ 5084072 w 6096000"/>
              <a:gd name="connsiteY130" fmla="*/ 4539168 h 6858000"/>
              <a:gd name="connsiteX131" fmla="*/ 5068936 w 6096000"/>
              <a:gd name="connsiteY131" fmla="*/ 4625153 h 6858000"/>
              <a:gd name="connsiteX132" fmla="*/ 5059114 w 6096000"/>
              <a:gd name="connsiteY132" fmla="*/ 4733115 h 6858000"/>
              <a:gd name="connsiteX133" fmla="*/ 5037209 w 6096000"/>
              <a:gd name="connsiteY133" fmla="*/ 4844323 h 6858000"/>
              <a:gd name="connsiteX134" fmla="*/ 5020638 w 6096000"/>
              <a:gd name="connsiteY134" fmla="*/ 4877992 h 6858000"/>
              <a:gd name="connsiteX135" fmla="*/ 5006413 w 6096000"/>
              <a:gd name="connsiteY135" fmla="*/ 4925805 h 6858000"/>
              <a:gd name="connsiteX136" fmla="*/ 4971037 w 6096000"/>
              <a:gd name="connsiteY136" fmla="*/ 5009272 h 6858000"/>
              <a:gd name="connsiteX137" fmla="*/ 4963105 w 6096000"/>
              <a:gd name="connsiteY137" fmla="*/ 5111369 h 6858000"/>
              <a:gd name="connsiteX138" fmla="*/ 4976341 w 6096000"/>
              <a:gd name="connsiteY138" fmla="*/ 5210876 h 6858000"/>
              <a:gd name="connsiteX139" fmla="*/ 4980617 w 6096000"/>
              <a:gd name="connsiteY139" fmla="*/ 5269726 h 6858000"/>
              <a:gd name="connsiteX140" fmla="*/ 4997733 w 6096000"/>
              <a:gd name="connsiteY140" fmla="*/ 5464225 h 6858000"/>
              <a:gd name="connsiteX141" fmla="*/ 5001400 w 6096000"/>
              <a:gd name="connsiteY141" fmla="*/ 5594585 h 6858000"/>
              <a:gd name="connsiteX142" fmla="*/ 4983700 w 6096000"/>
              <a:gd name="connsiteY142" fmla="*/ 5667896 h 6858000"/>
              <a:gd name="connsiteX143" fmla="*/ 4968506 w 6096000"/>
              <a:gd name="connsiteY143" fmla="*/ 5769225 h 6858000"/>
              <a:gd name="connsiteX144" fmla="*/ 4969765 w 6096000"/>
              <a:gd name="connsiteY144" fmla="*/ 5823324 h 6858000"/>
              <a:gd name="connsiteX145" fmla="*/ 4966129 w 6096000"/>
              <a:gd name="connsiteY145" fmla="*/ 5862699 h 6858000"/>
              <a:gd name="connsiteX146" fmla="*/ 4970695 w 6096000"/>
              <a:gd name="connsiteY146" fmla="*/ 5906467 h 6858000"/>
              <a:gd name="connsiteX147" fmla="*/ 4991568 w 6096000"/>
              <a:gd name="connsiteY147" fmla="*/ 5939847 h 6858000"/>
              <a:gd name="connsiteX148" fmla="*/ 4986815 w 6096000"/>
              <a:gd name="connsiteY148" fmla="*/ 5973994 h 6858000"/>
              <a:gd name="connsiteX149" fmla="*/ 4987776 w 6096000"/>
              <a:gd name="connsiteY149" fmla="*/ 6089693 h 6858000"/>
              <a:gd name="connsiteX150" fmla="*/ 4991621 w 6096000"/>
              <a:gd name="connsiteY150" fmla="*/ 6224938 h 6858000"/>
              <a:gd name="connsiteX151" fmla="*/ 5017157 w 6096000"/>
              <a:gd name="connsiteY151" fmla="*/ 6370251 h 6858000"/>
              <a:gd name="connsiteX152" fmla="*/ 5040797 w 6096000"/>
              <a:gd name="connsiteY152" fmla="*/ 6541313 h 6858000"/>
              <a:gd name="connsiteX153" fmla="*/ 5045375 w 6096000"/>
              <a:gd name="connsiteY153" fmla="*/ 6640957 h 6858000"/>
              <a:gd name="connsiteX154" fmla="*/ 5058442 w 6096000"/>
              <a:gd name="connsiteY154" fmla="*/ 6705297 h 6858000"/>
              <a:gd name="connsiteX155" fmla="*/ 5071125 w 6096000"/>
              <a:gd name="connsiteY155" fmla="*/ 6759582 h 6858000"/>
              <a:gd name="connsiteX156" fmla="*/ 5069172 w 6096000"/>
              <a:gd name="connsiteY156" fmla="*/ 6817746 h 6858000"/>
              <a:gd name="connsiteX157" fmla="*/ 5072322 w 6096000"/>
              <a:gd name="connsiteY157" fmla="*/ 6843646 h 6858000"/>
              <a:gd name="connsiteX158" fmla="*/ 5091388 w 6096000"/>
              <a:gd name="connsiteY158" fmla="*/ 6857998 h 6858000"/>
              <a:gd name="connsiteX159" fmla="*/ 6096000 w 6096000"/>
              <a:gd name="connsiteY159" fmla="*/ 6857998 h 6858000"/>
              <a:gd name="connsiteX160" fmla="*/ 6096000 w 6096000"/>
              <a:gd name="connsiteY160" fmla="*/ 6858000 h 6858000"/>
              <a:gd name="connsiteX161" fmla="*/ 0 w 6096000"/>
              <a:gd name="connsiteY16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5567517" y="0"/>
                </a:lnTo>
                <a:lnTo>
                  <a:pt x="5566938" y="1705"/>
                </a:lnTo>
                <a:cubicBezTo>
                  <a:pt x="5563126" y="8440"/>
                  <a:pt x="5558112" y="13784"/>
                  <a:pt x="5551594" y="17287"/>
                </a:cubicBezTo>
                <a:cubicBezTo>
                  <a:pt x="5562364" y="82036"/>
                  <a:pt x="5510349" y="69804"/>
                  <a:pt x="5545641" y="130336"/>
                </a:cubicBezTo>
                <a:cubicBezTo>
                  <a:pt x="5526953" y="117589"/>
                  <a:pt x="5536978" y="162458"/>
                  <a:pt x="5538289" y="187093"/>
                </a:cubicBezTo>
                <a:cubicBezTo>
                  <a:pt x="5536205" y="226511"/>
                  <a:pt x="5545722" y="205530"/>
                  <a:pt x="5545790" y="265704"/>
                </a:cubicBezTo>
                <a:cubicBezTo>
                  <a:pt x="5542296" y="317533"/>
                  <a:pt x="5543813" y="325288"/>
                  <a:pt x="5542313" y="354566"/>
                </a:cubicBezTo>
                <a:lnTo>
                  <a:pt x="5524126" y="472000"/>
                </a:lnTo>
                <a:lnTo>
                  <a:pt x="5522170" y="473782"/>
                </a:lnTo>
                <a:cubicBezTo>
                  <a:pt x="5517847" y="482008"/>
                  <a:pt x="5518682" y="487340"/>
                  <a:pt x="5521798" y="491380"/>
                </a:cubicBezTo>
                <a:lnTo>
                  <a:pt x="5536419" y="531675"/>
                </a:lnTo>
                <a:lnTo>
                  <a:pt x="5533435" y="536015"/>
                </a:lnTo>
                <a:lnTo>
                  <a:pt x="5538088" y="572092"/>
                </a:lnTo>
                <a:lnTo>
                  <a:pt x="5536061" y="572511"/>
                </a:lnTo>
                <a:cubicBezTo>
                  <a:pt x="5531611" y="574271"/>
                  <a:pt x="5528529" y="577121"/>
                  <a:pt x="5528218" y="582332"/>
                </a:cubicBezTo>
                <a:cubicBezTo>
                  <a:pt x="5498002" y="573171"/>
                  <a:pt x="5516262" y="585107"/>
                  <a:pt x="5518011" y="601285"/>
                </a:cubicBezTo>
                <a:cubicBezTo>
                  <a:pt x="5508838" y="617831"/>
                  <a:pt x="5480684" y="666964"/>
                  <a:pt x="5473174" y="681608"/>
                </a:cubicBezTo>
                <a:cubicBezTo>
                  <a:pt x="5473102" y="684122"/>
                  <a:pt x="5473033" y="686637"/>
                  <a:pt x="5472963" y="689151"/>
                </a:cubicBezTo>
                <a:lnTo>
                  <a:pt x="5472485" y="689289"/>
                </a:lnTo>
                <a:cubicBezTo>
                  <a:pt x="5471434" y="690905"/>
                  <a:pt x="5470986" y="693376"/>
                  <a:pt x="5471326" y="697222"/>
                </a:cubicBezTo>
                <a:cubicBezTo>
                  <a:pt x="5471606" y="703992"/>
                  <a:pt x="5471884" y="710761"/>
                  <a:pt x="5472164" y="717531"/>
                </a:cubicBezTo>
                <a:lnTo>
                  <a:pt x="5468891" y="722494"/>
                </a:lnTo>
                <a:lnTo>
                  <a:pt x="5463081" y="724368"/>
                </a:lnTo>
                <a:lnTo>
                  <a:pt x="5446981" y="752692"/>
                </a:lnTo>
                <a:cubicBezTo>
                  <a:pt x="5454691" y="764380"/>
                  <a:pt x="5422719" y="808083"/>
                  <a:pt x="5417190" y="816346"/>
                </a:cubicBezTo>
                <a:lnTo>
                  <a:pt x="5388958" y="889417"/>
                </a:lnTo>
                <a:cubicBezTo>
                  <a:pt x="5320491" y="969963"/>
                  <a:pt x="5321907" y="1005331"/>
                  <a:pt x="5307044" y="1063288"/>
                </a:cubicBezTo>
                <a:cubicBezTo>
                  <a:pt x="5313332" y="1111028"/>
                  <a:pt x="5317096" y="1110140"/>
                  <a:pt x="5303837" y="1157176"/>
                </a:cubicBezTo>
                <a:cubicBezTo>
                  <a:pt x="5301103" y="1192124"/>
                  <a:pt x="5301884" y="1197232"/>
                  <a:pt x="5286494" y="1210776"/>
                </a:cubicBezTo>
                <a:lnTo>
                  <a:pt x="5282463" y="1301993"/>
                </a:lnTo>
                <a:lnTo>
                  <a:pt x="5252235" y="1360879"/>
                </a:lnTo>
                <a:lnTo>
                  <a:pt x="5244497" y="1404045"/>
                </a:lnTo>
                <a:lnTo>
                  <a:pt x="5223823" y="1429568"/>
                </a:lnTo>
                <a:lnTo>
                  <a:pt x="5224851" y="1430305"/>
                </a:lnTo>
                <a:cubicBezTo>
                  <a:pt x="5226697" y="1432466"/>
                  <a:pt x="5214738" y="1459891"/>
                  <a:pt x="5212394" y="1463304"/>
                </a:cubicBezTo>
                <a:cubicBezTo>
                  <a:pt x="5209912" y="1477394"/>
                  <a:pt x="5213027" y="1501295"/>
                  <a:pt x="5209958" y="1514846"/>
                </a:cubicBezTo>
                <a:lnTo>
                  <a:pt x="5206417" y="1519731"/>
                </a:lnTo>
                <a:lnTo>
                  <a:pt x="5206640" y="1519929"/>
                </a:lnTo>
                <a:cubicBezTo>
                  <a:pt x="5206490" y="1521210"/>
                  <a:pt x="5209710" y="1543635"/>
                  <a:pt x="5207632" y="1546022"/>
                </a:cubicBezTo>
                <a:lnTo>
                  <a:pt x="5212030" y="1578752"/>
                </a:lnTo>
                <a:cubicBezTo>
                  <a:pt x="5206147" y="1605585"/>
                  <a:pt x="5226381" y="1622803"/>
                  <a:pt x="5203533" y="1647555"/>
                </a:cubicBezTo>
                <a:cubicBezTo>
                  <a:pt x="5198128" y="1672675"/>
                  <a:pt x="5203213" y="1694404"/>
                  <a:pt x="5190877" y="1715685"/>
                </a:cubicBezTo>
                <a:cubicBezTo>
                  <a:pt x="5196815" y="1724301"/>
                  <a:pt x="5198098" y="1732435"/>
                  <a:pt x="5184235" y="1740358"/>
                </a:cubicBezTo>
                <a:cubicBezTo>
                  <a:pt x="5182625" y="1763793"/>
                  <a:pt x="5198368" y="1769422"/>
                  <a:pt x="5181475" y="1784314"/>
                </a:cubicBezTo>
                <a:cubicBezTo>
                  <a:pt x="5205987" y="1797417"/>
                  <a:pt x="5195246" y="1798221"/>
                  <a:pt x="5185845" y="1804434"/>
                </a:cubicBezTo>
                <a:lnTo>
                  <a:pt x="5185068" y="1805316"/>
                </a:lnTo>
                <a:lnTo>
                  <a:pt x="5188593" y="1807109"/>
                </a:lnTo>
                <a:lnTo>
                  <a:pt x="5185920" y="1821003"/>
                </a:lnTo>
                <a:lnTo>
                  <a:pt x="5183543" y="1824832"/>
                </a:lnTo>
                <a:cubicBezTo>
                  <a:pt x="5182284" y="1827468"/>
                  <a:pt x="5181937" y="1829219"/>
                  <a:pt x="5182235" y="1830429"/>
                </a:cubicBezTo>
                <a:lnTo>
                  <a:pt x="5182525" y="1830569"/>
                </a:lnTo>
                <a:lnTo>
                  <a:pt x="5180663" y="1835810"/>
                </a:lnTo>
                <a:cubicBezTo>
                  <a:pt x="5176779" y="1844665"/>
                  <a:pt x="5172297" y="1853278"/>
                  <a:pt x="5167452" y="1861483"/>
                </a:cubicBezTo>
                <a:cubicBezTo>
                  <a:pt x="5179827" y="1866643"/>
                  <a:pt x="5166788" y="1884999"/>
                  <a:pt x="5174266" y="1892417"/>
                </a:cubicBezTo>
                <a:lnTo>
                  <a:pt x="5189262" y="1895114"/>
                </a:lnTo>
                <a:lnTo>
                  <a:pt x="5187100" y="1899379"/>
                </a:lnTo>
                <a:lnTo>
                  <a:pt x="5180471" y="1907867"/>
                </a:lnTo>
                <a:cubicBezTo>
                  <a:pt x="5179609" y="1909162"/>
                  <a:pt x="5179647" y="1909994"/>
                  <a:pt x="5181361" y="1910265"/>
                </a:cubicBezTo>
                <a:cubicBezTo>
                  <a:pt x="5180995" y="1914884"/>
                  <a:pt x="5177893" y="1930292"/>
                  <a:pt x="5178268" y="1935584"/>
                </a:cubicBezTo>
                <a:lnTo>
                  <a:pt x="5183619" y="1942021"/>
                </a:lnTo>
                <a:lnTo>
                  <a:pt x="5184480" y="1945112"/>
                </a:lnTo>
                <a:lnTo>
                  <a:pt x="5172776" y="1961162"/>
                </a:lnTo>
                <a:lnTo>
                  <a:pt x="5168513" y="1969445"/>
                </a:lnTo>
                <a:lnTo>
                  <a:pt x="5126597" y="2024270"/>
                </a:lnTo>
                <a:lnTo>
                  <a:pt x="5119528" y="2107942"/>
                </a:lnTo>
                <a:cubicBezTo>
                  <a:pt x="5089290" y="2138038"/>
                  <a:pt x="5110415" y="2159228"/>
                  <a:pt x="5110356" y="2193455"/>
                </a:cubicBezTo>
                <a:cubicBezTo>
                  <a:pt x="5101302" y="2220953"/>
                  <a:pt x="5110381" y="2224200"/>
                  <a:pt x="5104992" y="2260088"/>
                </a:cubicBezTo>
                <a:cubicBezTo>
                  <a:pt x="5096504" y="2291744"/>
                  <a:pt x="5078225" y="2299003"/>
                  <a:pt x="5059439" y="2335735"/>
                </a:cubicBezTo>
                <a:cubicBezTo>
                  <a:pt x="5029465" y="2329020"/>
                  <a:pt x="5058046" y="2407546"/>
                  <a:pt x="5022061" y="2408995"/>
                </a:cubicBezTo>
                <a:cubicBezTo>
                  <a:pt x="5023289" y="2413465"/>
                  <a:pt x="5019654" y="2441580"/>
                  <a:pt x="5022253" y="2445869"/>
                </a:cubicBezTo>
                <a:cubicBezTo>
                  <a:pt x="5022440" y="2449625"/>
                  <a:pt x="5011241" y="2492743"/>
                  <a:pt x="5011426" y="2496499"/>
                </a:cubicBezTo>
                <a:lnTo>
                  <a:pt x="4994224" y="2549900"/>
                </a:lnTo>
                <a:cubicBezTo>
                  <a:pt x="4992353" y="2564757"/>
                  <a:pt x="4998952" y="2582253"/>
                  <a:pt x="4995245" y="2596456"/>
                </a:cubicBezTo>
                <a:lnTo>
                  <a:pt x="4988570" y="2606088"/>
                </a:lnTo>
                <a:cubicBezTo>
                  <a:pt x="4988504" y="2615842"/>
                  <a:pt x="4988436" y="2625597"/>
                  <a:pt x="4988371" y="2635351"/>
                </a:cubicBezTo>
                <a:lnTo>
                  <a:pt x="4983212" y="2665666"/>
                </a:lnTo>
                <a:lnTo>
                  <a:pt x="4968234" y="2715895"/>
                </a:lnTo>
                <a:lnTo>
                  <a:pt x="4975888" y="2725052"/>
                </a:lnTo>
                <a:lnTo>
                  <a:pt x="4980195" y="2726489"/>
                </a:lnTo>
                <a:lnTo>
                  <a:pt x="4976218" y="2740278"/>
                </a:lnTo>
                <a:lnTo>
                  <a:pt x="4980571" y="2751112"/>
                </a:lnTo>
                <a:lnTo>
                  <a:pt x="4973893" y="2760208"/>
                </a:lnTo>
                <a:lnTo>
                  <a:pt x="4979005" y="2790136"/>
                </a:lnTo>
                <a:lnTo>
                  <a:pt x="4986137" y="2804183"/>
                </a:lnTo>
                <a:cubicBezTo>
                  <a:pt x="4986150" y="2811409"/>
                  <a:pt x="4986162" y="2818634"/>
                  <a:pt x="4986175" y="2825860"/>
                </a:cubicBezTo>
                <a:cubicBezTo>
                  <a:pt x="4987474" y="2843788"/>
                  <a:pt x="4992871" y="2886513"/>
                  <a:pt x="4993936" y="2911749"/>
                </a:cubicBezTo>
                <a:cubicBezTo>
                  <a:pt x="4993313" y="2946689"/>
                  <a:pt x="4980300" y="2954448"/>
                  <a:pt x="4992563" y="2977278"/>
                </a:cubicBezTo>
                <a:cubicBezTo>
                  <a:pt x="4985688" y="2983455"/>
                  <a:pt x="4982051" y="2987749"/>
                  <a:pt x="4980516" y="2991092"/>
                </a:cubicBezTo>
                <a:cubicBezTo>
                  <a:pt x="4975910" y="3001119"/>
                  <a:pt x="4990216" y="3002537"/>
                  <a:pt x="4992801" y="3020247"/>
                </a:cubicBezTo>
                <a:cubicBezTo>
                  <a:pt x="4998517" y="3032637"/>
                  <a:pt x="5013148" y="3051512"/>
                  <a:pt x="5014805" y="3065434"/>
                </a:cubicBezTo>
                <a:cubicBezTo>
                  <a:pt x="4998836" y="3057428"/>
                  <a:pt x="5016840" y="3105196"/>
                  <a:pt x="5002733" y="3103777"/>
                </a:cubicBezTo>
                <a:cubicBezTo>
                  <a:pt x="5022381" y="3124610"/>
                  <a:pt x="4997365" y="3128169"/>
                  <a:pt x="5002941" y="3151828"/>
                </a:cubicBezTo>
                <a:cubicBezTo>
                  <a:pt x="5010264" y="3163902"/>
                  <a:pt x="5011356" y="3171780"/>
                  <a:pt x="5002883" y="3180546"/>
                </a:cubicBezTo>
                <a:cubicBezTo>
                  <a:pt x="5038586" y="3236545"/>
                  <a:pt x="5003723" y="3210316"/>
                  <a:pt x="5016711" y="3258677"/>
                </a:cubicBezTo>
                <a:lnTo>
                  <a:pt x="5017918" y="3262610"/>
                </a:lnTo>
                <a:lnTo>
                  <a:pt x="5011672" y="3277179"/>
                </a:lnTo>
                <a:lnTo>
                  <a:pt x="5009344" y="3278130"/>
                </a:lnTo>
                <a:lnTo>
                  <a:pt x="5026770" y="3325671"/>
                </a:lnTo>
                <a:lnTo>
                  <a:pt x="5024571" y="3332072"/>
                </a:lnTo>
                <a:lnTo>
                  <a:pt x="5041705" y="3362948"/>
                </a:lnTo>
                <a:lnTo>
                  <a:pt x="5047477" y="3378959"/>
                </a:lnTo>
                <a:lnTo>
                  <a:pt x="5060758" y="3407057"/>
                </a:lnTo>
                <a:lnTo>
                  <a:pt x="5058968" y="3409825"/>
                </a:lnTo>
                <a:lnTo>
                  <a:pt x="5062667" y="3415218"/>
                </a:lnTo>
                <a:lnTo>
                  <a:pt x="5060928" y="3419880"/>
                </a:lnTo>
                <a:lnTo>
                  <a:pt x="5062923" y="3424545"/>
                </a:lnTo>
                <a:cubicBezTo>
                  <a:pt x="5063537" y="3433967"/>
                  <a:pt x="5063494" y="3466028"/>
                  <a:pt x="5064623" y="3476412"/>
                </a:cubicBezTo>
                <a:lnTo>
                  <a:pt x="5069684" y="3486850"/>
                </a:lnTo>
                <a:lnTo>
                  <a:pt x="5063339" y="3496391"/>
                </a:lnTo>
                <a:lnTo>
                  <a:pt x="5070139" y="3531201"/>
                </a:lnTo>
                <a:lnTo>
                  <a:pt x="5079896" y="3542019"/>
                </a:lnTo>
                <a:lnTo>
                  <a:pt x="5087540" y="3552249"/>
                </a:lnTo>
                <a:lnTo>
                  <a:pt x="5087902" y="3553678"/>
                </a:lnTo>
                <a:lnTo>
                  <a:pt x="5091509" y="3568021"/>
                </a:lnTo>
                <a:lnTo>
                  <a:pt x="5091934" y="3569719"/>
                </a:lnTo>
                <a:lnTo>
                  <a:pt x="5089362" y="3586412"/>
                </a:lnTo>
                <a:lnTo>
                  <a:pt x="5092358" y="3597336"/>
                </a:lnTo>
                <a:lnTo>
                  <a:pt x="5084254" y="3606007"/>
                </a:lnTo>
                <a:cubicBezTo>
                  <a:pt x="5084262" y="3617747"/>
                  <a:pt x="5084273" y="3629488"/>
                  <a:pt x="5084281" y="3641228"/>
                </a:cubicBezTo>
                <a:lnTo>
                  <a:pt x="5091848" y="3653088"/>
                </a:lnTo>
                <a:lnTo>
                  <a:pt x="5097436" y="3664114"/>
                </a:lnTo>
                <a:cubicBezTo>
                  <a:pt x="5097463" y="3664599"/>
                  <a:pt x="5097491" y="3665084"/>
                  <a:pt x="5097518" y="3665569"/>
                </a:cubicBezTo>
                <a:cubicBezTo>
                  <a:pt x="5097915" y="3672776"/>
                  <a:pt x="5096966" y="3688591"/>
                  <a:pt x="5099829" y="3707357"/>
                </a:cubicBezTo>
                <a:cubicBezTo>
                  <a:pt x="5100505" y="3724716"/>
                  <a:pt x="5118078" y="3760234"/>
                  <a:pt x="5114696" y="3778166"/>
                </a:cubicBezTo>
                <a:cubicBezTo>
                  <a:pt x="5141627" y="3845122"/>
                  <a:pt x="5125427" y="3821305"/>
                  <a:pt x="5135379" y="3878222"/>
                </a:cubicBezTo>
                <a:cubicBezTo>
                  <a:pt x="5161519" y="3905047"/>
                  <a:pt x="5125417" y="4015047"/>
                  <a:pt x="5130138" y="4048117"/>
                </a:cubicBezTo>
                <a:cubicBezTo>
                  <a:pt x="5081804" y="4192084"/>
                  <a:pt x="5096262" y="4158987"/>
                  <a:pt x="5090040" y="4219510"/>
                </a:cubicBezTo>
                <a:cubicBezTo>
                  <a:pt x="5104553" y="4280033"/>
                  <a:pt x="5065380" y="4345686"/>
                  <a:pt x="5092812" y="4411258"/>
                </a:cubicBezTo>
                <a:cubicBezTo>
                  <a:pt x="5090630" y="4437329"/>
                  <a:pt x="5083878" y="4473140"/>
                  <a:pt x="5084599" y="4488531"/>
                </a:cubicBezTo>
                <a:cubicBezTo>
                  <a:pt x="5084423" y="4505410"/>
                  <a:pt x="5084248" y="4522289"/>
                  <a:pt x="5084072" y="4539168"/>
                </a:cubicBezTo>
                <a:cubicBezTo>
                  <a:pt x="5072114" y="4567830"/>
                  <a:pt x="5064305" y="4588197"/>
                  <a:pt x="5068936" y="4625153"/>
                </a:cubicBezTo>
                <a:cubicBezTo>
                  <a:pt x="5077433" y="4662889"/>
                  <a:pt x="5065899" y="4679357"/>
                  <a:pt x="5059114" y="4733115"/>
                </a:cubicBezTo>
                <a:cubicBezTo>
                  <a:pt x="5068687" y="4752352"/>
                  <a:pt x="5055370" y="4832308"/>
                  <a:pt x="5037209" y="4844323"/>
                </a:cubicBezTo>
                <a:cubicBezTo>
                  <a:pt x="5033444" y="4857054"/>
                  <a:pt x="5040194" y="4871554"/>
                  <a:pt x="5020638" y="4877992"/>
                </a:cubicBezTo>
                <a:cubicBezTo>
                  <a:pt x="4997151" y="4888353"/>
                  <a:pt x="5034418" y="4931200"/>
                  <a:pt x="5006413" y="4925805"/>
                </a:cubicBezTo>
                <a:cubicBezTo>
                  <a:pt x="5031964" y="4956261"/>
                  <a:pt x="4982840" y="4982633"/>
                  <a:pt x="4971037" y="5009272"/>
                </a:cubicBezTo>
                <a:cubicBezTo>
                  <a:pt x="4973259" y="5034036"/>
                  <a:pt x="4968375" y="5053859"/>
                  <a:pt x="4963105" y="5111369"/>
                </a:cubicBezTo>
                <a:cubicBezTo>
                  <a:pt x="4973224" y="5141336"/>
                  <a:pt x="4937413" y="5161742"/>
                  <a:pt x="4976341" y="5210876"/>
                </a:cubicBezTo>
                <a:cubicBezTo>
                  <a:pt x="4972455" y="5212581"/>
                  <a:pt x="4977054" y="5227501"/>
                  <a:pt x="4980617" y="5269726"/>
                </a:cubicBezTo>
                <a:cubicBezTo>
                  <a:pt x="4984182" y="5311951"/>
                  <a:pt x="4990390" y="5400671"/>
                  <a:pt x="4997733" y="5464225"/>
                </a:cubicBezTo>
                <a:cubicBezTo>
                  <a:pt x="5001765" y="5536542"/>
                  <a:pt x="4990225" y="5517959"/>
                  <a:pt x="5001400" y="5594585"/>
                </a:cubicBezTo>
                <a:cubicBezTo>
                  <a:pt x="4999908" y="5619318"/>
                  <a:pt x="4974042" y="5647975"/>
                  <a:pt x="4983700" y="5667896"/>
                </a:cubicBezTo>
                <a:cubicBezTo>
                  <a:pt x="4976834" y="5696311"/>
                  <a:pt x="4975579" y="5738356"/>
                  <a:pt x="4968506" y="5769225"/>
                </a:cubicBezTo>
                <a:cubicBezTo>
                  <a:pt x="4968926" y="5787258"/>
                  <a:pt x="4969344" y="5805291"/>
                  <a:pt x="4969765" y="5823324"/>
                </a:cubicBezTo>
                <a:cubicBezTo>
                  <a:pt x="4966122" y="5853058"/>
                  <a:pt x="4965608" y="5838948"/>
                  <a:pt x="4966129" y="5862699"/>
                </a:cubicBezTo>
                <a:lnTo>
                  <a:pt x="4970695" y="5906467"/>
                </a:lnTo>
                <a:lnTo>
                  <a:pt x="4991568" y="5939847"/>
                </a:lnTo>
                <a:cubicBezTo>
                  <a:pt x="4998848" y="5955713"/>
                  <a:pt x="4974731" y="5940131"/>
                  <a:pt x="4986815" y="5973994"/>
                </a:cubicBezTo>
                <a:cubicBezTo>
                  <a:pt x="4961187" y="5997051"/>
                  <a:pt x="4983444" y="6032039"/>
                  <a:pt x="4987776" y="6089693"/>
                </a:cubicBezTo>
                <a:lnTo>
                  <a:pt x="4991621" y="6224938"/>
                </a:lnTo>
                <a:cubicBezTo>
                  <a:pt x="4988442" y="6270972"/>
                  <a:pt x="5008962" y="6317522"/>
                  <a:pt x="5017157" y="6370251"/>
                </a:cubicBezTo>
                <a:cubicBezTo>
                  <a:pt x="5025353" y="6422980"/>
                  <a:pt x="5039938" y="6490855"/>
                  <a:pt x="5040797" y="6541313"/>
                </a:cubicBezTo>
                <a:cubicBezTo>
                  <a:pt x="5039898" y="6576319"/>
                  <a:pt x="5031912" y="6591883"/>
                  <a:pt x="5045375" y="6640957"/>
                </a:cubicBezTo>
                <a:cubicBezTo>
                  <a:pt x="5057505" y="6669536"/>
                  <a:pt x="5052276" y="6675394"/>
                  <a:pt x="5058442" y="6705297"/>
                </a:cubicBezTo>
                <a:cubicBezTo>
                  <a:pt x="5057367" y="6727133"/>
                  <a:pt x="5067901" y="6732087"/>
                  <a:pt x="5071125" y="6759582"/>
                </a:cubicBezTo>
                <a:cubicBezTo>
                  <a:pt x="5055614" y="6796071"/>
                  <a:pt x="5051656" y="6769544"/>
                  <a:pt x="5069172" y="6817746"/>
                </a:cubicBezTo>
                <a:cubicBezTo>
                  <a:pt x="5060956" y="6828354"/>
                  <a:pt x="5064525" y="6836369"/>
                  <a:pt x="5072322" y="6843646"/>
                </a:cubicBezTo>
                <a:lnTo>
                  <a:pt x="5091388" y="6857998"/>
                </a:lnTo>
                <a:lnTo>
                  <a:pt x="6096000" y="6857998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F25ACD-6117-9391-8E60-0A3EB82AB0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09600"/>
            <a:ext cx="3739341" cy="133083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Detections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D656A81-192C-04C7-AA9E-FBB65F38BB6B}"/>
              </a:ext>
            </a:extLst>
          </p:cNvPr>
          <p:cNvSpPr txBox="1"/>
          <p:nvPr/>
        </p:nvSpPr>
        <p:spPr>
          <a:xfrm>
            <a:off x="862366" y="2194102"/>
            <a:ext cx="3427001" cy="39085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marL="114300"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b="1" u="sng" dirty="0"/>
              <a:t>Directory Service Changes audit should be enabled:</a:t>
            </a:r>
            <a:endParaRPr lang="en-US" sz="2000" b="1" u="sng"/>
          </a:p>
          <a:p>
            <a:pPr marL="400050"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/>
              <a:t>Computer Configuration &gt; Windows Settings &gt; Security Settings &gt; Advanced Audit Policy Configuration &gt; System Audit Policies &gt; DS Access &gt; Audit Directory Service Changes</a:t>
            </a:r>
            <a:endParaRPr lang="en-US" sz="200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2CF47645-F51D-6056-1F05-CFCF23E2835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45457" y="1455838"/>
            <a:ext cx="6155141" cy="39700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783404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Down Arrow 7">
            <a:extLst>
              <a:ext uri="{FF2B5EF4-FFF2-40B4-BE49-F238E27FC236}">
                <a16:creationId xmlns:a16="http://schemas.microsoft.com/office/drawing/2014/main" id="{D4771268-CB57-404A-9271-370EB28F60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800100" y="1491343"/>
            <a:ext cx="3333749" cy="3499103"/>
          </a:xfrm>
          <a:prstGeom prst="downArrow">
            <a:avLst>
              <a:gd name="adj1" fmla="val 100000"/>
              <a:gd name="adj2" fmla="val 15788"/>
            </a:avLst>
          </a:prstGeom>
          <a:solidFill>
            <a:srgbClr val="404040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14B72DD-41E4-8224-A5BA-1A3FADC447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8700" y="1967266"/>
            <a:ext cx="2628900" cy="2547257"/>
          </a:xfrm>
          <a:noFill/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Detections</a:t>
            </a:r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FF6A4117-B253-FDB9-AAEB-1C765C151CC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157537" y="643466"/>
            <a:ext cx="6020257" cy="55687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257952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DDB806F-AF57-ED2A-0BC4-6590981D49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1600D86E-8DF5-067D-8322-F615178AEC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182C30-DD59-E0E7-2F05-71CB72B14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651" y="1122363"/>
            <a:ext cx="11034695" cy="317469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8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Resources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4CBFAAC-9F13-3D47-4240-605CDC6E9ED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857544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A752DB1-FD35-718F-3EF6-04EB809525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78652" y="4501201"/>
            <a:ext cx="1103469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89096985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C5FB7E8-B636-40FA-BE8D-48145C0F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4"/>
            <a:ext cx="12192000" cy="2295238"/>
          </a:xfrm>
          <a:custGeom>
            <a:avLst/>
            <a:gdLst>
              <a:gd name="connsiteX0" fmla="*/ 12160143 w 12192000"/>
              <a:gd name="connsiteY0" fmla="*/ 831692 h 2079137"/>
              <a:gd name="connsiteX1" fmla="*/ 12159112 w 12192000"/>
              <a:gd name="connsiteY1" fmla="*/ 833361 h 2079137"/>
              <a:gd name="connsiteX2" fmla="*/ 12158912 w 12192000"/>
              <a:gd name="connsiteY2" fmla="*/ 832430 h 2079137"/>
              <a:gd name="connsiteX3" fmla="*/ 0 w 12192000"/>
              <a:gd name="connsiteY3" fmla="*/ 0 h 2079137"/>
              <a:gd name="connsiteX4" fmla="*/ 12192000 w 12192000"/>
              <a:gd name="connsiteY4" fmla="*/ 0 h 2079137"/>
              <a:gd name="connsiteX5" fmla="*/ 12192000 w 12192000"/>
              <a:gd name="connsiteY5" fmla="*/ 558063 h 2079137"/>
              <a:gd name="connsiteX6" fmla="*/ 12189259 w 12192000"/>
              <a:gd name="connsiteY6" fmla="*/ 810508 h 2079137"/>
              <a:gd name="connsiteX7" fmla="*/ 12170847 w 12192000"/>
              <a:gd name="connsiteY7" fmla="*/ 825280 h 2079137"/>
              <a:gd name="connsiteX8" fmla="*/ 12160143 w 12192000"/>
              <a:gd name="connsiteY8" fmla="*/ 831692 h 2079137"/>
              <a:gd name="connsiteX9" fmla="*/ 12163806 w 12192000"/>
              <a:gd name="connsiteY9" fmla="*/ 825759 h 2079137"/>
              <a:gd name="connsiteX10" fmla="*/ 12056557 w 12192000"/>
              <a:gd name="connsiteY10" fmla="*/ 810176 h 2079137"/>
              <a:gd name="connsiteX11" fmla="*/ 11900316 w 12192000"/>
              <a:gd name="connsiteY11" fmla="*/ 789618 h 2079137"/>
              <a:gd name="connsiteX12" fmla="*/ 11791206 w 12192000"/>
              <a:gd name="connsiteY12" fmla="*/ 824176 h 2079137"/>
              <a:gd name="connsiteX13" fmla="*/ 11659257 w 12192000"/>
              <a:gd name="connsiteY13" fmla="*/ 800841 h 2079137"/>
              <a:gd name="connsiteX14" fmla="*/ 11569789 w 12192000"/>
              <a:gd name="connsiteY14" fmla="*/ 797135 h 2079137"/>
              <a:gd name="connsiteX15" fmla="*/ 11367885 w 12192000"/>
              <a:gd name="connsiteY15" fmla="*/ 791985 h 2079137"/>
              <a:gd name="connsiteX16" fmla="*/ 11174663 w 12192000"/>
              <a:gd name="connsiteY16" fmla="*/ 788721 h 2079137"/>
              <a:gd name="connsiteX17" fmla="*/ 11068220 w 12192000"/>
              <a:gd name="connsiteY17" fmla="*/ 786994 h 2079137"/>
              <a:gd name="connsiteX18" fmla="*/ 10893266 w 12192000"/>
              <a:gd name="connsiteY18" fmla="*/ 794013 h 2079137"/>
              <a:gd name="connsiteX19" fmla="*/ 10844025 w 12192000"/>
              <a:gd name="connsiteY19" fmla="*/ 789857 h 2079137"/>
              <a:gd name="connsiteX20" fmla="*/ 10814353 w 12192000"/>
              <a:gd name="connsiteY20" fmla="*/ 789010 h 2079137"/>
              <a:gd name="connsiteX21" fmla="*/ 10748393 w 12192000"/>
              <a:gd name="connsiteY21" fmla="*/ 806738 h 2079137"/>
              <a:gd name="connsiteX22" fmla="*/ 10468256 w 12192000"/>
              <a:gd name="connsiteY22" fmla="*/ 778733 h 2079137"/>
              <a:gd name="connsiteX23" fmla="*/ 10256131 w 12192000"/>
              <a:gd name="connsiteY23" fmla="*/ 788332 h 2079137"/>
              <a:gd name="connsiteX24" fmla="*/ 10177442 w 12192000"/>
              <a:gd name="connsiteY24" fmla="*/ 777371 h 2079137"/>
              <a:gd name="connsiteX25" fmla="*/ 10006086 w 12192000"/>
              <a:gd name="connsiteY25" fmla="*/ 792651 h 2079137"/>
              <a:gd name="connsiteX26" fmla="*/ 9952382 w 12192000"/>
              <a:gd name="connsiteY26" fmla="*/ 815411 h 2079137"/>
              <a:gd name="connsiteX27" fmla="*/ 9926457 w 12192000"/>
              <a:gd name="connsiteY27" fmla="*/ 827295 h 2079137"/>
              <a:gd name="connsiteX28" fmla="*/ 9843405 w 12192000"/>
              <a:gd name="connsiteY28" fmla="*/ 867046 h 2079137"/>
              <a:gd name="connsiteX29" fmla="*/ 9830866 w 12192000"/>
              <a:gd name="connsiteY29" fmla="*/ 875047 h 2079137"/>
              <a:gd name="connsiteX30" fmla="*/ 9801807 w 12192000"/>
              <a:gd name="connsiteY30" fmla="*/ 872272 h 2079137"/>
              <a:gd name="connsiteX31" fmla="*/ 9785653 w 12192000"/>
              <a:gd name="connsiteY31" fmla="*/ 861743 h 2079137"/>
              <a:gd name="connsiteX32" fmla="*/ 9781177 w 12192000"/>
              <a:gd name="connsiteY32" fmla="*/ 864820 h 2079137"/>
              <a:gd name="connsiteX33" fmla="*/ 9768640 w 12192000"/>
              <a:gd name="connsiteY33" fmla="*/ 869379 h 2079137"/>
              <a:gd name="connsiteX34" fmla="*/ 9712211 w 12192000"/>
              <a:gd name="connsiteY34" fmla="*/ 900283 h 2079137"/>
              <a:gd name="connsiteX35" fmla="*/ 9689465 w 12192000"/>
              <a:gd name="connsiteY35" fmla="*/ 899268 h 2079137"/>
              <a:gd name="connsiteX36" fmla="*/ 9600339 w 12192000"/>
              <a:gd name="connsiteY36" fmla="*/ 922112 h 2079137"/>
              <a:gd name="connsiteX37" fmla="*/ 9582850 w 12192000"/>
              <a:gd name="connsiteY37" fmla="*/ 925510 h 2079137"/>
              <a:gd name="connsiteX38" fmla="*/ 9549638 w 12192000"/>
              <a:gd name="connsiteY38" fmla="*/ 940845 h 2079137"/>
              <a:gd name="connsiteX39" fmla="*/ 9539471 w 12192000"/>
              <a:gd name="connsiteY39" fmla="*/ 941799 h 2079137"/>
              <a:gd name="connsiteX40" fmla="*/ 9505592 w 12192000"/>
              <a:gd name="connsiteY40" fmla="*/ 955533 h 2079137"/>
              <a:gd name="connsiteX41" fmla="*/ 9432569 w 12192000"/>
              <a:gd name="connsiteY41" fmla="*/ 985377 h 2079137"/>
              <a:gd name="connsiteX42" fmla="*/ 9414216 w 12192000"/>
              <a:gd name="connsiteY42" fmla="*/ 992655 h 2079137"/>
              <a:gd name="connsiteX43" fmla="*/ 9397106 w 12192000"/>
              <a:gd name="connsiteY43" fmla="*/ 992980 h 2079137"/>
              <a:gd name="connsiteX44" fmla="*/ 9305108 w 12192000"/>
              <a:gd name="connsiteY44" fmla="*/ 1007767 h 2079137"/>
              <a:gd name="connsiteX45" fmla="*/ 9282434 w 12192000"/>
              <a:gd name="connsiteY45" fmla="*/ 1007523 h 2079137"/>
              <a:gd name="connsiteX46" fmla="*/ 9271941 w 12192000"/>
              <a:gd name="connsiteY46" fmla="*/ 1002839 h 2079137"/>
              <a:gd name="connsiteX47" fmla="*/ 9238227 w 12192000"/>
              <a:gd name="connsiteY47" fmla="*/ 1017668 h 2079137"/>
              <a:gd name="connsiteX48" fmla="*/ 9184265 w 12192000"/>
              <a:gd name="connsiteY48" fmla="*/ 1031275 h 2079137"/>
              <a:gd name="connsiteX49" fmla="*/ 9159000 w 12192000"/>
              <a:gd name="connsiteY49" fmla="*/ 1039569 h 2079137"/>
              <a:gd name="connsiteX50" fmla="*/ 9137031 w 12192000"/>
              <a:gd name="connsiteY50" fmla="*/ 1038699 h 2079137"/>
              <a:gd name="connsiteX51" fmla="*/ 9015702 w 12192000"/>
              <a:gd name="connsiteY51" fmla="*/ 1051400 h 2079137"/>
              <a:gd name="connsiteX52" fmla="*/ 8971403 w 12192000"/>
              <a:gd name="connsiteY52" fmla="*/ 1040542 h 2079137"/>
              <a:gd name="connsiteX53" fmla="*/ 8961826 w 12192000"/>
              <a:gd name="connsiteY53" fmla="*/ 1045364 h 2079137"/>
              <a:gd name="connsiteX54" fmla="*/ 8888623 w 12192000"/>
              <a:gd name="connsiteY54" fmla="*/ 1053908 h 2079137"/>
              <a:gd name="connsiteX55" fmla="*/ 8841066 w 12192000"/>
              <a:gd name="connsiteY55" fmla="*/ 1060421 h 2079137"/>
              <a:gd name="connsiteX56" fmla="*/ 8752342 w 12192000"/>
              <a:gd name="connsiteY56" fmla="*/ 1080646 h 2079137"/>
              <a:gd name="connsiteX57" fmla="*/ 8699139 w 12192000"/>
              <a:gd name="connsiteY57" fmla="*/ 1087885 h 2079137"/>
              <a:gd name="connsiteX58" fmla="*/ 8667273 w 12192000"/>
              <a:gd name="connsiteY58" fmla="*/ 1092062 h 2079137"/>
              <a:gd name="connsiteX59" fmla="*/ 8586064 w 12192000"/>
              <a:gd name="connsiteY59" fmla="*/ 1114603 h 2079137"/>
              <a:gd name="connsiteX60" fmla="*/ 8460312 w 12192000"/>
              <a:gd name="connsiteY60" fmla="*/ 1179878 h 2079137"/>
              <a:gd name="connsiteX61" fmla="*/ 8419023 w 12192000"/>
              <a:gd name="connsiteY61" fmla="*/ 1191748 h 2079137"/>
              <a:gd name="connsiteX62" fmla="*/ 8410939 w 12192000"/>
              <a:gd name="connsiteY62" fmla="*/ 1189696 h 2079137"/>
              <a:gd name="connsiteX63" fmla="*/ 8362040 w 12192000"/>
              <a:gd name="connsiteY63" fmla="*/ 1220820 h 2079137"/>
              <a:gd name="connsiteX64" fmla="*/ 8273677 w 12192000"/>
              <a:gd name="connsiteY64" fmla="*/ 1236495 h 2079137"/>
              <a:gd name="connsiteX65" fmla="*/ 8204283 w 12192000"/>
              <a:gd name="connsiteY65" fmla="*/ 1243537 h 2079137"/>
              <a:gd name="connsiteX66" fmla="*/ 8166550 w 12192000"/>
              <a:gd name="connsiteY66" fmla="*/ 1249551 h 2079137"/>
              <a:gd name="connsiteX67" fmla="*/ 8137785 w 12192000"/>
              <a:gd name="connsiteY67" fmla="*/ 1251636 h 2079137"/>
              <a:gd name="connsiteX68" fmla="*/ 8071596 w 12192000"/>
              <a:gd name="connsiteY68" fmla="*/ 1269274 h 2079137"/>
              <a:gd name="connsiteX69" fmla="*/ 7964816 w 12192000"/>
              <a:gd name="connsiteY69" fmla="*/ 1303668 h 2079137"/>
              <a:gd name="connsiteX70" fmla="*/ 7941495 w 12192000"/>
              <a:gd name="connsiteY70" fmla="*/ 1309821 h 2079137"/>
              <a:gd name="connsiteX71" fmla="*/ 7919123 w 12192000"/>
              <a:gd name="connsiteY71" fmla="*/ 1310466 h 2079137"/>
              <a:gd name="connsiteX72" fmla="*/ 7911902 w 12192000"/>
              <a:gd name="connsiteY72" fmla="*/ 1306569 h 2079137"/>
              <a:gd name="connsiteX73" fmla="*/ 7898703 w 12192000"/>
              <a:gd name="connsiteY73" fmla="*/ 1309208 h 2079137"/>
              <a:gd name="connsiteX74" fmla="*/ 7894703 w 12192000"/>
              <a:gd name="connsiteY74" fmla="*/ 1308939 h 2079137"/>
              <a:gd name="connsiteX75" fmla="*/ 7872267 w 12192000"/>
              <a:gd name="connsiteY75" fmla="*/ 1308370 h 2079137"/>
              <a:gd name="connsiteX76" fmla="*/ 7836454 w 12192000"/>
              <a:gd name="connsiteY76" fmla="*/ 1331265 h 2079137"/>
              <a:gd name="connsiteX77" fmla="*/ 7782451 w 12192000"/>
              <a:gd name="connsiteY77" fmla="*/ 1339601 h 2079137"/>
              <a:gd name="connsiteX78" fmla="*/ 7542969 w 12192000"/>
              <a:gd name="connsiteY78" fmla="*/ 1372495 h 2079137"/>
              <a:gd name="connsiteX79" fmla="*/ 7476832 w 12192000"/>
              <a:gd name="connsiteY79" fmla="*/ 1431655 h 2079137"/>
              <a:gd name="connsiteX80" fmla="*/ 7370237 w 12192000"/>
              <a:gd name="connsiteY80" fmla="*/ 1474339 h 2079137"/>
              <a:gd name="connsiteX81" fmla="*/ 7222223 w 12192000"/>
              <a:gd name="connsiteY81" fmla="*/ 1510199 h 2079137"/>
              <a:gd name="connsiteX82" fmla="*/ 7215703 w 12192000"/>
              <a:gd name="connsiteY82" fmla="*/ 1520424 h 2079137"/>
              <a:gd name="connsiteX83" fmla="*/ 7204548 w 12192000"/>
              <a:gd name="connsiteY83" fmla="*/ 1528145 h 2079137"/>
              <a:gd name="connsiteX84" fmla="*/ 7202038 w 12192000"/>
              <a:gd name="connsiteY84" fmla="*/ 1527954 h 2079137"/>
              <a:gd name="connsiteX85" fmla="*/ 7173860 w 12192000"/>
              <a:gd name="connsiteY85" fmla="*/ 1541605 h 2079137"/>
              <a:gd name="connsiteX86" fmla="*/ 7155079 w 12192000"/>
              <a:gd name="connsiteY86" fmla="*/ 1552495 h 2079137"/>
              <a:gd name="connsiteX87" fmla="*/ 7149757 w 12192000"/>
              <a:gd name="connsiteY87" fmla="*/ 1552732 h 2079137"/>
              <a:gd name="connsiteX88" fmla="*/ 7104804 w 12192000"/>
              <a:gd name="connsiteY88" fmla="*/ 1565792 h 2079137"/>
              <a:gd name="connsiteX89" fmla="*/ 7082824 w 12192000"/>
              <a:gd name="connsiteY89" fmla="*/ 1567947 h 2079137"/>
              <a:gd name="connsiteX90" fmla="*/ 7021520 w 12192000"/>
              <a:gd name="connsiteY90" fmla="*/ 1562334 h 2079137"/>
              <a:gd name="connsiteX91" fmla="*/ 6988956 w 12192000"/>
              <a:gd name="connsiteY91" fmla="*/ 1576442 h 2079137"/>
              <a:gd name="connsiteX92" fmla="*/ 6981922 w 12192000"/>
              <a:gd name="connsiteY92" fmla="*/ 1578821 h 2079137"/>
              <a:gd name="connsiteX93" fmla="*/ 6981583 w 12192000"/>
              <a:gd name="connsiteY93" fmla="*/ 1578678 h 2079137"/>
              <a:gd name="connsiteX94" fmla="*/ 6973762 w 12192000"/>
              <a:gd name="connsiteY94" fmla="*/ 1580811 h 2079137"/>
              <a:gd name="connsiteX95" fmla="*/ 6969093 w 12192000"/>
              <a:gd name="connsiteY95" fmla="*/ 1583157 h 2079137"/>
              <a:gd name="connsiteX96" fmla="*/ 6890037 w 12192000"/>
              <a:gd name="connsiteY96" fmla="*/ 1575825 h 2079137"/>
              <a:gd name="connsiteX97" fmla="*/ 6785054 w 12192000"/>
              <a:gd name="connsiteY97" fmla="*/ 1582200 h 2079137"/>
              <a:gd name="connsiteX98" fmla="*/ 6681692 w 12192000"/>
              <a:gd name="connsiteY98" fmla="*/ 1591296 h 2079137"/>
              <a:gd name="connsiteX99" fmla="*/ 6644556 w 12192000"/>
              <a:gd name="connsiteY99" fmla="*/ 1595940 h 2079137"/>
              <a:gd name="connsiteX100" fmla="*/ 6577106 w 12192000"/>
              <a:gd name="connsiteY100" fmla="*/ 1598261 h 2079137"/>
              <a:gd name="connsiteX101" fmla="*/ 6544183 w 12192000"/>
              <a:gd name="connsiteY101" fmla="*/ 1596149 h 2079137"/>
              <a:gd name="connsiteX102" fmla="*/ 6540921 w 12192000"/>
              <a:gd name="connsiteY102" fmla="*/ 1593857 h 2079137"/>
              <a:gd name="connsiteX103" fmla="*/ 6535046 w 12192000"/>
              <a:gd name="connsiteY103" fmla="*/ 1593283 h 2079137"/>
              <a:gd name="connsiteX104" fmla="*/ 6519853 w 12192000"/>
              <a:gd name="connsiteY104" fmla="*/ 1595771 h 2079137"/>
              <a:gd name="connsiteX105" fmla="*/ 6514280 w 12192000"/>
              <a:gd name="connsiteY105" fmla="*/ 1597376 h 2079137"/>
              <a:gd name="connsiteX106" fmla="*/ 6505824 w 12192000"/>
              <a:gd name="connsiteY106" fmla="*/ 1598298 h 2079137"/>
              <a:gd name="connsiteX107" fmla="*/ 6505573 w 12192000"/>
              <a:gd name="connsiteY107" fmla="*/ 1598109 h 2079137"/>
              <a:gd name="connsiteX108" fmla="*/ 6497741 w 12192000"/>
              <a:gd name="connsiteY108" fmla="*/ 1599392 h 2079137"/>
              <a:gd name="connsiteX109" fmla="*/ 6459992 w 12192000"/>
              <a:gd name="connsiteY109" fmla="*/ 1608358 h 2079137"/>
              <a:gd name="connsiteX110" fmla="*/ 6404572 w 12192000"/>
              <a:gd name="connsiteY110" fmla="*/ 1593771 h 2079137"/>
              <a:gd name="connsiteX111" fmla="*/ 6382671 w 12192000"/>
              <a:gd name="connsiteY111" fmla="*/ 1592612 h 2079137"/>
              <a:gd name="connsiteX112" fmla="*/ 6369843 w 12192000"/>
              <a:gd name="connsiteY112" fmla="*/ 1590015 h 2079137"/>
              <a:gd name="connsiteX113" fmla="*/ 6269740 w 12192000"/>
              <a:gd name="connsiteY113" fmla="*/ 1614633 h 2079137"/>
              <a:gd name="connsiteX114" fmla="*/ 6255405 w 12192000"/>
              <a:gd name="connsiteY114" fmla="*/ 1620529 h 2079137"/>
              <a:gd name="connsiteX115" fmla="*/ 6244248 w 12192000"/>
              <a:gd name="connsiteY115" fmla="*/ 1629561 h 2079137"/>
              <a:gd name="connsiteX116" fmla="*/ 6086396 w 12192000"/>
              <a:gd name="connsiteY116" fmla="*/ 1642666 h 2079137"/>
              <a:gd name="connsiteX117" fmla="*/ 5867429 w 12192000"/>
              <a:gd name="connsiteY117" fmla="*/ 1695554 h 2079137"/>
              <a:gd name="connsiteX118" fmla="*/ 5772864 w 12192000"/>
              <a:gd name="connsiteY118" fmla="*/ 1689002 h 2079137"/>
              <a:gd name="connsiteX119" fmla="*/ 5629833 w 12192000"/>
              <a:gd name="connsiteY119" fmla="*/ 1713273 h 2079137"/>
              <a:gd name="connsiteX120" fmla="*/ 5504771 w 12192000"/>
              <a:gd name="connsiteY120" fmla="*/ 1725744 h 2079137"/>
              <a:gd name="connsiteX121" fmla="*/ 5490967 w 12192000"/>
              <a:gd name="connsiteY121" fmla="*/ 1726367 h 2079137"/>
              <a:gd name="connsiteX122" fmla="*/ 5486015 w 12192000"/>
              <a:gd name="connsiteY122" fmla="*/ 1721481 h 2079137"/>
              <a:gd name="connsiteX123" fmla="*/ 5439364 w 12192000"/>
              <a:gd name="connsiteY123" fmla="*/ 1721349 h 2079137"/>
              <a:gd name="connsiteX124" fmla="*/ 5350025 w 12192000"/>
              <a:gd name="connsiteY124" fmla="*/ 1729885 h 2079137"/>
              <a:gd name="connsiteX125" fmla="*/ 5336104 w 12192000"/>
              <a:gd name="connsiteY125" fmla="*/ 1734377 h 2079137"/>
              <a:gd name="connsiteX126" fmla="*/ 5245234 w 12192000"/>
              <a:gd name="connsiteY126" fmla="*/ 1738520 h 2079137"/>
              <a:gd name="connsiteX127" fmla="*/ 5182955 w 12192000"/>
              <a:gd name="connsiteY127" fmla="*/ 1744622 h 2079137"/>
              <a:gd name="connsiteX128" fmla="*/ 5169506 w 12192000"/>
              <a:gd name="connsiteY128" fmla="*/ 1748993 h 2079137"/>
              <a:gd name="connsiteX129" fmla="*/ 5154299 w 12192000"/>
              <a:gd name="connsiteY129" fmla="*/ 1744080 h 2079137"/>
              <a:gd name="connsiteX130" fmla="*/ 5149917 w 12192000"/>
              <a:gd name="connsiteY130" fmla="*/ 1739727 h 2079137"/>
              <a:gd name="connsiteX131" fmla="*/ 5100319 w 12192000"/>
              <a:gd name="connsiteY131" fmla="*/ 1745797 h 2079137"/>
              <a:gd name="connsiteX132" fmla="*/ 5094361 w 12192000"/>
              <a:gd name="connsiteY132" fmla="*/ 1745767 h 2079137"/>
              <a:gd name="connsiteX133" fmla="*/ 5053410 w 12192000"/>
              <a:gd name="connsiteY133" fmla="*/ 1742790 h 2079137"/>
              <a:gd name="connsiteX134" fmla="*/ 4992711 w 12192000"/>
              <a:gd name="connsiteY134" fmla="*/ 1734075 h 2079137"/>
              <a:gd name="connsiteX135" fmla="*/ 4930098 w 12192000"/>
              <a:gd name="connsiteY135" fmla="*/ 1717312 h 2079137"/>
              <a:gd name="connsiteX136" fmla="*/ 4893834 w 12192000"/>
              <a:gd name="connsiteY136" fmla="*/ 1710028 h 2079137"/>
              <a:gd name="connsiteX137" fmla="*/ 4868730 w 12192000"/>
              <a:gd name="connsiteY137" fmla="*/ 1702384 h 2079137"/>
              <a:gd name="connsiteX138" fmla="*/ 4797925 w 12192000"/>
              <a:gd name="connsiteY138" fmla="*/ 1695535 h 2079137"/>
              <a:gd name="connsiteX139" fmla="*/ 4677670 w 12192000"/>
              <a:gd name="connsiteY139" fmla="*/ 1689453 h 2079137"/>
              <a:gd name="connsiteX140" fmla="*/ 4634248 w 12192000"/>
              <a:gd name="connsiteY140" fmla="*/ 1680227 h 2079137"/>
              <a:gd name="connsiteX141" fmla="*/ 4632434 w 12192000"/>
              <a:gd name="connsiteY141" fmla="*/ 1674607 h 2079137"/>
              <a:gd name="connsiteX142" fmla="*/ 4619204 w 12192000"/>
              <a:gd name="connsiteY142" fmla="*/ 1672507 h 2079137"/>
              <a:gd name="connsiteX143" fmla="*/ 4616283 w 12192000"/>
              <a:gd name="connsiteY143" fmla="*/ 1670977 h 2079137"/>
              <a:gd name="connsiteX144" fmla="*/ 4598926 w 12192000"/>
              <a:gd name="connsiteY144" fmla="*/ 1663178 h 2079137"/>
              <a:gd name="connsiteX145" fmla="*/ 4547069 w 12192000"/>
              <a:gd name="connsiteY145" fmla="*/ 1670642 h 2079137"/>
              <a:gd name="connsiteX146" fmla="*/ 4523516 w 12192000"/>
              <a:gd name="connsiteY146" fmla="*/ 1669785 h 2079137"/>
              <a:gd name="connsiteX147" fmla="*/ 4500586 w 12192000"/>
              <a:gd name="connsiteY147" fmla="*/ 1675912 h 2079137"/>
              <a:gd name="connsiteX148" fmla="*/ 4488196 w 12192000"/>
              <a:gd name="connsiteY148" fmla="*/ 1683463 h 2079137"/>
              <a:gd name="connsiteX149" fmla="*/ 4445463 w 12192000"/>
              <a:gd name="connsiteY149" fmla="*/ 1695634 h 2079137"/>
              <a:gd name="connsiteX150" fmla="*/ 4446550 w 12192000"/>
              <a:gd name="connsiteY150" fmla="*/ 1680538 h 2079137"/>
              <a:gd name="connsiteX151" fmla="*/ 4365375 w 12192000"/>
              <a:gd name="connsiteY151" fmla="*/ 1697935 h 2079137"/>
              <a:gd name="connsiteX152" fmla="*/ 4305123 w 12192000"/>
              <a:gd name="connsiteY152" fmla="*/ 1714185 h 2079137"/>
              <a:gd name="connsiteX153" fmla="*/ 4292665 w 12192000"/>
              <a:gd name="connsiteY153" fmla="*/ 1720703 h 2079137"/>
              <a:gd name="connsiteX154" fmla="*/ 4276789 w 12192000"/>
              <a:gd name="connsiteY154" fmla="*/ 1718367 h 2079137"/>
              <a:gd name="connsiteX155" fmla="*/ 4271683 w 12192000"/>
              <a:gd name="connsiteY155" fmla="*/ 1714801 h 2079137"/>
              <a:gd name="connsiteX156" fmla="*/ 4223918 w 12192000"/>
              <a:gd name="connsiteY156" fmla="*/ 1728936 h 2079137"/>
              <a:gd name="connsiteX157" fmla="*/ 4218039 w 12192000"/>
              <a:gd name="connsiteY157" fmla="*/ 1729885 h 2079137"/>
              <a:gd name="connsiteX158" fmla="*/ 4177153 w 12192000"/>
              <a:gd name="connsiteY158" fmla="*/ 1733691 h 2079137"/>
              <a:gd name="connsiteX159" fmla="*/ 4051032 w 12192000"/>
              <a:gd name="connsiteY159" fmla="*/ 1728886 h 2079137"/>
              <a:gd name="connsiteX160" fmla="*/ 4013978 w 12192000"/>
              <a:gd name="connsiteY160" fmla="*/ 1727679 h 2079137"/>
              <a:gd name="connsiteX161" fmla="*/ 3987857 w 12192000"/>
              <a:gd name="connsiteY161" fmla="*/ 1724282 h 2079137"/>
              <a:gd name="connsiteX162" fmla="*/ 3916852 w 12192000"/>
              <a:gd name="connsiteY162" fmla="*/ 1729184 h 2079137"/>
              <a:gd name="connsiteX163" fmla="*/ 3797263 w 12192000"/>
              <a:gd name="connsiteY163" fmla="*/ 1742976 h 2079137"/>
              <a:gd name="connsiteX164" fmla="*/ 3752806 w 12192000"/>
              <a:gd name="connsiteY164" fmla="*/ 1741033 h 2079137"/>
              <a:gd name="connsiteX165" fmla="*/ 3749997 w 12192000"/>
              <a:gd name="connsiteY165" fmla="*/ 1735799 h 2079137"/>
              <a:gd name="connsiteX166" fmla="*/ 3736582 w 12192000"/>
              <a:gd name="connsiteY166" fmla="*/ 1735907 h 2079137"/>
              <a:gd name="connsiteX167" fmla="*/ 3733428 w 12192000"/>
              <a:gd name="connsiteY167" fmla="*/ 1734881 h 2079137"/>
              <a:gd name="connsiteX168" fmla="*/ 3714911 w 12192000"/>
              <a:gd name="connsiteY168" fmla="*/ 1730056 h 2079137"/>
              <a:gd name="connsiteX169" fmla="*/ 3665172 w 12192000"/>
              <a:gd name="connsiteY169" fmla="*/ 1745936 h 2079137"/>
              <a:gd name="connsiteX170" fmla="*/ 3552006 w 12192000"/>
              <a:gd name="connsiteY170" fmla="*/ 1755220 h 2079137"/>
              <a:gd name="connsiteX171" fmla="*/ 3390301 w 12192000"/>
              <a:gd name="connsiteY171" fmla="*/ 1762546 h 2079137"/>
              <a:gd name="connsiteX172" fmla="*/ 3264312 w 12192000"/>
              <a:gd name="connsiteY172" fmla="*/ 1774620 h 2079137"/>
              <a:gd name="connsiteX173" fmla="*/ 3106901 w 12192000"/>
              <a:gd name="connsiteY173" fmla="*/ 1804264 h 2079137"/>
              <a:gd name="connsiteX174" fmla="*/ 2993303 w 12192000"/>
              <a:gd name="connsiteY174" fmla="*/ 1806542 h 2079137"/>
              <a:gd name="connsiteX175" fmla="*/ 2979115 w 12192000"/>
              <a:gd name="connsiteY175" fmla="*/ 1815432 h 2079137"/>
              <a:gd name="connsiteX176" fmla="*/ 2963118 w 12192000"/>
              <a:gd name="connsiteY176" fmla="*/ 1820962 h 2079137"/>
              <a:gd name="connsiteX177" fmla="*/ 2961156 w 12192000"/>
              <a:gd name="connsiteY177" fmla="*/ 1820297 h 2079137"/>
              <a:gd name="connsiteX178" fmla="*/ 2925719 w 12192000"/>
              <a:gd name="connsiteY178" fmla="*/ 1828468 h 2079137"/>
              <a:gd name="connsiteX179" fmla="*/ 2857951 w 12192000"/>
              <a:gd name="connsiteY179" fmla="*/ 1842496 h 2079137"/>
              <a:gd name="connsiteX180" fmla="*/ 2857427 w 12192000"/>
              <a:gd name="connsiteY180" fmla="*/ 1841591 h 2079137"/>
              <a:gd name="connsiteX181" fmla="*/ 2846731 w 12192000"/>
              <a:gd name="connsiteY181" fmla="*/ 1839316 h 2079137"/>
              <a:gd name="connsiteX182" fmla="*/ 2826290 w 12192000"/>
              <a:gd name="connsiteY182" fmla="*/ 1837274 h 2079137"/>
              <a:gd name="connsiteX183" fmla="*/ 2779146 w 12192000"/>
              <a:gd name="connsiteY183" fmla="*/ 1820071 h 2079137"/>
              <a:gd name="connsiteX184" fmla="*/ 2739608 w 12192000"/>
              <a:gd name="connsiteY184" fmla="*/ 1827861 h 2079137"/>
              <a:gd name="connsiteX185" fmla="*/ 2731631 w 12192000"/>
              <a:gd name="connsiteY185" fmla="*/ 1828881 h 2079137"/>
              <a:gd name="connsiteX186" fmla="*/ 2731464 w 12192000"/>
              <a:gd name="connsiteY186" fmla="*/ 1828677 h 2079137"/>
              <a:gd name="connsiteX187" fmla="*/ 2723037 w 12192000"/>
              <a:gd name="connsiteY187" fmla="*/ 1829303 h 2079137"/>
              <a:gd name="connsiteX188" fmla="*/ 2701616 w 12192000"/>
              <a:gd name="connsiteY188" fmla="*/ 1832725 h 2079137"/>
              <a:gd name="connsiteX189" fmla="*/ 2696239 w 12192000"/>
              <a:gd name="connsiteY189" fmla="*/ 1831904 h 2079137"/>
              <a:gd name="connsiteX190" fmla="*/ 2663445 w 12192000"/>
              <a:gd name="connsiteY190" fmla="*/ 1825958 h 2079137"/>
              <a:gd name="connsiteX191" fmla="*/ 2560925 w 12192000"/>
              <a:gd name="connsiteY191" fmla="*/ 1829094 h 2079137"/>
              <a:gd name="connsiteX192" fmla="*/ 2458739 w 12192000"/>
              <a:gd name="connsiteY192" fmla="*/ 1834479 h 2079137"/>
              <a:gd name="connsiteX193" fmla="*/ 2356074 w 12192000"/>
              <a:gd name="connsiteY193" fmla="*/ 1836991 h 2079137"/>
              <a:gd name="connsiteX194" fmla="*/ 2304241 w 12192000"/>
              <a:gd name="connsiteY194" fmla="*/ 1822021 h 2079137"/>
              <a:gd name="connsiteX195" fmla="*/ 2298362 w 12192000"/>
              <a:gd name="connsiteY195" fmla="*/ 1822125 h 2079137"/>
              <a:gd name="connsiteX196" fmla="*/ 2283527 w 12192000"/>
              <a:gd name="connsiteY196" fmla="*/ 1826361 h 2079137"/>
              <a:gd name="connsiteX197" fmla="*/ 2278150 w 12192000"/>
              <a:gd name="connsiteY197" fmla="*/ 1828604 h 2079137"/>
              <a:gd name="connsiteX198" fmla="*/ 2269853 w 12192000"/>
              <a:gd name="connsiteY198" fmla="*/ 1830502 h 2079137"/>
              <a:gd name="connsiteX199" fmla="*/ 2269585 w 12192000"/>
              <a:gd name="connsiteY199" fmla="*/ 1830341 h 2079137"/>
              <a:gd name="connsiteX200" fmla="*/ 2225332 w 12192000"/>
              <a:gd name="connsiteY200" fmla="*/ 1845825 h 2079137"/>
              <a:gd name="connsiteX201" fmla="*/ 2169048 w 12192000"/>
              <a:gd name="connsiteY201" fmla="*/ 1837658 h 2079137"/>
              <a:gd name="connsiteX202" fmla="*/ 2147231 w 12192000"/>
              <a:gd name="connsiteY202" fmla="*/ 1839027 h 2079137"/>
              <a:gd name="connsiteX203" fmla="*/ 2135241 w 12192000"/>
              <a:gd name="connsiteY203" fmla="*/ 1838652 h 2079137"/>
              <a:gd name="connsiteX204" fmla="*/ 2099215 w 12192000"/>
              <a:gd name="connsiteY204" fmla="*/ 1850768 h 2079137"/>
              <a:gd name="connsiteX205" fmla="*/ 2094046 w 12192000"/>
              <a:gd name="connsiteY205" fmla="*/ 1850806 h 2079137"/>
              <a:gd name="connsiteX206" fmla="*/ 2071850 w 12192000"/>
              <a:gd name="connsiteY206" fmla="*/ 1861319 h 2079137"/>
              <a:gd name="connsiteX207" fmla="*/ 2039607 w 12192000"/>
              <a:gd name="connsiteY207" fmla="*/ 1874318 h 2079137"/>
              <a:gd name="connsiteX208" fmla="*/ 2037289 w 12192000"/>
              <a:gd name="connsiteY208" fmla="*/ 1874025 h 2079137"/>
              <a:gd name="connsiteX209" fmla="*/ 2023615 w 12192000"/>
              <a:gd name="connsiteY209" fmla="*/ 1881562 h 2079137"/>
              <a:gd name="connsiteX210" fmla="*/ 1957176 w 12192000"/>
              <a:gd name="connsiteY210" fmla="*/ 1898709 h 2079137"/>
              <a:gd name="connsiteX211" fmla="*/ 1858081 w 12192000"/>
              <a:gd name="connsiteY211" fmla="*/ 1923144 h 2079137"/>
              <a:gd name="connsiteX212" fmla="*/ 1738865 w 12192000"/>
              <a:gd name="connsiteY212" fmla="*/ 1944965 h 2079137"/>
              <a:gd name="connsiteX213" fmla="*/ 1616692 w 12192000"/>
              <a:gd name="connsiteY213" fmla="*/ 1989107 h 2079137"/>
              <a:gd name="connsiteX214" fmla="*/ 1411898 w 12192000"/>
              <a:gd name="connsiteY214" fmla="*/ 2046254 h 2079137"/>
              <a:gd name="connsiteX215" fmla="*/ 1375780 w 12192000"/>
              <a:gd name="connsiteY215" fmla="*/ 2047961 h 2079137"/>
              <a:gd name="connsiteX216" fmla="*/ 1375707 w 12192000"/>
              <a:gd name="connsiteY216" fmla="*/ 2047981 h 2079137"/>
              <a:gd name="connsiteX217" fmla="*/ 1285585 w 12192000"/>
              <a:gd name="connsiteY217" fmla="*/ 2047113 h 2079137"/>
              <a:gd name="connsiteX218" fmla="*/ 1263658 w 12192000"/>
              <a:gd name="connsiteY218" fmla="*/ 2041397 h 2079137"/>
              <a:gd name="connsiteX219" fmla="*/ 1170403 w 12192000"/>
              <a:gd name="connsiteY219" fmla="*/ 2033399 h 2079137"/>
              <a:gd name="connsiteX220" fmla="*/ 1153718 w 12192000"/>
              <a:gd name="connsiteY220" fmla="*/ 2029576 h 2079137"/>
              <a:gd name="connsiteX221" fmla="*/ 1133937 w 12192000"/>
              <a:gd name="connsiteY221" fmla="*/ 2032149 h 2079137"/>
              <a:gd name="connsiteX222" fmla="*/ 1054999 w 12192000"/>
              <a:gd name="connsiteY222" fmla="*/ 2043242 h 2079137"/>
              <a:gd name="connsiteX223" fmla="*/ 1018405 w 12192000"/>
              <a:gd name="connsiteY223" fmla="*/ 2048281 h 2079137"/>
              <a:gd name="connsiteX224" fmla="*/ 1016563 w 12192000"/>
              <a:gd name="connsiteY224" fmla="*/ 2051718 h 2079137"/>
              <a:gd name="connsiteX225" fmla="*/ 1008284 w 12192000"/>
              <a:gd name="connsiteY225" fmla="*/ 2046742 h 2079137"/>
              <a:gd name="connsiteX226" fmla="*/ 981974 w 12192000"/>
              <a:gd name="connsiteY226" fmla="*/ 2048363 h 2079137"/>
              <a:gd name="connsiteX227" fmla="*/ 971903 w 12192000"/>
              <a:gd name="connsiteY227" fmla="*/ 2053484 h 2079137"/>
              <a:gd name="connsiteX228" fmla="*/ 954015 w 12192000"/>
              <a:gd name="connsiteY228" fmla="*/ 2052529 h 2079137"/>
              <a:gd name="connsiteX229" fmla="*/ 839571 w 12192000"/>
              <a:gd name="connsiteY229" fmla="*/ 2046509 h 2079137"/>
              <a:gd name="connsiteX230" fmla="*/ 823321 w 12192000"/>
              <a:gd name="connsiteY230" fmla="*/ 2054296 h 2079137"/>
              <a:gd name="connsiteX231" fmla="*/ 800990 w 12192000"/>
              <a:gd name="connsiteY231" fmla="*/ 2051523 h 2079137"/>
              <a:gd name="connsiteX232" fmla="*/ 776439 w 12192000"/>
              <a:gd name="connsiteY232" fmla="*/ 2062634 h 2079137"/>
              <a:gd name="connsiteX233" fmla="*/ 763041 w 12192000"/>
              <a:gd name="connsiteY233" fmla="*/ 2063995 h 2079137"/>
              <a:gd name="connsiteX234" fmla="*/ 757863 w 12192000"/>
              <a:gd name="connsiteY234" fmla="*/ 2065877 h 2079137"/>
              <a:gd name="connsiteX235" fmla="*/ 745053 w 12192000"/>
              <a:gd name="connsiteY235" fmla="*/ 2051831 h 2079137"/>
              <a:gd name="connsiteX236" fmla="*/ 722609 w 12192000"/>
              <a:gd name="connsiteY236" fmla="*/ 2049504 h 2079137"/>
              <a:gd name="connsiteX237" fmla="*/ 717618 w 12192000"/>
              <a:gd name="connsiteY237" fmla="*/ 2042131 h 2079137"/>
              <a:gd name="connsiteX238" fmla="*/ 703285 w 12192000"/>
              <a:gd name="connsiteY238" fmla="*/ 2046808 h 2079137"/>
              <a:gd name="connsiteX239" fmla="*/ 680199 w 12192000"/>
              <a:gd name="connsiteY239" fmla="*/ 2051947 h 2079137"/>
              <a:gd name="connsiteX240" fmla="*/ 667351 w 12192000"/>
              <a:gd name="connsiteY240" fmla="*/ 2054469 h 2079137"/>
              <a:gd name="connsiteX241" fmla="*/ 660961 w 12192000"/>
              <a:gd name="connsiteY241" fmla="*/ 2049404 h 2079137"/>
              <a:gd name="connsiteX242" fmla="*/ 638282 w 12192000"/>
              <a:gd name="connsiteY242" fmla="*/ 2060093 h 2079137"/>
              <a:gd name="connsiteX243" fmla="*/ 583551 w 12192000"/>
              <a:gd name="connsiteY243" fmla="*/ 2070197 h 2079137"/>
              <a:gd name="connsiteX244" fmla="*/ 525274 w 12192000"/>
              <a:gd name="connsiteY244" fmla="*/ 2079137 h 2079137"/>
              <a:gd name="connsiteX245" fmla="*/ 405635 w 12192000"/>
              <a:gd name="connsiteY245" fmla="*/ 2059339 h 2079137"/>
              <a:gd name="connsiteX246" fmla="*/ 281555 w 12192000"/>
              <a:gd name="connsiteY246" fmla="*/ 2022847 h 2079137"/>
              <a:gd name="connsiteX247" fmla="*/ 98513 w 12192000"/>
              <a:gd name="connsiteY247" fmla="*/ 1969504 h 2079137"/>
              <a:gd name="connsiteX248" fmla="*/ 56191 w 12192000"/>
              <a:gd name="connsiteY248" fmla="*/ 1950709 h 2079137"/>
              <a:gd name="connsiteX249" fmla="*/ 0 w 12192000"/>
              <a:gd name="connsiteY249" fmla="*/ 1935789 h 207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12192000" h="2079137">
                <a:moveTo>
                  <a:pt x="12160143" y="831692"/>
                </a:moveTo>
                <a:lnTo>
                  <a:pt x="12159112" y="833361"/>
                </a:lnTo>
                <a:cubicBezTo>
                  <a:pt x="12157915" y="833832"/>
                  <a:pt x="12157402" y="833649"/>
                  <a:pt x="12158912" y="83243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558063"/>
                </a:lnTo>
                <a:lnTo>
                  <a:pt x="12189259" y="810508"/>
                </a:lnTo>
                <a:lnTo>
                  <a:pt x="12170847" y="825280"/>
                </a:lnTo>
                <a:lnTo>
                  <a:pt x="12160143" y="831692"/>
                </a:lnTo>
                <a:lnTo>
                  <a:pt x="12163806" y="825759"/>
                </a:lnTo>
                <a:cubicBezTo>
                  <a:pt x="12125449" y="821525"/>
                  <a:pt x="12082203" y="824698"/>
                  <a:pt x="12056557" y="810176"/>
                </a:cubicBezTo>
                <a:cubicBezTo>
                  <a:pt x="12050902" y="790976"/>
                  <a:pt x="11923731" y="799312"/>
                  <a:pt x="11900316" y="789618"/>
                </a:cubicBezTo>
                <a:cubicBezTo>
                  <a:pt x="11841702" y="803374"/>
                  <a:pt x="11823963" y="832645"/>
                  <a:pt x="11791206" y="824176"/>
                </a:cubicBezTo>
                <a:cubicBezTo>
                  <a:pt x="11768977" y="817380"/>
                  <a:pt x="11683857" y="828947"/>
                  <a:pt x="11659257" y="800841"/>
                </a:cubicBezTo>
                <a:cubicBezTo>
                  <a:pt x="11617173" y="818107"/>
                  <a:pt x="11602556" y="790694"/>
                  <a:pt x="11569789" y="797135"/>
                </a:cubicBezTo>
                <a:cubicBezTo>
                  <a:pt x="11498310" y="795094"/>
                  <a:pt x="11458472" y="819882"/>
                  <a:pt x="11367885" y="791985"/>
                </a:cubicBezTo>
                <a:cubicBezTo>
                  <a:pt x="11325508" y="798158"/>
                  <a:pt x="11266580" y="755023"/>
                  <a:pt x="11174663" y="788721"/>
                </a:cubicBezTo>
                <a:cubicBezTo>
                  <a:pt x="11122703" y="792192"/>
                  <a:pt x="11150009" y="775410"/>
                  <a:pt x="11068220" y="786994"/>
                </a:cubicBezTo>
                <a:cubicBezTo>
                  <a:pt x="11046931" y="759861"/>
                  <a:pt x="10919185" y="793102"/>
                  <a:pt x="10893266" y="794013"/>
                </a:cubicBezTo>
                <a:cubicBezTo>
                  <a:pt x="10874184" y="776189"/>
                  <a:pt x="10862860" y="788743"/>
                  <a:pt x="10844025" y="789857"/>
                </a:cubicBezTo>
                <a:cubicBezTo>
                  <a:pt x="10836453" y="779294"/>
                  <a:pt x="10820690" y="778184"/>
                  <a:pt x="10814353" y="789010"/>
                </a:cubicBezTo>
                <a:cubicBezTo>
                  <a:pt x="10819669" y="816016"/>
                  <a:pt x="10754019" y="789067"/>
                  <a:pt x="10748393" y="806738"/>
                </a:cubicBezTo>
                <a:cubicBezTo>
                  <a:pt x="10687156" y="807873"/>
                  <a:pt x="10550299" y="781800"/>
                  <a:pt x="10468256" y="778733"/>
                </a:cubicBezTo>
                <a:cubicBezTo>
                  <a:pt x="10436666" y="770025"/>
                  <a:pt x="10371995" y="797252"/>
                  <a:pt x="10256131" y="788332"/>
                </a:cubicBezTo>
                <a:cubicBezTo>
                  <a:pt x="10240995" y="781626"/>
                  <a:pt x="10182664" y="765742"/>
                  <a:pt x="10177442" y="777371"/>
                </a:cubicBezTo>
                <a:cubicBezTo>
                  <a:pt x="10141447" y="775683"/>
                  <a:pt x="10030323" y="810071"/>
                  <a:pt x="10006086" y="792651"/>
                </a:cubicBezTo>
                <a:cubicBezTo>
                  <a:pt x="10009448" y="818833"/>
                  <a:pt x="9960389" y="791426"/>
                  <a:pt x="9952382" y="815411"/>
                </a:cubicBezTo>
                <a:lnTo>
                  <a:pt x="9926457" y="827295"/>
                </a:lnTo>
                <a:lnTo>
                  <a:pt x="9843405" y="867046"/>
                </a:lnTo>
                <a:lnTo>
                  <a:pt x="9830866" y="875047"/>
                </a:lnTo>
                <a:lnTo>
                  <a:pt x="9801807" y="872272"/>
                </a:lnTo>
                <a:lnTo>
                  <a:pt x="9785653" y="861743"/>
                </a:lnTo>
                <a:lnTo>
                  <a:pt x="9781177" y="864820"/>
                </a:lnTo>
                <a:cubicBezTo>
                  <a:pt x="9776153" y="871003"/>
                  <a:pt x="9773556" y="874842"/>
                  <a:pt x="9768640" y="869379"/>
                </a:cubicBezTo>
                <a:lnTo>
                  <a:pt x="9712211" y="900283"/>
                </a:lnTo>
                <a:cubicBezTo>
                  <a:pt x="9706243" y="902750"/>
                  <a:pt x="9698952" y="902954"/>
                  <a:pt x="9689465" y="899268"/>
                </a:cubicBezTo>
                <a:cubicBezTo>
                  <a:pt x="9670819" y="902906"/>
                  <a:pt x="9618108" y="917739"/>
                  <a:pt x="9600339" y="922112"/>
                </a:cubicBezTo>
                <a:lnTo>
                  <a:pt x="9582850" y="925510"/>
                </a:lnTo>
                <a:cubicBezTo>
                  <a:pt x="9574400" y="928631"/>
                  <a:pt x="9556868" y="938130"/>
                  <a:pt x="9549638" y="940845"/>
                </a:cubicBezTo>
                <a:cubicBezTo>
                  <a:pt x="9543792" y="942327"/>
                  <a:pt x="9546812" y="939351"/>
                  <a:pt x="9539471" y="941799"/>
                </a:cubicBezTo>
                <a:cubicBezTo>
                  <a:pt x="9538994" y="947702"/>
                  <a:pt x="9536009" y="953248"/>
                  <a:pt x="9505592" y="955533"/>
                </a:cubicBezTo>
                <a:cubicBezTo>
                  <a:pt x="9486013" y="968563"/>
                  <a:pt x="9460860" y="978842"/>
                  <a:pt x="9432569" y="985377"/>
                </a:cubicBezTo>
                <a:cubicBezTo>
                  <a:pt x="9426990" y="980335"/>
                  <a:pt x="9418918" y="990185"/>
                  <a:pt x="9414216" y="992655"/>
                </a:cubicBezTo>
                <a:cubicBezTo>
                  <a:pt x="9412644" y="989014"/>
                  <a:pt x="9400057" y="989255"/>
                  <a:pt x="9397106" y="992980"/>
                </a:cubicBezTo>
                <a:cubicBezTo>
                  <a:pt x="9314093" y="1020862"/>
                  <a:pt x="9349678" y="978420"/>
                  <a:pt x="9305108" y="1007767"/>
                </a:cubicBezTo>
                <a:cubicBezTo>
                  <a:pt x="9296670" y="1010324"/>
                  <a:pt x="9289251" y="1009612"/>
                  <a:pt x="9282434" y="1007523"/>
                </a:cubicBezTo>
                <a:lnTo>
                  <a:pt x="9271941" y="1002839"/>
                </a:lnTo>
                <a:lnTo>
                  <a:pt x="9238227" y="1017668"/>
                </a:lnTo>
                <a:cubicBezTo>
                  <a:pt x="9221294" y="1023415"/>
                  <a:pt x="9203166" y="1027997"/>
                  <a:pt x="9184265" y="1031275"/>
                </a:cubicBezTo>
                <a:cubicBezTo>
                  <a:pt x="9178371" y="1024135"/>
                  <a:pt x="9165618" y="1036637"/>
                  <a:pt x="9159000" y="1039569"/>
                </a:cubicBezTo>
                <a:cubicBezTo>
                  <a:pt x="9157881" y="1034602"/>
                  <a:pt x="9141725" y="1033964"/>
                  <a:pt x="9137031" y="1038699"/>
                </a:cubicBezTo>
                <a:cubicBezTo>
                  <a:pt x="9023973" y="1069523"/>
                  <a:pt x="9079946" y="1015706"/>
                  <a:pt x="9015702" y="1051400"/>
                </a:cubicBezTo>
                <a:lnTo>
                  <a:pt x="8971403" y="1040542"/>
                </a:lnTo>
                <a:lnTo>
                  <a:pt x="8961826" y="1045364"/>
                </a:lnTo>
                <a:cubicBezTo>
                  <a:pt x="8922837" y="1050010"/>
                  <a:pt x="8909116" y="1040754"/>
                  <a:pt x="8888623" y="1053908"/>
                </a:cubicBezTo>
                <a:cubicBezTo>
                  <a:pt x="8850424" y="1035587"/>
                  <a:pt x="8865892" y="1054194"/>
                  <a:pt x="8841066" y="1060421"/>
                </a:cubicBezTo>
                <a:cubicBezTo>
                  <a:pt x="8818353" y="1064878"/>
                  <a:pt x="8775995" y="1076068"/>
                  <a:pt x="8752342" y="1080646"/>
                </a:cubicBezTo>
                <a:cubicBezTo>
                  <a:pt x="8736966" y="1099406"/>
                  <a:pt x="8723186" y="1079948"/>
                  <a:pt x="8699139" y="1087885"/>
                </a:cubicBezTo>
                <a:cubicBezTo>
                  <a:pt x="8688630" y="1095506"/>
                  <a:pt x="8680324" y="1097539"/>
                  <a:pt x="8667273" y="1092062"/>
                </a:cubicBezTo>
                <a:cubicBezTo>
                  <a:pt x="8619205" y="1128818"/>
                  <a:pt x="8634590" y="1097116"/>
                  <a:pt x="8586064" y="1114603"/>
                </a:cubicBezTo>
                <a:cubicBezTo>
                  <a:pt x="8544721" y="1131913"/>
                  <a:pt x="8496602" y="1145520"/>
                  <a:pt x="8460312" y="1179878"/>
                </a:cubicBezTo>
                <a:cubicBezTo>
                  <a:pt x="8454266" y="1189140"/>
                  <a:pt x="8435781" y="1194455"/>
                  <a:pt x="8419023" y="1191748"/>
                </a:cubicBezTo>
                <a:cubicBezTo>
                  <a:pt x="8416138" y="1191283"/>
                  <a:pt x="8413416" y="1190591"/>
                  <a:pt x="8410939" y="1189696"/>
                </a:cubicBezTo>
                <a:cubicBezTo>
                  <a:pt x="8390077" y="1213458"/>
                  <a:pt x="8370324" y="1205397"/>
                  <a:pt x="8362040" y="1220820"/>
                </a:cubicBezTo>
                <a:cubicBezTo>
                  <a:pt x="8320616" y="1231942"/>
                  <a:pt x="8281663" y="1222882"/>
                  <a:pt x="8273677" y="1236495"/>
                </a:cubicBezTo>
                <a:cubicBezTo>
                  <a:pt x="8251358" y="1238573"/>
                  <a:pt x="8216738" y="1228341"/>
                  <a:pt x="8204283" y="1243537"/>
                </a:cubicBezTo>
                <a:cubicBezTo>
                  <a:pt x="8198634" y="1233135"/>
                  <a:pt x="8181550" y="1254947"/>
                  <a:pt x="8166550" y="1249551"/>
                </a:cubicBezTo>
                <a:cubicBezTo>
                  <a:pt x="8155570" y="1244572"/>
                  <a:pt x="8147825" y="1250027"/>
                  <a:pt x="8137785" y="1251636"/>
                </a:cubicBezTo>
                <a:cubicBezTo>
                  <a:pt x="8123427" y="1248361"/>
                  <a:pt x="8081662" y="1261833"/>
                  <a:pt x="8071596" y="1269274"/>
                </a:cubicBezTo>
                <a:cubicBezTo>
                  <a:pt x="8048949" y="1293759"/>
                  <a:pt x="7983924" y="1284712"/>
                  <a:pt x="7964816" y="1303668"/>
                </a:cubicBezTo>
                <a:cubicBezTo>
                  <a:pt x="7957137" y="1306992"/>
                  <a:pt x="7949335" y="1308861"/>
                  <a:pt x="7941495" y="1309821"/>
                </a:cubicBezTo>
                <a:lnTo>
                  <a:pt x="7919123" y="1310466"/>
                </a:lnTo>
                <a:lnTo>
                  <a:pt x="7911902" y="1306569"/>
                </a:lnTo>
                <a:lnTo>
                  <a:pt x="7898703" y="1309208"/>
                </a:lnTo>
                <a:lnTo>
                  <a:pt x="7894703" y="1308939"/>
                </a:lnTo>
                <a:lnTo>
                  <a:pt x="7872267" y="1308370"/>
                </a:lnTo>
                <a:cubicBezTo>
                  <a:pt x="7886550" y="1330359"/>
                  <a:pt x="7812648" y="1314851"/>
                  <a:pt x="7836454" y="1331265"/>
                </a:cubicBezTo>
                <a:cubicBezTo>
                  <a:pt x="7798907" y="1336933"/>
                  <a:pt x="7831419" y="1351068"/>
                  <a:pt x="7782451" y="1339601"/>
                </a:cubicBezTo>
                <a:cubicBezTo>
                  <a:pt x="7727636" y="1365002"/>
                  <a:pt x="7583002" y="1338768"/>
                  <a:pt x="7542969" y="1372495"/>
                </a:cubicBezTo>
                <a:cubicBezTo>
                  <a:pt x="7546396" y="1360942"/>
                  <a:pt x="7492851" y="1424323"/>
                  <a:pt x="7476832" y="1431655"/>
                </a:cubicBezTo>
                <a:cubicBezTo>
                  <a:pt x="7439619" y="1443703"/>
                  <a:pt x="7425596" y="1454661"/>
                  <a:pt x="7370237" y="1474339"/>
                </a:cubicBezTo>
                <a:cubicBezTo>
                  <a:pt x="7316246" y="1485928"/>
                  <a:pt x="7281903" y="1512712"/>
                  <a:pt x="7222223" y="1510199"/>
                </a:cubicBezTo>
                <a:cubicBezTo>
                  <a:pt x="7221190" y="1514030"/>
                  <a:pt x="7218885" y="1517398"/>
                  <a:pt x="7215703" y="1520424"/>
                </a:cubicBezTo>
                <a:lnTo>
                  <a:pt x="7204548" y="1528145"/>
                </a:lnTo>
                <a:lnTo>
                  <a:pt x="7202038" y="1527954"/>
                </a:lnTo>
                <a:lnTo>
                  <a:pt x="7173860" y="1541605"/>
                </a:lnTo>
                <a:lnTo>
                  <a:pt x="7155079" y="1552495"/>
                </a:lnTo>
                <a:lnTo>
                  <a:pt x="7149757" y="1552732"/>
                </a:lnTo>
                <a:cubicBezTo>
                  <a:pt x="7141378" y="1554948"/>
                  <a:pt x="7115959" y="1563256"/>
                  <a:pt x="7104804" y="1565792"/>
                </a:cubicBezTo>
                <a:cubicBezTo>
                  <a:pt x="7099811" y="1550850"/>
                  <a:pt x="7096935" y="1561973"/>
                  <a:pt x="7082824" y="1567947"/>
                </a:cubicBezTo>
                <a:cubicBezTo>
                  <a:pt x="7071919" y="1546070"/>
                  <a:pt x="7039417" y="1570606"/>
                  <a:pt x="7021520" y="1562334"/>
                </a:cubicBezTo>
                <a:cubicBezTo>
                  <a:pt x="7011400" y="1567217"/>
                  <a:pt x="7000495" y="1571981"/>
                  <a:pt x="6988956" y="1576442"/>
                </a:cubicBezTo>
                <a:lnTo>
                  <a:pt x="6981922" y="1578821"/>
                </a:lnTo>
                <a:lnTo>
                  <a:pt x="6981583" y="1578678"/>
                </a:lnTo>
                <a:cubicBezTo>
                  <a:pt x="6979627" y="1578791"/>
                  <a:pt x="6977153" y="1579421"/>
                  <a:pt x="6973762" y="1580811"/>
                </a:cubicBezTo>
                <a:lnTo>
                  <a:pt x="6969093" y="1583157"/>
                </a:lnTo>
                <a:lnTo>
                  <a:pt x="6890037" y="1575825"/>
                </a:lnTo>
                <a:cubicBezTo>
                  <a:pt x="6849459" y="1579997"/>
                  <a:pt x="6820022" y="1566922"/>
                  <a:pt x="6785054" y="1582200"/>
                </a:cubicBezTo>
                <a:cubicBezTo>
                  <a:pt x="6747047" y="1586037"/>
                  <a:pt x="6712794" y="1582954"/>
                  <a:pt x="6681692" y="1591296"/>
                </a:cubicBezTo>
                <a:cubicBezTo>
                  <a:pt x="6667557" y="1587501"/>
                  <a:pt x="6654822" y="1586753"/>
                  <a:pt x="6644556" y="1595940"/>
                </a:cubicBezTo>
                <a:cubicBezTo>
                  <a:pt x="6608615" y="1597269"/>
                  <a:pt x="6597697" y="1587005"/>
                  <a:pt x="6577106" y="1598261"/>
                </a:cubicBezTo>
                <a:lnTo>
                  <a:pt x="6544183" y="1596149"/>
                </a:lnTo>
                <a:lnTo>
                  <a:pt x="6540921" y="1593857"/>
                </a:lnTo>
                <a:lnTo>
                  <a:pt x="6535046" y="1593283"/>
                </a:lnTo>
                <a:lnTo>
                  <a:pt x="6519853" y="1595771"/>
                </a:lnTo>
                <a:lnTo>
                  <a:pt x="6514280" y="1597376"/>
                </a:lnTo>
                <a:cubicBezTo>
                  <a:pt x="6510385" y="1598232"/>
                  <a:pt x="6507735" y="1598481"/>
                  <a:pt x="6505824" y="1598298"/>
                </a:cubicBezTo>
                <a:lnTo>
                  <a:pt x="6505573" y="1598109"/>
                </a:lnTo>
                <a:lnTo>
                  <a:pt x="6497741" y="1599392"/>
                </a:lnTo>
                <a:cubicBezTo>
                  <a:pt x="6484628" y="1602044"/>
                  <a:pt x="6471968" y="1605085"/>
                  <a:pt x="6459992" y="1608358"/>
                </a:cubicBezTo>
                <a:cubicBezTo>
                  <a:pt x="6447037" y="1597612"/>
                  <a:pt x="6404274" y="1616787"/>
                  <a:pt x="6404572" y="1593771"/>
                </a:cubicBezTo>
                <a:cubicBezTo>
                  <a:pt x="6388277" y="1597519"/>
                  <a:pt x="6380141" y="1607970"/>
                  <a:pt x="6382671" y="1592612"/>
                </a:cubicBezTo>
                <a:lnTo>
                  <a:pt x="6369843" y="1590015"/>
                </a:lnTo>
                <a:lnTo>
                  <a:pt x="6269740" y="1614633"/>
                </a:lnTo>
                <a:lnTo>
                  <a:pt x="6255405" y="1620529"/>
                </a:lnTo>
                <a:cubicBezTo>
                  <a:pt x="6250911" y="1623016"/>
                  <a:pt x="6247090" y="1625968"/>
                  <a:pt x="6244248" y="1629561"/>
                </a:cubicBezTo>
                <a:cubicBezTo>
                  <a:pt x="6188859" y="1618246"/>
                  <a:pt x="6143250" y="1639346"/>
                  <a:pt x="6086396" y="1642666"/>
                </a:cubicBezTo>
                <a:cubicBezTo>
                  <a:pt x="6024311" y="1653696"/>
                  <a:pt x="5889522" y="1686499"/>
                  <a:pt x="5867429" y="1695554"/>
                </a:cubicBezTo>
                <a:cubicBezTo>
                  <a:pt x="5848669" y="1700350"/>
                  <a:pt x="5763994" y="1699795"/>
                  <a:pt x="5772864" y="1689002"/>
                </a:cubicBezTo>
                <a:cubicBezTo>
                  <a:pt x="5718480" y="1716048"/>
                  <a:pt x="5694188" y="1696562"/>
                  <a:pt x="5629833" y="1713273"/>
                </a:cubicBezTo>
                <a:lnTo>
                  <a:pt x="5504771" y="1725744"/>
                </a:lnTo>
                <a:lnTo>
                  <a:pt x="5490967" y="1726367"/>
                </a:lnTo>
                <a:lnTo>
                  <a:pt x="5486015" y="1721481"/>
                </a:lnTo>
                <a:lnTo>
                  <a:pt x="5439364" y="1721349"/>
                </a:lnTo>
                <a:cubicBezTo>
                  <a:pt x="5418850" y="1733129"/>
                  <a:pt x="5381503" y="1725668"/>
                  <a:pt x="5350025" y="1729885"/>
                </a:cubicBezTo>
                <a:lnTo>
                  <a:pt x="5336104" y="1734377"/>
                </a:lnTo>
                <a:lnTo>
                  <a:pt x="5245234" y="1738520"/>
                </a:lnTo>
                <a:lnTo>
                  <a:pt x="5182955" y="1744622"/>
                </a:lnTo>
                <a:lnTo>
                  <a:pt x="5169506" y="1748993"/>
                </a:lnTo>
                <a:lnTo>
                  <a:pt x="5154299" y="1744080"/>
                </a:lnTo>
                <a:cubicBezTo>
                  <a:pt x="5152463" y="1742751"/>
                  <a:pt x="5150989" y="1741283"/>
                  <a:pt x="5149917" y="1739727"/>
                </a:cubicBezTo>
                <a:lnTo>
                  <a:pt x="5100319" y="1745797"/>
                </a:lnTo>
                <a:lnTo>
                  <a:pt x="5094361" y="1745767"/>
                </a:lnTo>
                <a:lnTo>
                  <a:pt x="5053410" y="1742790"/>
                </a:lnTo>
                <a:lnTo>
                  <a:pt x="4992711" y="1734075"/>
                </a:lnTo>
                <a:cubicBezTo>
                  <a:pt x="4972764" y="1728527"/>
                  <a:pt x="4955480" y="1708667"/>
                  <a:pt x="4930098" y="1717312"/>
                </a:cubicBezTo>
                <a:cubicBezTo>
                  <a:pt x="4936142" y="1706767"/>
                  <a:pt x="4900350" y="1719438"/>
                  <a:pt x="4893834" y="1710028"/>
                </a:cubicBezTo>
                <a:cubicBezTo>
                  <a:pt x="4890113" y="1702277"/>
                  <a:pt x="4878389" y="1704314"/>
                  <a:pt x="4868730" y="1702384"/>
                </a:cubicBezTo>
                <a:cubicBezTo>
                  <a:pt x="4860577" y="1694955"/>
                  <a:pt x="4813519" y="1692594"/>
                  <a:pt x="4797925" y="1695535"/>
                </a:cubicBezTo>
                <a:cubicBezTo>
                  <a:pt x="4754973" y="1708626"/>
                  <a:pt x="4712186" y="1679830"/>
                  <a:pt x="4677670" y="1689453"/>
                </a:cubicBezTo>
                <a:cubicBezTo>
                  <a:pt x="4650390" y="1686902"/>
                  <a:pt x="4641786" y="1682702"/>
                  <a:pt x="4634248" y="1680227"/>
                </a:cubicBezTo>
                <a:lnTo>
                  <a:pt x="4632434" y="1674607"/>
                </a:lnTo>
                <a:lnTo>
                  <a:pt x="4619204" y="1672507"/>
                </a:lnTo>
                <a:lnTo>
                  <a:pt x="4616283" y="1670977"/>
                </a:lnTo>
                <a:cubicBezTo>
                  <a:pt x="4610716" y="1668036"/>
                  <a:pt x="4605090" y="1665277"/>
                  <a:pt x="4598926" y="1663178"/>
                </a:cubicBezTo>
                <a:cubicBezTo>
                  <a:pt x="4588025" y="1686237"/>
                  <a:pt x="4544698" y="1649138"/>
                  <a:pt x="4547069" y="1670642"/>
                </a:cubicBezTo>
                <a:lnTo>
                  <a:pt x="4523516" y="1669785"/>
                </a:lnTo>
                <a:lnTo>
                  <a:pt x="4500586" y="1675912"/>
                </a:lnTo>
                <a:lnTo>
                  <a:pt x="4488196" y="1683463"/>
                </a:lnTo>
                <a:lnTo>
                  <a:pt x="4445463" y="1695634"/>
                </a:lnTo>
                <a:lnTo>
                  <a:pt x="4446550" y="1680538"/>
                </a:lnTo>
                <a:lnTo>
                  <a:pt x="4365375" y="1697935"/>
                </a:lnTo>
                <a:lnTo>
                  <a:pt x="4305123" y="1714185"/>
                </a:lnTo>
                <a:lnTo>
                  <a:pt x="4292665" y="1720703"/>
                </a:lnTo>
                <a:lnTo>
                  <a:pt x="4276789" y="1718367"/>
                </a:lnTo>
                <a:cubicBezTo>
                  <a:pt x="4274740" y="1717359"/>
                  <a:pt x="4273021" y="1716157"/>
                  <a:pt x="4271683" y="1714801"/>
                </a:cubicBezTo>
                <a:lnTo>
                  <a:pt x="4223918" y="1728936"/>
                </a:lnTo>
                <a:lnTo>
                  <a:pt x="4218039" y="1729885"/>
                </a:lnTo>
                <a:lnTo>
                  <a:pt x="4177153" y="1733691"/>
                </a:lnTo>
                <a:lnTo>
                  <a:pt x="4051032" y="1728886"/>
                </a:lnTo>
                <a:cubicBezTo>
                  <a:pt x="4055072" y="1717510"/>
                  <a:pt x="4022108" y="1735873"/>
                  <a:pt x="4013978" y="1727679"/>
                </a:cubicBezTo>
                <a:cubicBezTo>
                  <a:pt x="4008905" y="1720660"/>
                  <a:pt x="3997723" y="1724594"/>
                  <a:pt x="3987857" y="1724282"/>
                </a:cubicBezTo>
                <a:cubicBezTo>
                  <a:pt x="3978476" y="1718309"/>
                  <a:pt x="3931683" y="1723723"/>
                  <a:pt x="3916852" y="1729184"/>
                </a:cubicBezTo>
                <a:cubicBezTo>
                  <a:pt x="3876910" y="1749138"/>
                  <a:pt x="3829523" y="1727824"/>
                  <a:pt x="3797263" y="1742976"/>
                </a:cubicBezTo>
                <a:cubicBezTo>
                  <a:pt x="3769922" y="1744951"/>
                  <a:pt x="3760682" y="1742230"/>
                  <a:pt x="3752806" y="1741033"/>
                </a:cubicBezTo>
                <a:lnTo>
                  <a:pt x="3749997" y="1735799"/>
                </a:lnTo>
                <a:lnTo>
                  <a:pt x="3736582" y="1735907"/>
                </a:lnTo>
                <a:lnTo>
                  <a:pt x="3733428" y="1734881"/>
                </a:lnTo>
                <a:cubicBezTo>
                  <a:pt x="3727408" y="1732899"/>
                  <a:pt x="3721365" y="1731108"/>
                  <a:pt x="3714911" y="1730056"/>
                </a:cubicBezTo>
                <a:cubicBezTo>
                  <a:pt x="3708355" y="1754554"/>
                  <a:pt x="3658933" y="1725152"/>
                  <a:pt x="3665172" y="1745936"/>
                </a:cubicBezTo>
                <a:cubicBezTo>
                  <a:pt x="3628569" y="1744420"/>
                  <a:pt x="3583742" y="1775884"/>
                  <a:pt x="3552006" y="1755220"/>
                </a:cubicBezTo>
                <a:cubicBezTo>
                  <a:pt x="3497522" y="1758390"/>
                  <a:pt x="3448310" y="1757433"/>
                  <a:pt x="3390301" y="1762546"/>
                </a:cubicBezTo>
                <a:cubicBezTo>
                  <a:pt x="3345266" y="1774524"/>
                  <a:pt x="3297039" y="1758531"/>
                  <a:pt x="3264312" y="1774620"/>
                </a:cubicBezTo>
                <a:cubicBezTo>
                  <a:pt x="3212634" y="1771139"/>
                  <a:pt x="3147905" y="1780248"/>
                  <a:pt x="3106901" y="1804264"/>
                </a:cubicBezTo>
                <a:cubicBezTo>
                  <a:pt x="3051355" y="1805490"/>
                  <a:pt x="3041708" y="1820368"/>
                  <a:pt x="2993303" y="1806542"/>
                </a:cubicBezTo>
                <a:cubicBezTo>
                  <a:pt x="2989182" y="1810139"/>
                  <a:pt x="2984377" y="1813039"/>
                  <a:pt x="2979115" y="1815432"/>
                </a:cubicBezTo>
                <a:lnTo>
                  <a:pt x="2963118" y="1820962"/>
                </a:lnTo>
                <a:lnTo>
                  <a:pt x="2961156" y="1820297"/>
                </a:lnTo>
                <a:lnTo>
                  <a:pt x="2925719" y="1828468"/>
                </a:lnTo>
                <a:lnTo>
                  <a:pt x="2857951" y="1842496"/>
                </a:lnTo>
                <a:lnTo>
                  <a:pt x="2857427" y="1841591"/>
                </a:lnTo>
                <a:cubicBezTo>
                  <a:pt x="2855386" y="1839734"/>
                  <a:pt x="2852250" y="1838690"/>
                  <a:pt x="2846731" y="1839316"/>
                </a:cubicBezTo>
                <a:cubicBezTo>
                  <a:pt x="2855175" y="1823564"/>
                  <a:pt x="2843311" y="1834035"/>
                  <a:pt x="2826290" y="1837274"/>
                </a:cubicBezTo>
                <a:cubicBezTo>
                  <a:pt x="2835609" y="1813530"/>
                  <a:pt x="2787284" y="1831665"/>
                  <a:pt x="2779146" y="1820071"/>
                </a:cubicBezTo>
                <a:cubicBezTo>
                  <a:pt x="2766432" y="1822985"/>
                  <a:pt x="2753158" y="1825635"/>
                  <a:pt x="2739608" y="1827861"/>
                </a:cubicBezTo>
                <a:lnTo>
                  <a:pt x="2731631" y="1828881"/>
                </a:lnTo>
                <a:cubicBezTo>
                  <a:pt x="2731575" y="1828813"/>
                  <a:pt x="2731521" y="1828744"/>
                  <a:pt x="2731464" y="1828677"/>
                </a:cubicBezTo>
                <a:cubicBezTo>
                  <a:pt x="2729715" y="1828415"/>
                  <a:pt x="2727085" y="1828569"/>
                  <a:pt x="2723037" y="1829303"/>
                </a:cubicBezTo>
                <a:lnTo>
                  <a:pt x="2701616" y="1832725"/>
                </a:lnTo>
                <a:lnTo>
                  <a:pt x="2696239" y="1831904"/>
                </a:lnTo>
                <a:lnTo>
                  <a:pt x="2663445" y="1825958"/>
                </a:lnTo>
                <a:cubicBezTo>
                  <a:pt x="2641260" y="1825904"/>
                  <a:pt x="2595040" y="1827674"/>
                  <a:pt x="2560925" y="1829094"/>
                </a:cubicBezTo>
                <a:cubicBezTo>
                  <a:pt x="2527977" y="1836499"/>
                  <a:pt x="2496507" y="1831991"/>
                  <a:pt x="2458739" y="1834479"/>
                </a:cubicBezTo>
                <a:cubicBezTo>
                  <a:pt x="2419379" y="1848893"/>
                  <a:pt x="2396428" y="1834257"/>
                  <a:pt x="2356074" y="1836991"/>
                </a:cubicBezTo>
                <a:cubicBezTo>
                  <a:pt x="2323435" y="1857644"/>
                  <a:pt x="2325610" y="1826053"/>
                  <a:pt x="2304241" y="1822021"/>
                </a:cubicBezTo>
                <a:lnTo>
                  <a:pt x="2298362" y="1822125"/>
                </a:lnTo>
                <a:lnTo>
                  <a:pt x="2283527" y="1826361"/>
                </a:lnTo>
                <a:lnTo>
                  <a:pt x="2278150" y="1828604"/>
                </a:lnTo>
                <a:cubicBezTo>
                  <a:pt x="2274371" y="1829907"/>
                  <a:pt x="2271762" y="1830461"/>
                  <a:pt x="2269853" y="1830502"/>
                </a:cubicBezTo>
                <a:lnTo>
                  <a:pt x="2269585" y="1830341"/>
                </a:lnTo>
                <a:lnTo>
                  <a:pt x="2225332" y="1845825"/>
                </a:lnTo>
                <a:cubicBezTo>
                  <a:pt x="2211505" y="1836594"/>
                  <a:pt x="2170867" y="1860661"/>
                  <a:pt x="2169048" y="1837658"/>
                </a:cubicBezTo>
                <a:cubicBezTo>
                  <a:pt x="2153238" y="1843278"/>
                  <a:pt x="2146132" y="1854645"/>
                  <a:pt x="2147231" y="1839027"/>
                </a:cubicBezTo>
                <a:cubicBezTo>
                  <a:pt x="2141901" y="1840465"/>
                  <a:pt x="2138205" y="1840014"/>
                  <a:pt x="2135241" y="1838652"/>
                </a:cubicBezTo>
                <a:lnTo>
                  <a:pt x="2099215" y="1850768"/>
                </a:lnTo>
                <a:lnTo>
                  <a:pt x="2094046" y="1850806"/>
                </a:lnTo>
                <a:lnTo>
                  <a:pt x="2071850" y="1861319"/>
                </a:lnTo>
                <a:lnTo>
                  <a:pt x="2039607" y="1874318"/>
                </a:lnTo>
                <a:lnTo>
                  <a:pt x="2037289" y="1874025"/>
                </a:lnTo>
                <a:lnTo>
                  <a:pt x="2023615" y="1881562"/>
                </a:lnTo>
                <a:cubicBezTo>
                  <a:pt x="2019390" y="1884562"/>
                  <a:pt x="1959668" y="1894795"/>
                  <a:pt x="1957176" y="1898709"/>
                </a:cubicBezTo>
                <a:cubicBezTo>
                  <a:pt x="1901224" y="1893805"/>
                  <a:pt x="1914145" y="1913274"/>
                  <a:pt x="1858081" y="1923144"/>
                </a:cubicBezTo>
                <a:cubicBezTo>
                  <a:pt x="1819487" y="1923227"/>
                  <a:pt x="1798952" y="1929741"/>
                  <a:pt x="1738865" y="1944965"/>
                </a:cubicBezTo>
                <a:cubicBezTo>
                  <a:pt x="1698633" y="1955957"/>
                  <a:pt x="1670491" y="1978862"/>
                  <a:pt x="1616692" y="1989107"/>
                </a:cubicBezTo>
                <a:cubicBezTo>
                  <a:pt x="1565257" y="2022368"/>
                  <a:pt x="1474172" y="2022156"/>
                  <a:pt x="1411898" y="2046254"/>
                </a:cubicBezTo>
                <a:cubicBezTo>
                  <a:pt x="1380237" y="2035952"/>
                  <a:pt x="1386648" y="2042292"/>
                  <a:pt x="1375780" y="2047961"/>
                </a:cubicBezTo>
                <a:cubicBezTo>
                  <a:pt x="1375756" y="2047968"/>
                  <a:pt x="1375731" y="2047974"/>
                  <a:pt x="1375707" y="2047981"/>
                </a:cubicBezTo>
                <a:lnTo>
                  <a:pt x="1285585" y="2047113"/>
                </a:lnTo>
                <a:cubicBezTo>
                  <a:pt x="1279541" y="2043453"/>
                  <a:pt x="1272537" y="2040974"/>
                  <a:pt x="1263658" y="2041397"/>
                </a:cubicBezTo>
                <a:cubicBezTo>
                  <a:pt x="1212454" y="2058890"/>
                  <a:pt x="1258499" y="2026611"/>
                  <a:pt x="1170403" y="2033399"/>
                </a:cubicBezTo>
                <a:cubicBezTo>
                  <a:pt x="1166530" y="2036274"/>
                  <a:pt x="1154254" y="2033463"/>
                  <a:pt x="1153718" y="2029576"/>
                </a:cubicBezTo>
                <a:cubicBezTo>
                  <a:pt x="1148486" y="2030819"/>
                  <a:pt x="1137980" y="2038354"/>
                  <a:pt x="1133937" y="2032149"/>
                </a:cubicBezTo>
                <a:cubicBezTo>
                  <a:pt x="1104720" y="2031606"/>
                  <a:pt x="1077532" y="2035424"/>
                  <a:pt x="1054999" y="2043242"/>
                </a:cubicBezTo>
                <a:cubicBezTo>
                  <a:pt x="1024875" y="2038090"/>
                  <a:pt x="1020473" y="2042711"/>
                  <a:pt x="1018405" y="2048281"/>
                </a:cubicBezTo>
                <a:lnTo>
                  <a:pt x="1016563" y="2051718"/>
                </a:lnTo>
                <a:lnTo>
                  <a:pt x="1008284" y="2046742"/>
                </a:lnTo>
                <a:cubicBezTo>
                  <a:pt x="999244" y="2043620"/>
                  <a:pt x="990505" y="2044937"/>
                  <a:pt x="981974" y="2048363"/>
                </a:cubicBezTo>
                <a:lnTo>
                  <a:pt x="971903" y="2053484"/>
                </a:lnTo>
                <a:lnTo>
                  <a:pt x="954015" y="2052529"/>
                </a:lnTo>
                <a:cubicBezTo>
                  <a:pt x="931960" y="2051365"/>
                  <a:pt x="861352" y="2046214"/>
                  <a:pt x="839571" y="2046509"/>
                </a:cubicBezTo>
                <a:lnTo>
                  <a:pt x="823321" y="2054296"/>
                </a:lnTo>
                <a:lnTo>
                  <a:pt x="800990" y="2051523"/>
                </a:lnTo>
                <a:cubicBezTo>
                  <a:pt x="790723" y="2052171"/>
                  <a:pt x="782268" y="2055403"/>
                  <a:pt x="776439" y="2062634"/>
                </a:cubicBezTo>
                <a:cubicBezTo>
                  <a:pt x="773155" y="2056184"/>
                  <a:pt x="769593" y="2059253"/>
                  <a:pt x="763041" y="2063995"/>
                </a:cubicBezTo>
                <a:lnTo>
                  <a:pt x="757863" y="2065877"/>
                </a:lnTo>
                <a:lnTo>
                  <a:pt x="745053" y="2051831"/>
                </a:lnTo>
                <a:lnTo>
                  <a:pt x="722609" y="2049504"/>
                </a:lnTo>
                <a:lnTo>
                  <a:pt x="717618" y="2042131"/>
                </a:lnTo>
                <a:lnTo>
                  <a:pt x="703285" y="2046808"/>
                </a:lnTo>
                <a:cubicBezTo>
                  <a:pt x="698219" y="2048137"/>
                  <a:pt x="690058" y="2049926"/>
                  <a:pt x="680199" y="2051947"/>
                </a:cubicBezTo>
                <a:lnTo>
                  <a:pt x="667351" y="2054469"/>
                </a:lnTo>
                <a:lnTo>
                  <a:pt x="660961" y="2049404"/>
                </a:lnTo>
                <a:lnTo>
                  <a:pt x="638282" y="2060093"/>
                </a:lnTo>
                <a:lnTo>
                  <a:pt x="583551" y="2070197"/>
                </a:lnTo>
                <a:cubicBezTo>
                  <a:pt x="569268" y="2091365"/>
                  <a:pt x="529124" y="2053106"/>
                  <a:pt x="525274" y="2079137"/>
                </a:cubicBezTo>
                <a:cubicBezTo>
                  <a:pt x="506495" y="2056498"/>
                  <a:pt x="440091" y="2069666"/>
                  <a:pt x="405635" y="2059339"/>
                </a:cubicBezTo>
                <a:cubicBezTo>
                  <a:pt x="397410" y="2069278"/>
                  <a:pt x="294416" y="2032966"/>
                  <a:pt x="281555" y="2022847"/>
                </a:cubicBezTo>
                <a:cubicBezTo>
                  <a:pt x="171589" y="1986245"/>
                  <a:pt x="126791" y="1985528"/>
                  <a:pt x="98513" y="1969504"/>
                </a:cubicBezTo>
                <a:cubicBezTo>
                  <a:pt x="85544" y="1965247"/>
                  <a:pt x="73324" y="1958000"/>
                  <a:pt x="56191" y="1950709"/>
                </a:cubicBezTo>
                <a:lnTo>
                  <a:pt x="0" y="19357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D53B169-2551-BA84-B75F-01A7637AEF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6" y="548640"/>
            <a:ext cx="9543405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Resources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7077AB-F567-4C08-79B9-8000C276DF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957987" y="2431765"/>
            <a:ext cx="8276026" cy="3320031"/>
          </a:xfrm>
        </p:spPr>
        <p:txBody>
          <a:bodyPr anchor="ctr">
            <a:normAutofit/>
          </a:bodyPr>
          <a:lstStyle/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https://learn.microsoft.com/en-us/windows-server/identity/ad-ds/get-started/adac/active-directory-recycle-bin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https://netwrix.com/en/resources/blog/active-directory-object-recovery-recycle-bin/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https://www.semperis.com/blog/golden-gmsa-attack/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https://cravaterouge.com/articles/ad-bin/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https://adsecurity.org/?p=1906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https://hacktricks.wiki/en/windows-hardening/active-directory-methodology/privileged-groups-and-token-privileges.html#ad-recycle-bin</a:t>
            </a:r>
          </a:p>
          <a:p>
            <a:pPr>
              <a:buFont typeface="Wingdings" pitchFamily="2" charset="2"/>
              <a:buChar char="Ø"/>
            </a:pPr>
            <a:r>
              <a:rPr lang="en-US" sz="1700">
                <a:solidFill>
                  <a:schemeClr val="tx1">
                    <a:lumMod val="85000"/>
                    <a:lumOff val="15000"/>
                  </a:schemeClr>
                </a:solidFill>
              </a:rPr>
              <a:t>https://secureidentity.se/recover-laps-passwords/</a:t>
            </a: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42DCE2C-2863-46FA-9BE7-24365A24D9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24586" y="5970896"/>
            <a:ext cx="9967416" cy="887104"/>
          </a:xfrm>
          <a:custGeom>
            <a:avLst/>
            <a:gdLst>
              <a:gd name="connsiteX0" fmla="*/ 4686423 w 9517857"/>
              <a:gd name="connsiteY0" fmla="*/ 247919 h 918356"/>
              <a:gd name="connsiteX1" fmla="*/ 4689051 w 9517857"/>
              <a:gd name="connsiteY1" fmla="*/ 250968 h 918356"/>
              <a:gd name="connsiteX2" fmla="*/ 4687244 w 9517857"/>
              <a:gd name="connsiteY2" fmla="*/ 251298 h 918356"/>
              <a:gd name="connsiteX3" fmla="*/ 4685225 w 9517857"/>
              <a:gd name="connsiteY3" fmla="*/ 246530 h 918356"/>
              <a:gd name="connsiteX4" fmla="*/ 4686133 w 9517857"/>
              <a:gd name="connsiteY4" fmla="*/ 246727 h 918356"/>
              <a:gd name="connsiteX5" fmla="*/ 4686423 w 9517857"/>
              <a:gd name="connsiteY5" fmla="*/ 247919 h 918356"/>
              <a:gd name="connsiteX6" fmla="*/ 9517856 w 9517857"/>
              <a:gd name="connsiteY6" fmla="*/ 0 h 918356"/>
              <a:gd name="connsiteX7" fmla="*/ 9517857 w 9517857"/>
              <a:gd name="connsiteY7" fmla="*/ 12 h 918356"/>
              <a:gd name="connsiteX8" fmla="*/ 9517857 w 9517857"/>
              <a:gd name="connsiteY8" fmla="*/ 918356 h 918356"/>
              <a:gd name="connsiteX9" fmla="*/ 14604 w 9517857"/>
              <a:gd name="connsiteY9" fmla="*/ 918356 h 918356"/>
              <a:gd name="connsiteX10" fmla="*/ 12841 w 9517857"/>
              <a:gd name="connsiteY10" fmla="*/ 917763 h 918356"/>
              <a:gd name="connsiteX11" fmla="*/ 93 w 9517857"/>
              <a:gd name="connsiteY11" fmla="*/ 912471 h 918356"/>
              <a:gd name="connsiteX12" fmla="*/ 58674 w 9517857"/>
              <a:gd name="connsiteY12" fmla="*/ 890322 h 918356"/>
              <a:gd name="connsiteX13" fmla="*/ 275005 w 9517857"/>
              <a:gd name="connsiteY13" fmla="*/ 807229 h 918356"/>
              <a:gd name="connsiteX14" fmla="*/ 587824 w 9517857"/>
              <a:gd name="connsiteY14" fmla="*/ 798195 h 918356"/>
              <a:gd name="connsiteX15" fmla="*/ 651826 w 9517857"/>
              <a:gd name="connsiteY15" fmla="*/ 738338 h 918356"/>
              <a:gd name="connsiteX16" fmla="*/ 727985 w 9517857"/>
              <a:gd name="connsiteY16" fmla="*/ 719826 h 918356"/>
              <a:gd name="connsiteX17" fmla="*/ 778982 w 9517857"/>
              <a:gd name="connsiteY17" fmla="*/ 710142 h 918356"/>
              <a:gd name="connsiteX18" fmla="*/ 849944 w 9517857"/>
              <a:gd name="connsiteY18" fmla="*/ 717987 h 918356"/>
              <a:gd name="connsiteX19" fmla="*/ 921659 w 9517857"/>
              <a:gd name="connsiteY19" fmla="*/ 712695 h 918356"/>
              <a:gd name="connsiteX20" fmla="*/ 930946 w 9517857"/>
              <a:gd name="connsiteY20" fmla="*/ 734046 h 918356"/>
              <a:gd name="connsiteX21" fmla="*/ 986250 w 9517857"/>
              <a:gd name="connsiteY21" fmla="*/ 713530 h 918356"/>
              <a:gd name="connsiteX22" fmla="*/ 1013752 w 9517857"/>
              <a:gd name="connsiteY22" fmla="*/ 713361 h 918356"/>
              <a:gd name="connsiteX23" fmla="*/ 1023734 w 9517857"/>
              <a:gd name="connsiteY23" fmla="*/ 718571 h 918356"/>
              <a:gd name="connsiteX24" fmla="*/ 1063207 w 9517857"/>
              <a:gd name="connsiteY24" fmla="*/ 715651 h 918356"/>
              <a:gd name="connsiteX25" fmla="*/ 1081980 w 9517857"/>
              <a:gd name="connsiteY25" fmla="*/ 738455 h 918356"/>
              <a:gd name="connsiteX26" fmla="*/ 1218120 w 9517857"/>
              <a:gd name="connsiteY26" fmla="*/ 713280 h 918356"/>
              <a:gd name="connsiteX27" fmla="*/ 1397459 w 9517857"/>
              <a:gd name="connsiteY27" fmla="*/ 691190 h 918356"/>
              <a:gd name="connsiteX28" fmla="*/ 1580688 w 9517857"/>
              <a:gd name="connsiteY28" fmla="*/ 693697 h 918356"/>
              <a:gd name="connsiteX29" fmla="*/ 1772334 w 9517857"/>
              <a:gd name="connsiteY29" fmla="*/ 710640 h 918356"/>
              <a:gd name="connsiteX30" fmla="*/ 2002561 w 9517857"/>
              <a:gd name="connsiteY30" fmla="*/ 659917 h 918356"/>
              <a:gd name="connsiteX31" fmla="*/ 2135144 w 9517857"/>
              <a:gd name="connsiteY31" fmla="*/ 636501 h 918356"/>
              <a:gd name="connsiteX32" fmla="*/ 2440292 w 9517857"/>
              <a:gd name="connsiteY32" fmla="*/ 593862 h 918356"/>
              <a:gd name="connsiteX33" fmla="*/ 2547829 w 9517857"/>
              <a:gd name="connsiteY33" fmla="*/ 566150 h 918356"/>
              <a:gd name="connsiteX34" fmla="*/ 2658055 w 9517857"/>
              <a:gd name="connsiteY34" fmla="*/ 578727 h 918356"/>
              <a:gd name="connsiteX35" fmla="*/ 2693698 w 9517857"/>
              <a:gd name="connsiteY35" fmla="*/ 560029 h 918356"/>
              <a:gd name="connsiteX36" fmla="*/ 2699673 w 9517857"/>
              <a:gd name="connsiteY36" fmla="*/ 556400 h 918356"/>
              <a:gd name="connsiteX37" fmla="*/ 2727306 w 9517857"/>
              <a:gd name="connsiteY37" fmla="*/ 550698 h 918356"/>
              <a:gd name="connsiteX38" fmla="*/ 2730451 w 9517857"/>
              <a:gd name="connsiteY38" fmla="*/ 538058 h 918356"/>
              <a:gd name="connsiteX39" fmla="*/ 2768713 w 9517857"/>
              <a:gd name="connsiteY39" fmla="*/ 521575 h 918356"/>
              <a:gd name="connsiteX40" fmla="*/ 2820868 w 9517857"/>
              <a:gd name="connsiteY40" fmla="*/ 514160 h 918356"/>
              <a:gd name="connsiteX41" fmla="*/ 3073635 w 9517857"/>
              <a:gd name="connsiteY41" fmla="*/ 491294 h 918356"/>
              <a:gd name="connsiteX42" fmla="*/ 3222071 w 9517857"/>
              <a:gd name="connsiteY42" fmla="*/ 470559 h 918356"/>
              <a:gd name="connsiteX43" fmla="*/ 3274069 w 9517857"/>
              <a:gd name="connsiteY43" fmla="*/ 451605 h 918356"/>
              <a:gd name="connsiteX44" fmla="*/ 3349632 w 9517857"/>
              <a:gd name="connsiteY44" fmla="*/ 432583 h 918356"/>
              <a:gd name="connsiteX45" fmla="*/ 3479593 w 9517857"/>
              <a:gd name="connsiteY45" fmla="*/ 390437 h 918356"/>
              <a:gd name="connsiteX46" fmla="*/ 3660110 w 9517857"/>
              <a:gd name="connsiteY46" fmla="*/ 348726 h 918356"/>
              <a:gd name="connsiteX47" fmla="*/ 3750023 w 9517857"/>
              <a:gd name="connsiteY47" fmla="*/ 370678 h 918356"/>
              <a:gd name="connsiteX48" fmla="*/ 3844133 w 9517857"/>
              <a:gd name="connsiteY48" fmla="*/ 360648 h 918356"/>
              <a:gd name="connsiteX49" fmla="*/ 3913545 w 9517857"/>
              <a:gd name="connsiteY49" fmla="*/ 344235 h 918356"/>
              <a:gd name="connsiteX50" fmla="*/ 4266740 w 9517857"/>
              <a:gd name="connsiteY50" fmla="*/ 361454 h 918356"/>
              <a:gd name="connsiteX51" fmla="*/ 4430770 w 9517857"/>
              <a:gd name="connsiteY51" fmla="*/ 342643 h 918356"/>
              <a:gd name="connsiteX52" fmla="*/ 4512664 w 9517857"/>
              <a:gd name="connsiteY52" fmla="*/ 319948 h 918356"/>
              <a:gd name="connsiteX53" fmla="*/ 4616423 w 9517857"/>
              <a:gd name="connsiteY53" fmla="*/ 290914 h 918356"/>
              <a:gd name="connsiteX54" fmla="*/ 4691675 w 9517857"/>
              <a:gd name="connsiteY54" fmla="*/ 254011 h 918356"/>
              <a:gd name="connsiteX55" fmla="*/ 4689051 w 9517857"/>
              <a:gd name="connsiteY55" fmla="*/ 250968 h 918356"/>
              <a:gd name="connsiteX56" fmla="*/ 4719994 w 9517857"/>
              <a:gd name="connsiteY56" fmla="*/ 245307 h 918356"/>
              <a:gd name="connsiteX57" fmla="*/ 4752894 w 9517857"/>
              <a:gd name="connsiteY57" fmla="*/ 239875 h 918356"/>
              <a:gd name="connsiteX58" fmla="*/ 4769329 w 9517857"/>
              <a:gd name="connsiteY58" fmla="*/ 233585 h 918356"/>
              <a:gd name="connsiteX59" fmla="*/ 4775634 w 9517857"/>
              <a:gd name="connsiteY59" fmla="*/ 234063 h 918356"/>
              <a:gd name="connsiteX60" fmla="*/ 4790452 w 9517857"/>
              <a:gd name="connsiteY60" fmla="*/ 233572 h 918356"/>
              <a:gd name="connsiteX61" fmla="*/ 4789062 w 9517857"/>
              <a:gd name="connsiteY61" fmla="*/ 241924 h 918356"/>
              <a:gd name="connsiteX62" fmla="*/ 4827826 w 9517857"/>
              <a:gd name="connsiteY62" fmla="*/ 246977 h 918356"/>
              <a:gd name="connsiteX63" fmla="*/ 4892569 w 9517857"/>
              <a:gd name="connsiteY63" fmla="*/ 249933 h 918356"/>
              <a:gd name="connsiteX64" fmla="*/ 4896611 w 9517857"/>
              <a:gd name="connsiteY64" fmla="*/ 240448 h 918356"/>
              <a:gd name="connsiteX65" fmla="*/ 4917286 w 9517857"/>
              <a:gd name="connsiteY65" fmla="*/ 243659 h 918356"/>
              <a:gd name="connsiteX66" fmla="*/ 4981173 w 9517857"/>
              <a:gd name="connsiteY66" fmla="*/ 247103 h 918356"/>
              <a:gd name="connsiteX67" fmla="*/ 5060397 w 9517857"/>
              <a:gd name="connsiteY67" fmla="*/ 263688 h 918356"/>
              <a:gd name="connsiteX68" fmla="*/ 5252996 w 9517857"/>
              <a:gd name="connsiteY68" fmla="*/ 270655 h 918356"/>
              <a:gd name="connsiteX69" fmla="*/ 5358056 w 9517857"/>
              <a:gd name="connsiteY69" fmla="*/ 247248 h 918356"/>
              <a:gd name="connsiteX70" fmla="*/ 5426496 w 9517857"/>
              <a:gd name="connsiteY70" fmla="*/ 235142 h 918356"/>
              <a:gd name="connsiteX71" fmla="*/ 5497161 w 9517857"/>
              <a:gd name="connsiteY71" fmla="*/ 228808 h 918356"/>
              <a:gd name="connsiteX72" fmla="*/ 5826043 w 9517857"/>
              <a:gd name="connsiteY72" fmla="*/ 148073 h 918356"/>
              <a:gd name="connsiteX73" fmla="*/ 6013415 w 9517857"/>
              <a:gd name="connsiteY73" fmla="*/ 137316 h 918356"/>
              <a:gd name="connsiteX74" fmla="*/ 6080994 w 9517857"/>
              <a:gd name="connsiteY74" fmla="*/ 142938 h 918356"/>
              <a:gd name="connsiteX75" fmla="*/ 6194152 w 9517857"/>
              <a:gd name="connsiteY75" fmla="*/ 151772 h 918356"/>
              <a:gd name="connsiteX76" fmla="*/ 6281379 w 9517857"/>
              <a:gd name="connsiteY76" fmla="*/ 181626 h 918356"/>
              <a:gd name="connsiteX77" fmla="*/ 6374947 w 9517857"/>
              <a:gd name="connsiteY77" fmla="*/ 179799 h 918356"/>
              <a:gd name="connsiteX78" fmla="*/ 6448518 w 9517857"/>
              <a:gd name="connsiteY78" fmla="*/ 164378 h 918356"/>
              <a:gd name="connsiteX79" fmla="*/ 6544700 w 9517857"/>
              <a:gd name="connsiteY79" fmla="*/ 167161 h 918356"/>
              <a:gd name="connsiteX80" fmla="*/ 6648353 w 9517857"/>
              <a:gd name="connsiteY80" fmla="*/ 172250 h 918356"/>
              <a:gd name="connsiteX81" fmla="*/ 6736227 w 9517857"/>
              <a:gd name="connsiteY81" fmla="*/ 173216 h 918356"/>
              <a:gd name="connsiteX82" fmla="*/ 6977218 w 9517857"/>
              <a:gd name="connsiteY82" fmla="*/ 184289 h 918356"/>
              <a:gd name="connsiteX83" fmla="*/ 7065221 w 9517857"/>
              <a:gd name="connsiteY83" fmla="*/ 227531 h 918356"/>
              <a:gd name="connsiteX84" fmla="*/ 7366876 w 9517857"/>
              <a:gd name="connsiteY84" fmla="*/ 248468 h 918356"/>
              <a:gd name="connsiteX85" fmla="*/ 7565449 w 9517857"/>
              <a:gd name="connsiteY85" fmla="*/ 258950 h 918356"/>
              <a:gd name="connsiteX86" fmla="*/ 7599285 w 9517857"/>
              <a:gd name="connsiteY86" fmla="*/ 266021 h 918356"/>
              <a:gd name="connsiteX87" fmla="*/ 7644411 w 9517857"/>
              <a:gd name="connsiteY87" fmla="*/ 258986 h 918356"/>
              <a:gd name="connsiteX88" fmla="*/ 7825110 w 9517857"/>
              <a:gd name="connsiteY88" fmla="*/ 229109 h 918356"/>
              <a:gd name="connsiteX89" fmla="*/ 7965804 w 9517857"/>
              <a:gd name="connsiteY89" fmla="*/ 190545 h 918356"/>
              <a:gd name="connsiteX90" fmla="*/ 8147401 w 9517857"/>
              <a:gd name="connsiteY90" fmla="*/ 205617 h 918356"/>
              <a:gd name="connsiteX91" fmla="*/ 8256033 w 9517857"/>
              <a:gd name="connsiteY91" fmla="*/ 193713 h 918356"/>
              <a:gd name="connsiteX92" fmla="*/ 8410677 w 9517857"/>
              <a:gd name="connsiteY92" fmla="*/ 172167 h 918356"/>
              <a:gd name="connsiteX93" fmla="*/ 8617841 w 9517857"/>
              <a:gd name="connsiteY93" fmla="*/ 155167 h 918356"/>
              <a:gd name="connsiteX94" fmla="*/ 8715976 w 9517857"/>
              <a:gd name="connsiteY94" fmla="*/ 178374 h 918356"/>
              <a:gd name="connsiteX95" fmla="*/ 8778827 w 9517857"/>
              <a:gd name="connsiteY95" fmla="*/ 172936 h 918356"/>
              <a:gd name="connsiteX96" fmla="*/ 8840778 w 9517857"/>
              <a:gd name="connsiteY96" fmla="*/ 143149 h 918356"/>
              <a:gd name="connsiteX97" fmla="*/ 9010380 w 9517857"/>
              <a:gd name="connsiteY97" fmla="*/ 91891 h 918356"/>
              <a:gd name="connsiteX98" fmla="*/ 9110856 w 9517857"/>
              <a:gd name="connsiteY98" fmla="*/ 70997 h 918356"/>
              <a:gd name="connsiteX99" fmla="*/ 9268817 w 9517857"/>
              <a:gd name="connsiteY99" fmla="*/ 53082 h 918356"/>
              <a:gd name="connsiteX100" fmla="*/ 9316667 w 9517857"/>
              <a:gd name="connsiteY100" fmla="*/ 45047 h 918356"/>
              <a:gd name="connsiteX101" fmla="*/ 9428209 w 9517857"/>
              <a:gd name="connsiteY101" fmla="*/ 29923 h 918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9517857" h="918356">
                <a:moveTo>
                  <a:pt x="4686423" y="247919"/>
                </a:moveTo>
                <a:lnTo>
                  <a:pt x="4689051" y="250968"/>
                </a:lnTo>
                <a:lnTo>
                  <a:pt x="4687244" y="251298"/>
                </a:lnTo>
                <a:close/>
                <a:moveTo>
                  <a:pt x="4685225" y="246530"/>
                </a:moveTo>
                <a:cubicBezTo>
                  <a:pt x="4688837" y="243198"/>
                  <a:pt x="4687468" y="244598"/>
                  <a:pt x="4686133" y="246727"/>
                </a:cubicBezTo>
                <a:lnTo>
                  <a:pt x="4686423" y="247919"/>
                </a:lnTo>
                <a:close/>
                <a:moveTo>
                  <a:pt x="9517856" y="0"/>
                </a:moveTo>
                <a:lnTo>
                  <a:pt x="9517857" y="12"/>
                </a:lnTo>
                <a:lnTo>
                  <a:pt x="9517857" y="918356"/>
                </a:lnTo>
                <a:lnTo>
                  <a:pt x="14604" y="918356"/>
                </a:lnTo>
                <a:lnTo>
                  <a:pt x="12841" y="917763"/>
                </a:lnTo>
                <a:cubicBezTo>
                  <a:pt x="4532" y="914864"/>
                  <a:pt x="-773" y="912807"/>
                  <a:pt x="93" y="912471"/>
                </a:cubicBezTo>
                <a:cubicBezTo>
                  <a:pt x="172" y="912298"/>
                  <a:pt x="58594" y="890495"/>
                  <a:pt x="58674" y="890322"/>
                </a:cubicBezTo>
                <a:cubicBezTo>
                  <a:pt x="127436" y="929614"/>
                  <a:pt x="206243" y="828226"/>
                  <a:pt x="275005" y="807229"/>
                </a:cubicBezTo>
                <a:cubicBezTo>
                  <a:pt x="303983" y="806087"/>
                  <a:pt x="504960" y="777375"/>
                  <a:pt x="587824" y="798195"/>
                </a:cubicBezTo>
                <a:cubicBezTo>
                  <a:pt x="598733" y="769348"/>
                  <a:pt x="682904" y="785924"/>
                  <a:pt x="651826" y="738338"/>
                </a:cubicBezTo>
                <a:cubicBezTo>
                  <a:pt x="688440" y="737862"/>
                  <a:pt x="753255" y="750396"/>
                  <a:pt x="727985" y="719826"/>
                </a:cubicBezTo>
                <a:cubicBezTo>
                  <a:pt x="739648" y="718749"/>
                  <a:pt x="775717" y="715087"/>
                  <a:pt x="778982" y="710142"/>
                </a:cubicBezTo>
                <a:cubicBezTo>
                  <a:pt x="779189" y="709407"/>
                  <a:pt x="849736" y="718721"/>
                  <a:pt x="849944" y="717987"/>
                </a:cubicBezTo>
                <a:lnTo>
                  <a:pt x="921659" y="712695"/>
                </a:lnTo>
                <a:lnTo>
                  <a:pt x="930946" y="734046"/>
                </a:lnTo>
                <a:lnTo>
                  <a:pt x="986250" y="713530"/>
                </a:lnTo>
                <a:lnTo>
                  <a:pt x="1013752" y="713361"/>
                </a:lnTo>
                <a:lnTo>
                  <a:pt x="1023734" y="718571"/>
                </a:lnTo>
                <a:cubicBezTo>
                  <a:pt x="1033291" y="721276"/>
                  <a:pt x="1045398" y="721394"/>
                  <a:pt x="1063207" y="715651"/>
                </a:cubicBezTo>
                <a:lnTo>
                  <a:pt x="1081980" y="738455"/>
                </a:lnTo>
                <a:lnTo>
                  <a:pt x="1218120" y="713280"/>
                </a:lnTo>
                <a:cubicBezTo>
                  <a:pt x="1230137" y="716162"/>
                  <a:pt x="1387179" y="685179"/>
                  <a:pt x="1397459" y="691190"/>
                </a:cubicBezTo>
                <a:cubicBezTo>
                  <a:pt x="1490025" y="704984"/>
                  <a:pt x="1465878" y="715604"/>
                  <a:pt x="1580688" y="693697"/>
                </a:cubicBezTo>
                <a:cubicBezTo>
                  <a:pt x="1607067" y="704379"/>
                  <a:pt x="1719477" y="658239"/>
                  <a:pt x="1772334" y="710640"/>
                </a:cubicBezTo>
                <a:cubicBezTo>
                  <a:pt x="1745536" y="644824"/>
                  <a:pt x="1976078" y="716436"/>
                  <a:pt x="2002561" y="659917"/>
                </a:cubicBezTo>
                <a:cubicBezTo>
                  <a:pt x="2045346" y="660357"/>
                  <a:pt x="2166676" y="654391"/>
                  <a:pt x="2135144" y="636501"/>
                </a:cubicBezTo>
                <a:cubicBezTo>
                  <a:pt x="2276591" y="665055"/>
                  <a:pt x="2293173" y="591792"/>
                  <a:pt x="2440292" y="593862"/>
                </a:cubicBezTo>
                <a:cubicBezTo>
                  <a:pt x="2495160" y="534824"/>
                  <a:pt x="2473343" y="585644"/>
                  <a:pt x="2547829" y="566150"/>
                </a:cubicBezTo>
                <a:cubicBezTo>
                  <a:pt x="2545438" y="614169"/>
                  <a:pt x="2632278" y="528280"/>
                  <a:pt x="2658055" y="578727"/>
                </a:cubicBezTo>
                <a:cubicBezTo>
                  <a:pt x="2670795" y="573581"/>
                  <a:pt x="2682322" y="567005"/>
                  <a:pt x="2693698" y="560029"/>
                </a:cubicBezTo>
                <a:lnTo>
                  <a:pt x="2699673" y="556400"/>
                </a:lnTo>
                <a:lnTo>
                  <a:pt x="2727306" y="550698"/>
                </a:lnTo>
                <a:lnTo>
                  <a:pt x="2730451" y="538058"/>
                </a:lnTo>
                <a:lnTo>
                  <a:pt x="2768713" y="521575"/>
                </a:lnTo>
                <a:cubicBezTo>
                  <a:pt x="2783756" y="517104"/>
                  <a:pt x="2800788" y="514291"/>
                  <a:pt x="2820868" y="514160"/>
                </a:cubicBezTo>
                <a:cubicBezTo>
                  <a:pt x="2894791" y="532885"/>
                  <a:pt x="2981506" y="465507"/>
                  <a:pt x="3073635" y="491294"/>
                </a:cubicBezTo>
                <a:cubicBezTo>
                  <a:pt x="3106872" y="496624"/>
                  <a:pt x="3205785" y="487718"/>
                  <a:pt x="3222071" y="470559"/>
                </a:cubicBezTo>
                <a:cubicBezTo>
                  <a:pt x="3242193" y="465514"/>
                  <a:pt x="3267163" y="469136"/>
                  <a:pt x="3274069" y="451605"/>
                </a:cubicBezTo>
                <a:cubicBezTo>
                  <a:pt x="3286659" y="430165"/>
                  <a:pt x="3363648" y="455571"/>
                  <a:pt x="3349632" y="432583"/>
                </a:cubicBezTo>
                <a:cubicBezTo>
                  <a:pt x="3404182" y="449847"/>
                  <a:pt x="3438210" y="404323"/>
                  <a:pt x="3479593" y="390437"/>
                </a:cubicBezTo>
                <a:cubicBezTo>
                  <a:pt x="3523240" y="408403"/>
                  <a:pt x="3567027" y="361554"/>
                  <a:pt x="3660110" y="348726"/>
                </a:cubicBezTo>
                <a:cubicBezTo>
                  <a:pt x="3708299" y="369683"/>
                  <a:pt x="3662447" y="344775"/>
                  <a:pt x="3750023" y="370678"/>
                </a:cubicBezTo>
                <a:cubicBezTo>
                  <a:pt x="3752092" y="367132"/>
                  <a:pt x="3816880" y="365055"/>
                  <a:pt x="3844133" y="360648"/>
                </a:cubicBezTo>
                <a:cubicBezTo>
                  <a:pt x="3871386" y="356240"/>
                  <a:pt x="3882848" y="332490"/>
                  <a:pt x="3913545" y="344235"/>
                </a:cubicBezTo>
                <a:cubicBezTo>
                  <a:pt x="4050255" y="376864"/>
                  <a:pt x="4159924" y="363190"/>
                  <a:pt x="4266740" y="361454"/>
                </a:cubicBezTo>
                <a:cubicBezTo>
                  <a:pt x="4385770" y="354374"/>
                  <a:pt x="4314535" y="340143"/>
                  <a:pt x="4430770" y="342643"/>
                </a:cubicBezTo>
                <a:cubicBezTo>
                  <a:pt x="4439969" y="322594"/>
                  <a:pt x="4478290" y="314645"/>
                  <a:pt x="4512664" y="319948"/>
                </a:cubicBezTo>
                <a:cubicBezTo>
                  <a:pt x="4570011" y="315138"/>
                  <a:pt x="4549085" y="269599"/>
                  <a:pt x="4616423" y="290914"/>
                </a:cubicBezTo>
                <a:cubicBezTo>
                  <a:pt x="4599641" y="270277"/>
                  <a:pt x="4692085" y="269216"/>
                  <a:pt x="4691675" y="254011"/>
                </a:cubicBezTo>
                <a:lnTo>
                  <a:pt x="4689051" y="250968"/>
                </a:lnTo>
                <a:lnTo>
                  <a:pt x="4719994" y="245307"/>
                </a:lnTo>
                <a:cubicBezTo>
                  <a:pt x="4732635" y="242775"/>
                  <a:pt x="4745300" y="240335"/>
                  <a:pt x="4752894" y="239875"/>
                </a:cubicBezTo>
                <a:lnTo>
                  <a:pt x="4769329" y="233585"/>
                </a:lnTo>
                <a:lnTo>
                  <a:pt x="4775634" y="234063"/>
                </a:lnTo>
                <a:lnTo>
                  <a:pt x="4790452" y="233572"/>
                </a:lnTo>
                <a:cubicBezTo>
                  <a:pt x="4789989" y="236356"/>
                  <a:pt x="4789525" y="239141"/>
                  <a:pt x="4789062" y="241924"/>
                </a:cubicBezTo>
                <a:cubicBezTo>
                  <a:pt x="4786342" y="249932"/>
                  <a:pt x="4804560" y="248631"/>
                  <a:pt x="4827826" y="246977"/>
                </a:cubicBezTo>
                <a:cubicBezTo>
                  <a:pt x="4875782" y="239569"/>
                  <a:pt x="4874112" y="283413"/>
                  <a:pt x="4892569" y="249933"/>
                </a:cubicBezTo>
                <a:lnTo>
                  <a:pt x="4896611" y="240448"/>
                </a:lnTo>
                <a:lnTo>
                  <a:pt x="4917286" y="243659"/>
                </a:lnTo>
                <a:cubicBezTo>
                  <a:pt x="4923060" y="243799"/>
                  <a:pt x="4981729" y="240979"/>
                  <a:pt x="4981173" y="247103"/>
                </a:cubicBezTo>
                <a:cubicBezTo>
                  <a:pt x="5024880" y="220690"/>
                  <a:pt x="5014146" y="257963"/>
                  <a:pt x="5060397" y="263688"/>
                </a:cubicBezTo>
                <a:cubicBezTo>
                  <a:pt x="5093356" y="238589"/>
                  <a:pt x="5157892" y="275351"/>
                  <a:pt x="5252996" y="270655"/>
                </a:cubicBezTo>
                <a:cubicBezTo>
                  <a:pt x="5288840" y="241872"/>
                  <a:pt x="5287005" y="287921"/>
                  <a:pt x="5358056" y="247248"/>
                </a:cubicBezTo>
                <a:cubicBezTo>
                  <a:pt x="5361752" y="250257"/>
                  <a:pt x="5403312" y="238215"/>
                  <a:pt x="5426496" y="235142"/>
                </a:cubicBezTo>
                <a:cubicBezTo>
                  <a:pt x="5449679" y="232069"/>
                  <a:pt x="5473549" y="245611"/>
                  <a:pt x="5497161" y="228808"/>
                </a:cubicBezTo>
                <a:cubicBezTo>
                  <a:pt x="5611861" y="172767"/>
                  <a:pt x="5723211" y="165860"/>
                  <a:pt x="5826043" y="148073"/>
                </a:cubicBezTo>
                <a:cubicBezTo>
                  <a:pt x="5943127" y="133166"/>
                  <a:pt x="5872659" y="193078"/>
                  <a:pt x="6013415" y="137316"/>
                </a:cubicBezTo>
                <a:cubicBezTo>
                  <a:pt x="6031924" y="154783"/>
                  <a:pt x="6050745" y="154258"/>
                  <a:pt x="6080994" y="142938"/>
                </a:cubicBezTo>
                <a:cubicBezTo>
                  <a:pt x="6138083" y="137090"/>
                  <a:pt x="6140195" y="184383"/>
                  <a:pt x="6194152" y="151772"/>
                </a:cubicBezTo>
                <a:cubicBezTo>
                  <a:pt x="6187280" y="177783"/>
                  <a:pt x="6304222" y="153410"/>
                  <a:pt x="6281379" y="181626"/>
                </a:cubicBezTo>
                <a:cubicBezTo>
                  <a:pt x="6321899" y="201819"/>
                  <a:pt x="6335111" y="162590"/>
                  <a:pt x="6374947" y="179799"/>
                </a:cubicBezTo>
                <a:cubicBezTo>
                  <a:pt x="6417404" y="181336"/>
                  <a:pt x="6402484" y="169694"/>
                  <a:pt x="6448518" y="164378"/>
                </a:cubicBezTo>
                <a:cubicBezTo>
                  <a:pt x="6504958" y="162488"/>
                  <a:pt x="6493438" y="111203"/>
                  <a:pt x="6544700" y="167161"/>
                </a:cubicBezTo>
                <a:cubicBezTo>
                  <a:pt x="6601507" y="148697"/>
                  <a:pt x="6566269" y="164386"/>
                  <a:pt x="6648353" y="172250"/>
                </a:cubicBezTo>
                <a:cubicBezTo>
                  <a:pt x="6680008" y="155223"/>
                  <a:pt x="6707960" y="160673"/>
                  <a:pt x="6736227" y="173216"/>
                </a:cubicBezTo>
                <a:cubicBezTo>
                  <a:pt x="6813963" y="164284"/>
                  <a:pt x="6888143" y="181296"/>
                  <a:pt x="6977218" y="184289"/>
                </a:cubicBezTo>
                <a:cubicBezTo>
                  <a:pt x="7040424" y="188318"/>
                  <a:pt x="7000278" y="216835"/>
                  <a:pt x="7065221" y="227531"/>
                </a:cubicBezTo>
                <a:cubicBezTo>
                  <a:pt x="7130163" y="238228"/>
                  <a:pt x="7291878" y="238208"/>
                  <a:pt x="7366876" y="248468"/>
                </a:cubicBezTo>
                <a:cubicBezTo>
                  <a:pt x="7491356" y="206752"/>
                  <a:pt x="7367734" y="280166"/>
                  <a:pt x="7565449" y="258950"/>
                </a:cubicBezTo>
                <a:cubicBezTo>
                  <a:pt x="7575959" y="252432"/>
                  <a:pt x="7600854" y="257628"/>
                  <a:pt x="7599285" y="266021"/>
                </a:cubicBezTo>
                <a:cubicBezTo>
                  <a:pt x="7611616" y="262940"/>
                  <a:pt x="7639946" y="245819"/>
                  <a:pt x="7644411" y="258986"/>
                </a:cubicBezTo>
                <a:cubicBezTo>
                  <a:pt x="7708015" y="258012"/>
                  <a:pt x="7770249" y="247724"/>
                  <a:pt x="7825110" y="229109"/>
                </a:cubicBezTo>
                <a:cubicBezTo>
                  <a:pt x="7949762" y="247028"/>
                  <a:pt x="7921956" y="197757"/>
                  <a:pt x="7965804" y="190545"/>
                </a:cubicBezTo>
                <a:cubicBezTo>
                  <a:pt x="8039439" y="213878"/>
                  <a:pt x="8063651" y="191475"/>
                  <a:pt x="8147401" y="205617"/>
                </a:cubicBezTo>
                <a:cubicBezTo>
                  <a:pt x="8166453" y="196610"/>
                  <a:pt x="8225048" y="207099"/>
                  <a:pt x="8256033" y="193713"/>
                </a:cubicBezTo>
                <a:cubicBezTo>
                  <a:pt x="8311388" y="242017"/>
                  <a:pt x="8350376" y="178592"/>
                  <a:pt x="8410677" y="172167"/>
                </a:cubicBezTo>
                <a:cubicBezTo>
                  <a:pt x="8470978" y="165743"/>
                  <a:pt x="8572470" y="206385"/>
                  <a:pt x="8617841" y="155167"/>
                </a:cubicBezTo>
                <a:cubicBezTo>
                  <a:pt x="8646050" y="160448"/>
                  <a:pt x="8664949" y="183631"/>
                  <a:pt x="8715976" y="178374"/>
                </a:cubicBezTo>
                <a:cubicBezTo>
                  <a:pt x="8737194" y="188216"/>
                  <a:pt x="8738009" y="189511"/>
                  <a:pt x="8778827" y="172936"/>
                </a:cubicBezTo>
                <a:cubicBezTo>
                  <a:pt x="8725277" y="146372"/>
                  <a:pt x="8850819" y="175612"/>
                  <a:pt x="8840778" y="143149"/>
                </a:cubicBezTo>
                <a:cubicBezTo>
                  <a:pt x="8903519" y="121096"/>
                  <a:pt x="9021861" y="150359"/>
                  <a:pt x="9010380" y="91891"/>
                </a:cubicBezTo>
                <a:cubicBezTo>
                  <a:pt x="9027103" y="56852"/>
                  <a:pt x="9112524" y="108357"/>
                  <a:pt x="9110856" y="70997"/>
                </a:cubicBezTo>
                <a:cubicBezTo>
                  <a:pt x="9148189" y="94250"/>
                  <a:pt x="9209809" y="53285"/>
                  <a:pt x="9268817" y="53082"/>
                </a:cubicBezTo>
                <a:cubicBezTo>
                  <a:pt x="9279135" y="35997"/>
                  <a:pt x="9292736" y="36520"/>
                  <a:pt x="9316667" y="45047"/>
                </a:cubicBezTo>
                <a:cubicBezTo>
                  <a:pt x="9352186" y="45862"/>
                  <a:pt x="9390008" y="39799"/>
                  <a:pt x="9428209" y="29923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401453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7" name="Rectangle 26">
            <a:extLst>
              <a:ext uri="{FF2B5EF4-FFF2-40B4-BE49-F238E27FC236}">
                <a16:creationId xmlns:a16="http://schemas.microsoft.com/office/drawing/2014/main" id="{9089EED9-F54D-4F20-A2C6-949DE417695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E46F721-3785-414D-8697-16AF490E68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EDB264C-558C-9487-4A38-68A32D9E07F3}"/>
              </a:ext>
            </a:extLst>
          </p:cNvPr>
          <p:cNvSpPr txBox="1"/>
          <p:nvPr/>
        </p:nvSpPr>
        <p:spPr>
          <a:xfrm>
            <a:off x="8115300" y="1562669"/>
            <a:ext cx="3389515" cy="238068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360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ea typeface="+mj-ea"/>
                <a:cs typeface="+mj-cs"/>
              </a:rPr>
              <a:t>Thank You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3E35195-CE47-8972-8D36-997495120E8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592" b="-1"/>
          <a:stretch>
            <a:fillRect/>
          </a:stretch>
        </p:blipFill>
        <p:spPr>
          <a:xfrm>
            <a:off x="20" y="1"/>
            <a:ext cx="7665573" cy="6857999"/>
          </a:xfrm>
          <a:custGeom>
            <a:avLst/>
            <a:gdLst/>
            <a:ahLst/>
            <a:cxnLst/>
            <a:rect l="l" t="t" r="r" b="b"/>
            <a:pathLst>
              <a:path w="7665593" h="6857999">
                <a:moveTo>
                  <a:pt x="0" y="0"/>
                </a:moveTo>
                <a:lnTo>
                  <a:pt x="7363783" y="0"/>
                </a:lnTo>
                <a:lnTo>
                  <a:pt x="7372954" y="18152"/>
                </a:lnTo>
                <a:cubicBezTo>
                  <a:pt x="7378508" y="27417"/>
                  <a:pt x="7383821" y="35694"/>
                  <a:pt x="7386404" y="41707"/>
                </a:cubicBezTo>
                <a:lnTo>
                  <a:pt x="7389058" y="60832"/>
                </a:lnTo>
                <a:lnTo>
                  <a:pt x="7394074" y="60137"/>
                </a:lnTo>
                <a:lnTo>
                  <a:pt x="7394443" y="67241"/>
                </a:lnTo>
                <a:lnTo>
                  <a:pt x="7394565" y="83099"/>
                </a:lnTo>
                <a:cubicBezTo>
                  <a:pt x="7395324" y="92994"/>
                  <a:pt x="7394122" y="120511"/>
                  <a:pt x="7395957" y="130584"/>
                </a:cubicBezTo>
                <a:cubicBezTo>
                  <a:pt x="7401306" y="133490"/>
                  <a:pt x="7404223" y="137975"/>
                  <a:pt x="7405574" y="143540"/>
                </a:cubicBezTo>
                <a:lnTo>
                  <a:pt x="7405725" y="155795"/>
                </a:lnTo>
                <a:lnTo>
                  <a:pt x="7418615" y="226869"/>
                </a:lnTo>
                <a:lnTo>
                  <a:pt x="7419579" y="236641"/>
                </a:lnTo>
                <a:lnTo>
                  <a:pt x="7423900" y="241933"/>
                </a:lnTo>
                <a:cubicBezTo>
                  <a:pt x="7424763" y="245974"/>
                  <a:pt x="7424206" y="257579"/>
                  <a:pt x="7424760" y="260885"/>
                </a:cubicBezTo>
                <a:cubicBezTo>
                  <a:pt x="7425580" y="261177"/>
                  <a:pt x="7426400" y="261469"/>
                  <a:pt x="7427220" y="261761"/>
                </a:cubicBezTo>
                <a:cubicBezTo>
                  <a:pt x="7431152" y="272291"/>
                  <a:pt x="7444241" y="311893"/>
                  <a:pt x="7448344" y="324055"/>
                </a:cubicBezTo>
                <a:cubicBezTo>
                  <a:pt x="7444563" y="326484"/>
                  <a:pt x="7450535" y="331924"/>
                  <a:pt x="7451833" y="334727"/>
                </a:cubicBezTo>
                <a:cubicBezTo>
                  <a:pt x="7449286" y="335161"/>
                  <a:pt x="7448510" y="341947"/>
                  <a:pt x="7450776" y="343948"/>
                </a:cubicBezTo>
                <a:cubicBezTo>
                  <a:pt x="7463202" y="391652"/>
                  <a:pt x="7437523" y="367773"/>
                  <a:pt x="7453791" y="395003"/>
                </a:cubicBezTo>
                <a:cubicBezTo>
                  <a:pt x="7454869" y="399820"/>
                  <a:pt x="7453841" y="403723"/>
                  <a:pt x="7451939" y="407147"/>
                </a:cubicBezTo>
                <a:lnTo>
                  <a:pt x="7448030" y="412254"/>
                </a:lnTo>
                <a:lnTo>
                  <a:pt x="7455416" y="432021"/>
                </a:lnTo>
                <a:cubicBezTo>
                  <a:pt x="7457991" y="441758"/>
                  <a:pt x="7459699" y="452007"/>
                  <a:pt x="7460479" y="462523"/>
                </a:cubicBezTo>
                <a:cubicBezTo>
                  <a:pt x="7455275" y="464882"/>
                  <a:pt x="7462669" y="473136"/>
                  <a:pt x="7464133" y="477020"/>
                </a:cubicBezTo>
                <a:cubicBezTo>
                  <a:pt x="7460734" y="477060"/>
                  <a:pt x="7459104" y="485663"/>
                  <a:pt x="7461914" y="488716"/>
                </a:cubicBezTo>
                <a:cubicBezTo>
                  <a:pt x="7474065" y="552879"/>
                  <a:pt x="7442314" y="516775"/>
                  <a:pt x="7461353" y="555280"/>
                </a:cubicBezTo>
                <a:cubicBezTo>
                  <a:pt x="7462345" y="561721"/>
                  <a:pt x="7460642" y="566553"/>
                  <a:pt x="7457829" y="570585"/>
                </a:cubicBezTo>
                <a:lnTo>
                  <a:pt x="7450804" y="577839"/>
                </a:lnTo>
                <a:lnTo>
                  <a:pt x="7453309" y="583524"/>
                </a:lnTo>
                <a:cubicBezTo>
                  <a:pt x="7453505" y="604977"/>
                  <a:pt x="7446306" y="611303"/>
                  <a:pt x="7453558" y="623785"/>
                </a:cubicBezTo>
                <a:cubicBezTo>
                  <a:pt x="7438483" y="642230"/>
                  <a:pt x="7452055" y="636019"/>
                  <a:pt x="7454362" y="650049"/>
                </a:cubicBezTo>
                <a:cubicBezTo>
                  <a:pt x="7457368" y="661117"/>
                  <a:pt x="7463152" y="640798"/>
                  <a:pt x="7464006" y="651645"/>
                </a:cubicBezTo>
                <a:cubicBezTo>
                  <a:pt x="7460114" y="663380"/>
                  <a:pt x="7472201" y="662829"/>
                  <a:pt x="7467442" y="675032"/>
                </a:cubicBezTo>
                <a:cubicBezTo>
                  <a:pt x="7458335" y="672068"/>
                  <a:pt x="7469207" y="699114"/>
                  <a:pt x="7461251" y="699956"/>
                </a:cubicBezTo>
                <a:cubicBezTo>
                  <a:pt x="7472628" y="710321"/>
                  <a:pt x="7458614" y="715529"/>
                  <a:pt x="7462119" y="729331"/>
                </a:cubicBezTo>
                <a:cubicBezTo>
                  <a:pt x="7466423" y="735831"/>
                  <a:pt x="7467162" y="740521"/>
                  <a:pt x="7462533" y="746910"/>
                </a:cubicBezTo>
                <a:cubicBezTo>
                  <a:pt x="7483486" y="776851"/>
                  <a:pt x="7463470" y="765024"/>
                  <a:pt x="7471529" y="793043"/>
                </a:cubicBezTo>
                <a:cubicBezTo>
                  <a:pt x="7480002" y="817184"/>
                  <a:pt x="7485500" y="844550"/>
                  <a:pt x="7505730" y="867898"/>
                </a:cubicBezTo>
                <a:cubicBezTo>
                  <a:pt x="7511461" y="872184"/>
                  <a:pt x="7513630" y="882707"/>
                  <a:pt x="7510576" y="891400"/>
                </a:cubicBezTo>
                <a:cubicBezTo>
                  <a:pt x="7510049" y="892894"/>
                  <a:pt x="7509385" y="894278"/>
                  <a:pt x="7508604" y="895508"/>
                </a:cubicBezTo>
                <a:cubicBezTo>
                  <a:pt x="7511698" y="915692"/>
                  <a:pt x="7525520" y="989520"/>
                  <a:pt x="7529143" y="1012510"/>
                </a:cubicBezTo>
                <a:cubicBezTo>
                  <a:pt x="7521781" y="1014371"/>
                  <a:pt x="7535067" y="1025997"/>
                  <a:pt x="7530347" y="1033444"/>
                </a:cubicBezTo>
                <a:cubicBezTo>
                  <a:pt x="7526204" y="1038777"/>
                  <a:pt x="7529270" y="1043549"/>
                  <a:pt x="7529596" y="1049120"/>
                </a:cubicBezTo>
                <a:cubicBezTo>
                  <a:pt x="7526339" y="1056460"/>
                  <a:pt x="7532220" y="1080398"/>
                  <a:pt x="7536437" y="1086639"/>
                </a:cubicBezTo>
                <a:cubicBezTo>
                  <a:pt x="7551094" y="1101553"/>
                  <a:pt x="7540210" y="1135442"/>
                  <a:pt x="7551438" y="1147834"/>
                </a:cubicBezTo>
                <a:cubicBezTo>
                  <a:pt x="7553086" y="1152330"/>
                  <a:pt x="7553752" y="1156729"/>
                  <a:pt x="7553808" y="1161047"/>
                </a:cubicBezTo>
                <a:lnTo>
                  <a:pt x="7552572" y="1173130"/>
                </a:lnTo>
                <a:lnTo>
                  <a:pt x="7549434" y="1176566"/>
                </a:lnTo>
                <a:lnTo>
                  <a:pt x="7550211" y="1183950"/>
                </a:lnTo>
                <a:lnTo>
                  <a:pt x="7549733" y="1186066"/>
                </a:lnTo>
                <a:cubicBezTo>
                  <a:pt x="7548807" y="1190108"/>
                  <a:pt x="7548001" y="1194099"/>
                  <a:pt x="7547683" y="1198047"/>
                </a:cubicBezTo>
                <a:cubicBezTo>
                  <a:pt x="7563423" y="1192855"/>
                  <a:pt x="7547566" y="1230782"/>
                  <a:pt x="7560295" y="1219849"/>
                </a:cubicBezTo>
                <a:cubicBezTo>
                  <a:pt x="7561281" y="1240644"/>
                  <a:pt x="7573138" y="1224782"/>
                  <a:pt x="7561835" y="1249779"/>
                </a:cubicBezTo>
                <a:cubicBezTo>
                  <a:pt x="7574707" y="1282065"/>
                  <a:pt x="7569916" y="1332957"/>
                  <a:pt x="7589445" y="1358245"/>
                </a:cubicBezTo>
                <a:cubicBezTo>
                  <a:pt x="7581989" y="1355103"/>
                  <a:pt x="7576204" y="1368711"/>
                  <a:pt x="7579904" y="1378136"/>
                </a:cubicBezTo>
                <a:cubicBezTo>
                  <a:pt x="7550647" y="1367117"/>
                  <a:pt x="7606267" y="1415404"/>
                  <a:pt x="7586303" y="1423699"/>
                </a:cubicBezTo>
                <a:cubicBezTo>
                  <a:pt x="7604838" y="1424108"/>
                  <a:pt x="7636267" y="1466352"/>
                  <a:pt x="7621059" y="1486236"/>
                </a:cubicBezTo>
                <a:cubicBezTo>
                  <a:pt x="7624771" y="1516526"/>
                  <a:pt x="7640092" y="1537976"/>
                  <a:pt x="7633966" y="1569734"/>
                </a:cubicBezTo>
                <a:cubicBezTo>
                  <a:pt x="7636447" y="1570719"/>
                  <a:pt x="7638522" y="1572334"/>
                  <a:pt x="7640304" y="1574384"/>
                </a:cubicBezTo>
                <a:lnTo>
                  <a:pt x="7644628" y="1581242"/>
                </a:lnTo>
                <a:lnTo>
                  <a:pt x="7644313" y="1582567"/>
                </a:lnTo>
                <a:cubicBezTo>
                  <a:pt x="7644257" y="1587776"/>
                  <a:pt x="7645302" y="1590443"/>
                  <a:pt x="7646831" y="1591983"/>
                </a:cubicBezTo>
                <a:cubicBezTo>
                  <a:pt x="7647577" y="1592347"/>
                  <a:pt x="7648323" y="1592711"/>
                  <a:pt x="7649069" y="1593074"/>
                </a:cubicBezTo>
                <a:lnTo>
                  <a:pt x="7651326" y="1599230"/>
                </a:lnTo>
                <a:lnTo>
                  <a:pt x="7657195" y="1610539"/>
                </a:lnTo>
                <a:lnTo>
                  <a:pt x="7656957" y="1613422"/>
                </a:lnTo>
                <a:lnTo>
                  <a:pt x="7663730" y="1631673"/>
                </a:lnTo>
                <a:lnTo>
                  <a:pt x="7663189" y="1632289"/>
                </a:lnTo>
                <a:cubicBezTo>
                  <a:pt x="7662131" y="1634085"/>
                  <a:pt x="7661641" y="1636199"/>
                  <a:pt x="7662326" y="1639024"/>
                </a:cubicBezTo>
                <a:cubicBezTo>
                  <a:pt x="7651979" y="1640024"/>
                  <a:pt x="7659188" y="1642819"/>
                  <a:pt x="7662125" y="1651067"/>
                </a:cubicBezTo>
                <a:cubicBezTo>
                  <a:pt x="7646711" y="1654462"/>
                  <a:pt x="7660667" y="1674670"/>
                  <a:pt x="7653812" y="1683345"/>
                </a:cubicBezTo>
                <a:cubicBezTo>
                  <a:pt x="7656316" y="1689330"/>
                  <a:pt x="7658683" y="1695719"/>
                  <a:pt x="7660803" y="1702414"/>
                </a:cubicBezTo>
                <a:lnTo>
                  <a:pt x="7661867" y="1756201"/>
                </a:lnTo>
                <a:lnTo>
                  <a:pt x="7649453" y="1812530"/>
                </a:lnTo>
                <a:cubicBezTo>
                  <a:pt x="7649183" y="1833366"/>
                  <a:pt x="7644573" y="1851408"/>
                  <a:pt x="7647823" y="1869041"/>
                </a:cubicBezTo>
                <a:cubicBezTo>
                  <a:pt x="7644238" y="1876204"/>
                  <a:pt x="7642789" y="1882956"/>
                  <a:pt x="7648156" y="1889503"/>
                </a:cubicBezTo>
                <a:cubicBezTo>
                  <a:pt x="7646365" y="1908946"/>
                  <a:pt x="7638702" y="1913653"/>
                  <a:pt x="7644679" y="1925974"/>
                </a:cubicBezTo>
                <a:cubicBezTo>
                  <a:pt x="7632281" y="1936898"/>
                  <a:pt x="7637013" y="1937545"/>
                  <a:pt x="7640564" y="1942678"/>
                </a:cubicBezTo>
                <a:lnTo>
                  <a:pt x="7640816" y="1943410"/>
                </a:lnTo>
                <a:lnTo>
                  <a:pt x="7639044" y="1944904"/>
                </a:lnTo>
                <a:lnTo>
                  <a:pt x="7638223" y="1947993"/>
                </a:lnTo>
                <a:lnTo>
                  <a:pt x="7638752" y="1956430"/>
                </a:lnTo>
                <a:lnTo>
                  <a:pt x="7639407" y="1959603"/>
                </a:lnTo>
                <a:cubicBezTo>
                  <a:pt x="7639690" y="1961788"/>
                  <a:pt x="7639658" y="1963239"/>
                  <a:pt x="7639396" y="1964244"/>
                </a:cubicBezTo>
                <a:lnTo>
                  <a:pt x="7639249" y="1964361"/>
                </a:lnTo>
                <a:lnTo>
                  <a:pt x="7639521" y="1968708"/>
                </a:lnTo>
                <a:cubicBezTo>
                  <a:pt x="7640315" y="1976045"/>
                  <a:pt x="7641402" y="1983186"/>
                  <a:pt x="7642694" y="1989983"/>
                </a:cubicBezTo>
                <a:cubicBezTo>
                  <a:pt x="7634556" y="1995729"/>
                  <a:pt x="7644169" y="2020842"/>
                  <a:pt x="7628828" y="2018094"/>
                </a:cubicBezTo>
                <a:cubicBezTo>
                  <a:pt x="7630116" y="2027262"/>
                  <a:pt x="7636485" y="2032807"/>
                  <a:pt x="7626423" y="2029720"/>
                </a:cubicBezTo>
                <a:cubicBezTo>
                  <a:pt x="7626559" y="2032738"/>
                  <a:pt x="7625703" y="2034598"/>
                  <a:pt x="7624364" y="2035929"/>
                </a:cubicBezTo>
                <a:lnTo>
                  <a:pt x="7623733" y="2036314"/>
                </a:lnTo>
                <a:lnTo>
                  <a:pt x="7626847" y="2056711"/>
                </a:lnTo>
                <a:lnTo>
                  <a:pt x="7626090" y="2059419"/>
                </a:lnTo>
                <a:lnTo>
                  <a:pt x="7629618" y="2072712"/>
                </a:lnTo>
                <a:lnTo>
                  <a:pt x="7630641" y="2079581"/>
                </a:lnTo>
                <a:lnTo>
                  <a:pt x="7632577" y="2081522"/>
                </a:lnTo>
                <a:cubicBezTo>
                  <a:pt x="7633753" y="2083617"/>
                  <a:pt x="7634261" y="2086620"/>
                  <a:pt x="7633251" y="2091658"/>
                </a:cubicBezTo>
                <a:lnTo>
                  <a:pt x="7632707" y="2092825"/>
                </a:lnTo>
                <a:lnTo>
                  <a:pt x="7635575" y="2101184"/>
                </a:lnTo>
                <a:cubicBezTo>
                  <a:pt x="7636900" y="2103876"/>
                  <a:pt x="7638586" y="2106260"/>
                  <a:pt x="7640772" y="2108190"/>
                </a:cubicBezTo>
                <a:cubicBezTo>
                  <a:pt x="7629093" y="2136655"/>
                  <a:pt x="7639778" y="2163513"/>
                  <a:pt x="7637758" y="2194409"/>
                </a:cubicBezTo>
                <a:cubicBezTo>
                  <a:pt x="7619585" y="2207765"/>
                  <a:pt x="7641835" y="2261154"/>
                  <a:pt x="7659453" y="2268824"/>
                </a:cubicBezTo>
                <a:cubicBezTo>
                  <a:pt x="7644015" y="2268997"/>
                  <a:pt x="7665037" y="2307714"/>
                  <a:pt x="7665583" y="2317700"/>
                </a:cubicBezTo>
                <a:cubicBezTo>
                  <a:pt x="7665764" y="2321029"/>
                  <a:pt x="7663671" y="2321166"/>
                  <a:pt x="7657195" y="2315619"/>
                </a:cubicBezTo>
                <a:cubicBezTo>
                  <a:pt x="7658997" y="2326231"/>
                  <a:pt x="7650972" y="2337185"/>
                  <a:pt x="7644431" y="2331209"/>
                </a:cubicBezTo>
                <a:cubicBezTo>
                  <a:pt x="7658433" y="2363448"/>
                  <a:pt x="7644510" y="2411031"/>
                  <a:pt x="7650869" y="2447461"/>
                </a:cubicBezTo>
                <a:cubicBezTo>
                  <a:pt x="7635485" y="2467322"/>
                  <a:pt x="7649719" y="2456555"/>
                  <a:pt x="7646841" y="2477156"/>
                </a:cubicBezTo>
                <a:cubicBezTo>
                  <a:pt x="7661004" y="2471521"/>
                  <a:pt x="7638896" y="2502164"/>
                  <a:pt x="7654880" y="2503292"/>
                </a:cubicBezTo>
                <a:cubicBezTo>
                  <a:pt x="7653849" y="2507005"/>
                  <a:pt x="7652348" y="2510567"/>
                  <a:pt x="7650720" y="2514131"/>
                </a:cubicBezTo>
                <a:lnTo>
                  <a:pt x="7649876" y="2516003"/>
                </a:lnTo>
                <a:lnTo>
                  <a:pt x="7649263" y="2523483"/>
                </a:lnTo>
                <a:lnTo>
                  <a:pt x="7645633" y="2525592"/>
                </a:lnTo>
                <a:lnTo>
                  <a:pt x="7642233" y="2536851"/>
                </a:lnTo>
                <a:cubicBezTo>
                  <a:pt x="7641494" y="2541069"/>
                  <a:pt x="7641323" y="2545607"/>
                  <a:pt x="7642069" y="2550622"/>
                </a:cubicBezTo>
                <a:cubicBezTo>
                  <a:pt x="7648404" y="2562959"/>
                  <a:pt x="7640640" y="2582170"/>
                  <a:pt x="7641110" y="2599544"/>
                </a:cubicBezTo>
                <a:lnTo>
                  <a:pt x="7643071" y="2607523"/>
                </a:lnTo>
                <a:lnTo>
                  <a:pt x="7639801" y="2633566"/>
                </a:lnTo>
                <a:cubicBezTo>
                  <a:pt x="7639166" y="2640978"/>
                  <a:pt x="7638833" y="2648672"/>
                  <a:pt x="7639065" y="2656773"/>
                </a:cubicBezTo>
                <a:lnTo>
                  <a:pt x="7640624" y="2671810"/>
                </a:lnTo>
                <a:lnTo>
                  <a:pt x="7639332" y="2675751"/>
                </a:lnTo>
                <a:cubicBezTo>
                  <a:pt x="7639476" y="2682617"/>
                  <a:pt x="7644027" y="2691703"/>
                  <a:pt x="7638498" y="2690893"/>
                </a:cubicBezTo>
                <a:lnTo>
                  <a:pt x="7640415" y="2698606"/>
                </a:lnTo>
                <a:lnTo>
                  <a:pt x="7636002" y="2706218"/>
                </a:lnTo>
                <a:cubicBezTo>
                  <a:pt x="7634978" y="2707053"/>
                  <a:pt x="7633887" y="2707679"/>
                  <a:pt x="7632770" y="2708079"/>
                </a:cubicBezTo>
                <a:lnTo>
                  <a:pt x="7634220" y="2718854"/>
                </a:lnTo>
                <a:lnTo>
                  <a:pt x="7631061" y="2727688"/>
                </a:lnTo>
                <a:lnTo>
                  <a:pt x="7633127" y="2735389"/>
                </a:lnTo>
                <a:lnTo>
                  <a:pt x="7632661" y="2738584"/>
                </a:lnTo>
                <a:lnTo>
                  <a:pt x="7631098" y="2746529"/>
                </a:lnTo>
                <a:cubicBezTo>
                  <a:pt x="7630002" y="2750602"/>
                  <a:pt x="7628681" y="2755160"/>
                  <a:pt x="7627624" y="2760235"/>
                </a:cubicBezTo>
                <a:lnTo>
                  <a:pt x="7627140" y="2764511"/>
                </a:lnTo>
                <a:lnTo>
                  <a:pt x="7621827" y="2773820"/>
                </a:lnTo>
                <a:cubicBezTo>
                  <a:pt x="7617811" y="2780593"/>
                  <a:pt x="7615104" y="2785923"/>
                  <a:pt x="7617284" y="2791840"/>
                </a:cubicBezTo>
                <a:cubicBezTo>
                  <a:pt x="7612094" y="2801924"/>
                  <a:pt x="7597550" y="2808970"/>
                  <a:pt x="7601430" y="2823567"/>
                </a:cubicBezTo>
                <a:cubicBezTo>
                  <a:pt x="7594841" y="2819137"/>
                  <a:pt x="7600633" y="2839778"/>
                  <a:pt x="7593865" y="2842217"/>
                </a:cubicBezTo>
                <a:cubicBezTo>
                  <a:pt x="7588415" y="2843342"/>
                  <a:pt x="7588901" y="2849866"/>
                  <a:pt x="7586893" y="2854834"/>
                </a:cubicBezTo>
                <a:cubicBezTo>
                  <a:pt x="7581327" y="2858374"/>
                  <a:pt x="7576244" y="2883372"/>
                  <a:pt x="7577046" y="2892075"/>
                </a:cubicBezTo>
                <a:cubicBezTo>
                  <a:pt x="7582584" y="2916606"/>
                  <a:pt x="7560175" y="2936338"/>
                  <a:pt x="7564026" y="2955950"/>
                </a:cubicBezTo>
                <a:cubicBezTo>
                  <a:pt x="7563501" y="2961086"/>
                  <a:pt x="7562240" y="2965343"/>
                  <a:pt x="7560529" y="2969031"/>
                </a:cubicBezTo>
                <a:lnTo>
                  <a:pt x="7554631" y="2978222"/>
                </a:lnTo>
                <a:lnTo>
                  <a:pt x="7550747" y="2978564"/>
                </a:lnTo>
                <a:lnTo>
                  <a:pt x="7548359" y="2985429"/>
                </a:lnTo>
                <a:lnTo>
                  <a:pt x="7547120" y="2986826"/>
                </a:lnTo>
                <a:cubicBezTo>
                  <a:pt x="7544741" y="2989483"/>
                  <a:pt x="7542480" y="2992194"/>
                  <a:pt x="7540621" y="2995267"/>
                </a:cubicBezTo>
                <a:cubicBezTo>
                  <a:pt x="7555200" y="3003715"/>
                  <a:pt x="7527208" y="3022799"/>
                  <a:pt x="7541739" y="3023946"/>
                </a:cubicBezTo>
                <a:cubicBezTo>
                  <a:pt x="7534059" y="3042303"/>
                  <a:pt x="7549904" y="3038579"/>
                  <a:pt x="7530781" y="3050462"/>
                </a:cubicBezTo>
                <a:cubicBezTo>
                  <a:pt x="7527838" y="3088204"/>
                  <a:pt x="7503338" y="3127251"/>
                  <a:pt x="7508515" y="3164510"/>
                </a:cubicBezTo>
                <a:cubicBezTo>
                  <a:pt x="7503888" y="3155782"/>
                  <a:pt x="7493770" y="3162549"/>
                  <a:pt x="7492866" y="3173520"/>
                </a:cubicBezTo>
                <a:cubicBezTo>
                  <a:pt x="7474179" y="3140376"/>
                  <a:pt x="7498581" y="3226463"/>
                  <a:pt x="7479395" y="3217191"/>
                </a:cubicBezTo>
                <a:cubicBezTo>
                  <a:pt x="7493905" y="3232643"/>
                  <a:pt x="7501608" y="3293915"/>
                  <a:pt x="7481475" y="3298298"/>
                </a:cubicBezTo>
                <a:cubicBezTo>
                  <a:pt x="7472089" y="3326890"/>
                  <a:pt x="7475493" y="3357480"/>
                  <a:pt x="7457722" y="3379292"/>
                </a:cubicBezTo>
                <a:cubicBezTo>
                  <a:pt x="7459285" y="3382143"/>
                  <a:pt x="7460273" y="3385199"/>
                  <a:pt x="7460850" y="3388381"/>
                </a:cubicBezTo>
                <a:lnTo>
                  <a:pt x="7461482" y="3397694"/>
                </a:lnTo>
                <a:lnTo>
                  <a:pt x="7460695" y="3398556"/>
                </a:lnTo>
                <a:cubicBezTo>
                  <a:pt x="7458532" y="3402904"/>
                  <a:pt x="7458275" y="3406007"/>
                  <a:pt x="7458858" y="3408553"/>
                </a:cubicBezTo>
                <a:lnTo>
                  <a:pt x="7460185" y="3411299"/>
                </a:lnTo>
                <a:lnTo>
                  <a:pt x="7459468" y="3418333"/>
                </a:lnTo>
                <a:lnTo>
                  <a:pt x="7459515" y="3432662"/>
                </a:lnTo>
                <a:lnTo>
                  <a:pt x="7458154" y="3434902"/>
                </a:lnTo>
                <a:lnTo>
                  <a:pt x="7456091" y="3455825"/>
                </a:lnTo>
                <a:cubicBezTo>
                  <a:pt x="7455865" y="3455850"/>
                  <a:pt x="7455638" y="3455877"/>
                  <a:pt x="7455413" y="3455903"/>
                </a:cubicBezTo>
                <a:cubicBezTo>
                  <a:pt x="7453843" y="3456557"/>
                  <a:pt x="7452596" y="3457940"/>
                  <a:pt x="7451989" y="3460886"/>
                </a:cubicBezTo>
                <a:cubicBezTo>
                  <a:pt x="7443388" y="3453296"/>
                  <a:pt x="7447961" y="3461529"/>
                  <a:pt x="7446929" y="3470886"/>
                </a:cubicBezTo>
                <a:cubicBezTo>
                  <a:pt x="7433341" y="3461186"/>
                  <a:pt x="7436171" y="3489615"/>
                  <a:pt x="7427213" y="3491353"/>
                </a:cubicBezTo>
                <a:cubicBezTo>
                  <a:pt x="7426761" y="3498443"/>
                  <a:pt x="7426037" y="3505767"/>
                  <a:pt x="7424990" y="3513143"/>
                </a:cubicBezTo>
                <a:lnTo>
                  <a:pt x="7424186" y="3517424"/>
                </a:lnTo>
                <a:cubicBezTo>
                  <a:pt x="7424132" y="3517438"/>
                  <a:pt x="7424077" y="3517453"/>
                  <a:pt x="7424024" y="3517467"/>
                </a:cubicBezTo>
                <a:cubicBezTo>
                  <a:pt x="7423536" y="3518305"/>
                  <a:pt x="7423153" y="3519678"/>
                  <a:pt x="7422883" y="3521896"/>
                </a:cubicBezTo>
                <a:lnTo>
                  <a:pt x="7422723" y="3525229"/>
                </a:lnTo>
                <a:lnTo>
                  <a:pt x="7421163" y="3533534"/>
                </a:lnTo>
                <a:lnTo>
                  <a:pt x="7419650" y="3536108"/>
                </a:lnTo>
                <a:lnTo>
                  <a:pt x="7417640" y="3536718"/>
                </a:lnTo>
                <a:lnTo>
                  <a:pt x="7417697" y="3537534"/>
                </a:lnTo>
                <a:cubicBezTo>
                  <a:pt x="7419749" y="3544077"/>
                  <a:pt x="7423989" y="3546875"/>
                  <a:pt x="7409814" y="3551598"/>
                </a:cubicBezTo>
                <a:cubicBezTo>
                  <a:pt x="7412376" y="3566128"/>
                  <a:pt x="7404108" y="3567090"/>
                  <a:pt x="7397719" y="3584844"/>
                </a:cubicBezTo>
                <a:cubicBezTo>
                  <a:pt x="7401116" y="3593573"/>
                  <a:pt x="7398130" y="3599358"/>
                  <a:pt x="7393057" y="3604546"/>
                </a:cubicBezTo>
                <a:cubicBezTo>
                  <a:pt x="7391792" y="3622895"/>
                  <a:pt x="7383125" y="3638008"/>
                  <a:pt x="7377811" y="3657793"/>
                </a:cubicBezTo>
                <a:cubicBezTo>
                  <a:pt x="7379886" y="3680874"/>
                  <a:pt x="7366255" y="3689531"/>
                  <a:pt x="7360624" y="3710685"/>
                </a:cubicBezTo>
                <a:cubicBezTo>
                  <a:pt x="7367950" y="3731637"/>
                  <a:pt x="7347999" y="3723947"/>
                  <a:pt x="7341489" y="3734006"/>
                </a:cubicBezTo>
                <a:lnTo>
                  <a:pt x="7340478" y="3737028"/>
                </a:lnTo>
                <a:lnTo>
                  <a:pt x="7340489" y="3745476"/>
                </a:lnTo>
                <a:lnTo>
                  <a:pt x="7340950" y="3748687"/>
                </a:lnTo>
                <a:cubicBezTo>
                  <a:pt x="7341098" y="3750887"/>
                  <a:pt x="7340976" y="3752333"/>
                  <a:pt x="7340653" y="3753314"/>
                </a:cubicBezTo>
                <a:lnTo>
                  <a:pt x="7340500" y="3753419"/>
                </a:lnTo>
                <a:lnTo>
                  <a:pt x="7340506" y="3757774"/>
                </a:lnTo>
                <a:cubicBezTo>
                  <a:pt x="7340847" y="3765147"/>
                  <a:pt x="7341495" y="3772345"/>
                  <a:pt x="7342369" y="3779218"/>
                </a:cubicBezTo>
                <a:cubicBezTo>
                  <a:pt x="7333890" y="3784348"/>
                  <a:pt x="7341949" y="3810090"/>
                  <a:pt x="7326800" y="3806225"/>
                </a:cubicBezTo>
                <a:cubicBezTo>
                  <a:pt x="7327524" y="3815461"/>
                  <a:pt x="7333545" y="3821456"/>
                  <a:pt x="7323686" y="3817640"/>
                </a:cubicBezTo>
                <a:cubicBezTo>
                  <a:pt x="7323637" y="3820659"/>
                  <a:pt x="7322668" y="3822449"/>
                  <a:pt x="7321247" y="3823678"/>
                </a:cubicBezTo>
                <a:lnTo>
                  <a:pt x="7320595" y="3824018"/>
                </a:lnTo>
                <a:lnTo>
                  <a:pt x="7322453" y="3844579"/>
                </a:lnTo>
                <a:lnTo>
                  <a:pt x="7321532" y="3847225"/>
                </a:lnTo>
                <a:lnTo>
                  <a:pt x="7324238" y="3860736"/>
                </a:lnTo>
                <a:lnTo>
                  <a:pt x="7324840" y="3867658"/>
                </a:lnTo>
                <a:lnTo>
                  <a:pt x="7326655" y="3869733"/>
                </a:lnTo>
                <a:cubicBezTo>
                  <a:pt x="7327701" y="3871909"/>
                  <a:pt x="7328023" y="3874942"/>
                  <a:pt x="7326706" y="3879891"/>
                </a:cubicBezTo>
                <a:lnTo>
                  <a:pt x="7326093" y="3881013"/>
                </a:lnTo>
                <a:lnTo>
                  <a:pt x="7328442" y="3889558"/>
                </a:lnTo>
                <a:cubicBezTo>
                  <a:pt x="7329602" y="3892339"/>
                  <a:pt x="7331138" y="3894839"/>
                  <a:pt x="7333203" y="3896924"/>
                </a:cubicBezTo>
                <a:cubicBezTo>
                  <a:pt x="7319795" y="3924445"/>
                  <a:pt x="7328820" y="3952004"/>
                  <a:pt x="7324908" y="3982658"/>
                </a:cubicBezTo>
                <a:cubicBezTo>
                  <a:pt x="7325522" y="4017325"/>
                  <a:pt x="7327874" y="4041416"/>
                  <a:pt x="7327588" y="4064228"/>
                </a:cubicBezTo>
                <a:cubicBezTo>
                  <a:pt x="7328735" y="4074940"/>
                  <a:pt x="7329351" y="4153102"/>
                  <a:pt x="7323186" y="4146664"/>
                </a:cubicBezTo>
                <a:cubicBezTo>
                  <a:pt x="7335189" y="4179829"/>
                  <a:pt x="7318370" y="4199117"/>
                  <a:pt x="7322488" y="4235901"/>
                </a:cubicBezTo>
                <a:cubicBezTo>
                  <a:pt x="7305909" y="4254573"/>
                  <a:pt x="7320783" y="4244884"/>
                  <a:pt x="7316645" y="4265209"/>
                </a:cubicBezTo>
                <a:cubicBezTo>
                  <a:pt x="7331133" y="4260631"/>
                  <a:pt x="7307179" y="4289560"/>
                  <a:pt x="7323069" y="4291857"/>
                </a:cubicBezTo>
                <a:cubicBezTo>
                  <a:pt x="7321814" y="4295483"/>
                  <a:pt x="7320095" y="4298923"/>
                  <a:pt x="7318251" y="4302359"/>
                </a:cubicBezTo>
                <a:lnTo>
                  <a:pt x="7317295" y="4304161"/>
                </a:lnTo>
                <a:lnTo>
                  <a:pt x="7316223" y="4311573"/>
                </a:lnTo>
                <a:lnTo>
                  <a:pt x="7312469" y="4313411"/>
                </a:lnTo>
                <a:lnTo>
                  <a:pt x="7306447" y="4403491"/>
                </a:lnTo>
                <a:cubicBezTo>
                  <a:pt x="7308849" y="4411399"/>
                  <a:pt x="7308497" y="4436984"/>
                  <a:pt x="7303688" y="4442497"/>
                </a:cubicBezTo>
                <a:cubicBezTo>
                  <a:pt x="7302637" y="4447969"/>
                  <a:pt x="7304327" y="4453942"/>
                  <a:pt x="7299181" y="4457128"/>
                </a:cubicBezTo>
                <a:cubicBezTo>
                  <a:pt x="7296154" y="4469016"/>
                  <a:pt x="7289197" y="4496240"/>
                  <a:pt x="7285530" y="4513823"/>
                </a:cubicBezTo>
                <a:cubicBezTo>
                  <a:pt x="7288769" y="4518560"/>
                  <a:pt x="7287100" y="4524649"/>
                  <a:pt x="7284412" y="4532609"/>
                </a:cubicBezTo>
                <a:lnTo>
                  <a:pt x="7282601" y="4540125"/>
                </a:lnTo>
                <a:lnTo>
                  <a:pt x="7291785" y="4563650"/>
                </a:lnTo>
                <a:lnTo>
                  <a:pt x="7284191" y="4636427"/>
                </a:lnTo>
                <a:lnTo>
                  <a:pt x="7292797" y="4672055"/>
                </a:lnTo>
                <a:cubicBezTo>
                  <a:pt x="7294304" y="4686552"/>
                  <a:pt x="7294421" y="4700466"/>
                  <a:pt x="7295425" y="4713953"/>
                </a:cubicBezTo>
                <a:cubicBezTo>
                  <a:pt x="7296104" y="4744441"/>
                  <a:pt x="7280378" y="4723911"/>
                  <a:pt x="7292574" y="4762180"/>
                </a:cubicBezTo>
                <a:cubicBezTo>
                  <a:pt x="7286719" y="4766152"/>
                  <a:pt x="7286266" y="4770971"/>
                  <a:pt x="7288689" y="4779168"/>
                </a:cubicBezTo>
                <a:cubicBezTo>
                  <a:pt x="7288592" y="4793971"/>
                  <a:pt x="7274303" y="4792486"/>
                  <a:pt x="7282355" y="4807636"/>
                </a:cubicBezTo>
                <a:cubicBezTo>
                  <a:pt x="7278556" y="4806204"/>
                  <a:pt x="7277539" y="4813202"/>
                  <a:pt x="7276505" y="4819678"/>
                </a:cubicBezTo>
                <a:lnTo>
                  <a:pt x="7273752" y="4823797"/>
                </a:lnTo>
                <a:lnTo>
                  <a:pt x="7283683" y="4847794"/>
                </a:lnTo>
                <a:cubicBezTo>
                  <a:pt x="7296832" y="4890479"/>
                  <a:pt x="7302379" y="4941877"/>
                  <a:pt x="7311552" y="4978326"/>
                </a:cubicBezTo>
                <a:cubicBezTo>
                  <a:pt x="7284161" y="4998846"/>
                  <a:pt x="7309660" y="4989594"/>
                  <a:pt x="7304880" y="5015024"/>
                </a:cubicBezTo>
                <a:cubicBezTo>
                  <a:pt x="7330355" y="5012307"/>
                  <a:pt x="7291032" y="5044485"/>
                  <a:pt x="7319932" y="5050993"/>
                </a:cubicBezTo>
                <a:cubicBezTo>
                  <a:pt x="7318148" y="5055414"/>
                  <a:pt x="7315506" y="5059493"/>
                  <a:pt x="7312641" y="5063537"/>
                </a:cubicBezTo>
                <a:lnTo>
                  <a:pt x="7311153" y="5065661"/>
                </a:lnTo>
                <a:lnTo>
                  <a:pt x="7310197" y="5075032"/>
                </a:lnTo>
                <a:lnTo>
                  <a:pt x="7303683" y="5076576"/>
                </a:lnTo>
                <a:lnTo>
                  <a:pt x="7297768" y="5089898"/>
                </a:lnTo>
                <a:cubicBezTo>
                  <a:pt x="7296519" y="5095057"/>
                  <a:pt x="7296302" y="5100805"/>
                  <a:pt x="7297750" y="5107454"/>
                </a:cubicBezTo>
                <a:cubicBezTo>
                  <a:pt x="7309447" y="5125240"/>
                  <a:pt x="7295812" y="5147341"/>
                  <a:pt x="7297014" y="5169708"/>
                </a:cubicBezTo>
                <a:lnTo>
                  <a:pt x="7300719" y="5180532"/>
                </a:lnTo>
                <a:lnTo>
                  <a:pt x="7295705" y="5210620"/>
                </a:lnTo>
                <a:lnTo>
                  <a:pt x="7296901" y="5212749"/>
                </a:lnTo>
                <a:cubicBezTo>
                  <a:pt x="7296704" y="5218058"/>
                  <a:pt x="7294377" y="5228574"/>
                  <a:pt x="7294523" y="5242477"/>
                </a:cubicBezTo>
                <a:lnTo>
                  <a:pt x="7297776" y="5296160"/>
                </a:lnTo>
                <a:lnTo>
                  <a:pt x="7289955" y="5304499"/>
                </a:lnTo>
                <a:lnTo>
                  <a:pt x="7286210" y="5305374"/>
                </a:lnTo>
                <a:lnTo>
                  <a:pt x="7286995" y="5320092"/>
                </a:lnTo>
                <a:lnTo>
                  <a:pt x="7281550" y="5330613"/>
                </a:lnTo>
                <a:lnTo>
                  <a:pt x="7285354" y="5340890"/>
                </a:lnTo>
                <a:lnTo>
                  <a:pt x="7281914" y="5354491"/>
                </a:lnTo>
                <a:cubicBezTo>
                  <a:pt x="7280017" y="5359352"/>
                  <a:pt x="7277725" y="5364763"/>
                  <a:pt x="7275918" y="5370917"/>
                </a:cubicBezTo>
                <a:lnTo>
                  <a:pt x="7267655" y="5384350"/>
                </a:lnTo>
                <a:lnTo>
                  <a:pt x="7263791" y="5406610"/>
                </a:lnTo>
                <a:cubicBezTo>
                  <a:pt x="7260956" y="5423841"/>
                  <a:pt x="7257650" y="5440271"/>
                  <a:pt x="7251522" y="5456222"/>
                </a:cubicBezTo>
                <a:cubicBezTo>
                  <a:pt x="7253699" y="5469913"/>
                  <a:pt x="7252931" y="5482529"/>
                  <a:pt x="7242311" y="5493751"/>
                </a:cubicBezTo>
                <a:cubicBezTo>
                  <a:pt x="7236636" y="5529727"/>
                  <a:pt x="7245809" y="5539513"/>
                  <a:pt x="7231835" y="5561252"/>
                </a:cubicBezTo>
                <a:cubicBezTo>
                  <a:pt x="7236311" y="5568555"/>
                  <a:pt x="7238499" y="5573475"/>
                  <a:pt x="7239152" y="5577121"/>
                </a:cubicBezTo>
                <a:cubicBezTo>
                  <a:pt x="7241111" y="5588065"/>
                  <a:pt x="7229268" y="5587525"/>
                  <a:pt x="7224043" y="5605355"/>
                </a:cubicBezTo>
                <a:cubicBezTo>
                  <a:pt x="7216774" y="5624244"/>
                  <a:pt x="7213225" y="5590845"/>
                  <a:pt x="7209229" y="5609118"/>
                </a:cubicBezTo>
                <a:cubicBezTo>
                  <a:pt x="7212098" y="5628346"/>
                  <a:pt x="7194168" y="5628785"/>
                  <a:pt x="7198222" y="5648700"/>
                </a:cubicBezTo>
                <a:cubicBezTo>
                  <a:pt x="7212577" y="5642705"/>
                  <a:pt x="7189541" y="5689259"/>
                  <a:pt x="7201221" y="5689771"/>
                </a:cubicBezTo>
                <a:cubicBezTo>
                  <a:pt x="7181618" y="5708428"/>
                  <a:pt x="7201258" y="5715573"/>
                  <a:pt x="7192555" y="5739098"/>
                </a:cubicBezTo>
                <a:cubicBezTo>
                  <a:pt x="7184486" y="5750478"/>
                  <a:pt x="7182208" y="5758416"/>
                  <a:pt x="7187522" y="5768603"/>
                </a:cubicBezTo>
                <a:cubicBezTo>
                  <a:pt x="7148692" y="5821144"/>
                  <a:pt x="7181577" y="5799065"/>
                  <a:pt x="7162500" y="5846928"/>
                </a:cubicBezTo>
                <a:lnTo>
                  <a:pt x="7160827" y="5850799"/>
                </a:lnTo>
                <a:lnTo>
                  <a:pt x="7163312" y="5866636"/>
                </a:lnTo>
                <a:cubicBezTo>
                  <a:pt x="7163884" y="5867070"/>
                  <a:pt x="7164455" y="5867505"/>
                  <a:pt x="7165029" y="5867939"/>
                </a:cubicBezTo>
                <a:lnTo>
                  <a:pt x="7142501" y="5914339"/>
                </a:lnTo>
                <a:lnTo>
                  <a:pt x="7143151" y="5921221"/>
                </a:lnTo>
                <a:lnTo>
                  <a:pt x="7123808" y="5950546"/>
                </a:lnTo>
                <a:lnTo>
                  <a:pt x="7116299" y="5966186"/>
                </a:lnTo>
                <a:lnTo>
                  <a:pt x="7106117" y="5983669"/>
                </a:lnTo>
                <a:lnTo>
                  <a:pt x="7109622" y="5995569"/>
                </a:lnTo>
                <a:cubicBezTo>
                  <a:pt x="7114727" y="6023526"/>
                  <a:pt x="7092983" y="6067450"/>
                  <a:pt x="7116605" y="6077139"/>
                </a:cubicBezTo>
                <a:cubicBezTo>
                  <a:pt x="7102148" y="6089933"/>
                  <a:pt x="7125501" y="6101908"/>
                  <a:pt x="7127573" y="6115892"/>
                </a:cubicBezTo>
                <a:cubicBezTo>
                  <a:pt x="7118381" y="6127056"/>
                  <a:pt x="7126331" y="6132595"/>
                  <a:pt x="7128098" y="6142737"/>
                </a:cubicBezTo>
                <a:cubicBezTo>
                  <a:pt x="7122429" y="6147329"/>
                  <a:pt x="7122724" y="6155912"/>
                  <a:pt x="7129375" y="6158833"/>
                </a:cubicBezTo>
                <a:cubicBezTo>
                  <a:pt x="7144709" y="6154689"/>
                  <a:pt x="7137060" y="6184499"/>
                  <a:pt x="7147635" y="6186714"/>
                </a:cubicBezTo>
                <a:cubicBezTo>
                  <a:pt x="7149842" y="6204016"/>
                  <a:pt x="7136414" y="6279145"/>
                  <a:pt x="7153343" y="6291871"/>
                </a:cubicBezTo>
                <a:cubicBezTo>
                  <a:pt x="7161381" y="6326852"/>
                  <a:pt x="7134450" y="6377408"/>
                  <a:pt x="7134923" y="6392273"/>
                </a:cubicBezTo>
                <a:cubicBezTo>
                  <a:pt x="7103997" y="6407024"/>
                  <a:pt x="7185503" y="6478818"/>
                  <a:pt x="7187236" y="6541940"/>
                </a:cubicBezTo>
                <a:cubicBezTo>
                  <a:pt x="7184250" y="6550446"/>
                  <a:pt x="7184290" y="6554993"/>
                  <a:pt x="7191340" y="6557275"/>
                </a:cubicBezTo>
                <a:cubicBezTo>
                  <a:pt x="7195412" y="6573685"/>
                  <a:pt x="7202070" y="6606060"/>
                  <a:pt x="7211670" y="6640404"/>
                </a:cubicBezTo>
                <a:cubicBezTo>
                  <a:pt x="7219591" y="6666216"/>
                  <a:pt x="7212698" y="6793331"/>
                  <a:pt x="7221085" y="6827708"/>
                </a:cubicBezTo>
                <a:lnTo>
                  <a:pt x="7227698" y="6857999"/>
                </a:lnTo>
                <a:lnTo>
                  <a:pt x="0" y="6857999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28120857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538D9D"/>
      </a:hlink>
      <a:folHlink>
        <a:srgbClr val="A5738E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3A418E6B-C5F0-4B95-8D77-61E3EF3B5DF5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1742</TotalTime>
  <Words>982</Words>
  <Application>Microsoft Macintosh PowerPoint</Application>
  <PresentationFormat>Widescreen</PresentationFormat>
  <Paragraphs>216</Paragraphs>
  <Slides>65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65</vt:i4>
      </vt:variant>
    </vt:vector>
  </HeadingPairs>
  <TitlesOfParts>
    <vt:vector size="72" baseType="lpstr">
      <vt:lpstr>Aptos</vt:lpstr>
      <vt:lpstr>Aptos Display</vt:lpstr>
      <vt:lpstr>Arial</vt:lpstr>
      <vt:lpstr>Calibri</vt:lpstr>
      <vt:lpstr>Consolas</vt:lpstr>
      <vt:lpstr>Wingdings</vt:lpstr>
      <vt:lpstr>Office Theme</vt:lpstr>
      <vt:lpstr>Yet Another Walking Dead of Active Directory</vt:lpstr>
      <vt:lpstr>Disclaimer</vt:lpstr>
      <vt:lpstr>$whoami</vt:lpstr>
      <vt:lpstr>Today’s Agenda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Fast Forward So Far</vt:lpstr>
      <vt:lpstr>The Dead Are Still Walking</vt:lpstr>
      <vt:lpstr>The Dead Are Still Walking</vt:lpstr>
      <vt:lpstr>The Dead Are Still Walking</vt:lpstr>
      <vt:lpstr>Fast Forward So Far</vt:lpstr>
      <vt:lpstr>Introduction to ADRB</vt:lpstr>
      <vt:lpstr>Introduction to ADRB</vt:lpstr>
      <vt:lpstr>Introduction to ADRB</vt:lpstr>
      <vt:lpstr>Introduction to ADRB</vt:lpstr>
      <vt:lpstr>Introduction to ADRB</vt:lpstr>
      <vt:lpstr>Introduction to ADRB</vt:lpstr>
      <vt:lpstr>Introduction to Necromancy</vt:lpstr>
      <vt:lpstr>Introduction to Necromancy</vt:lpstr>
      <vt:lpstr>Introduction to Necromancy</vt:lpstr>
      <vt:lpstr>Introduction to Necromancy</vt:lpstr>
      <vt:lpstr>Credential Harvesting</vt:lpstr>
      <vt:lpstr>Credential Harvesting</vt:lpstr>
      <vt:lpstr>Credential Harvesting</vt:lpstr>
      <vt:lpstr>Ghost Group Resurrection</vt:lpstr>
      <vt:lpstr>Ghost Group Resurrection</vt:lpstr>
      <vt:lpstr>Ghost Group Resurrection</vt:lpstr>
      <vt:lpstr>Ghost Group Resurrection</vt:lpstr>
      <vt:lpstr>Ghost Group Resurrection</vt:lpstr>
      <vt:lpstr>Ghost Group Resurrection</vt:lpstr>
      <vt:lpstr>SID History Necromancy</vt:lpstr>
      <vt:lpstr>SID History Necromancy</vt:lpstr>
      <vt:lpstr>SID History Necromancy</vt:lpstr>
      <vt:lpstr>SID History Necromancy</vt:lpstr>
      <vt:lpstr>SID History Necromancy</vt:lpstr>
      <vt:lpstr>SID History Necromancy</vt:lpstr>
      <vt:lpstr>gMSA Graveyard</vt:lpstr>
      <vt:lpstr>gMSA Graveyard</vt:lpstr>
      <vt:lpstr>gMSA Graveyard</vt:lpstr>
      <vt:lpstr>gMSA Graveyard</vt:lpstr>
      <vt:lpstr>gMSA Graveyard 2</vt:lpstr>
      <vt:lpstr>gMSA Graveyard 2</vt:lpstr>
      <vt:lpstr>gMSA Graveyard 2</vt:lpstr>
      <vt:lpstr>CS BOFs</vt:lpstr>
      <vt:lpstr>CS BOFs</vt:lpstr>
      <vt:lpstr>CS BOFs</vt:lpstr>
      <vt:lpstr>CS BOFs</vt:lpstr>
      <vt:lpstr>CS BOFs</vt:lpstr>
      <vt:lpstr>Detections</vt:lpstr>
      <vt:lpstr>Detections</vt:lpstr>
      <vt:lpstr>Detections</vt:lpstr>
      <vt:lpstr>Detections</vt:lpstr>
      <vt:lpstr>Resources</vt:lpstr>
      <vt:lpstr>Resources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Nikos Vourdas</dc:creator>
  <cp:lastModifiedBy>Nikos Vourdas1</cp:lastModifiedBy>
  <cp:revision>196</cp:revision>
  <dcterms:created xsi:type="dcterms:W3CDTF">2026-06-29T15:02:34Z</dcterms:created>
  <dcterms:modified xsi:type="dcterms:W3CDTF">2026-07-06T13:09:45Z</dcterms:modified>
</cp:coreProperties>
</file>